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68" r:id="rId6"/>
    <p:sldId id="259" r:id="rId7"/>
    <p:sldId id="260" r:id="rId8"/>
  </p:sldIdLst>
  <p:sldSz cx="9144000" cy="5143500" type="screen16x9"/>
  <p:notesSz cx="6858000" cy="9144000"/>
  <p:embeddedFontLst>
    <p:embeddedFont>
      <p:font typeface="Mitr" pitchFamily="2" charset="-34"/>
      <p:regular r:id="rId10"/>
      <p:bold r:id="rId11"/>
    </p:embeddedFont>
    <p:embeddedFont>
      <p:font typeface="Mitr Medium" panose="00000600000000000000" pitchFamily="2" charset="-34"/>
      <p:regular r:id="rId12"/>
      <p:bold r:id="rId13"/>
    </p:embeddedFont>
    <p:embeddedFont>
      <p:font typeface="Niramit" pitchFamily="2" charset="-34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AB2138-DB16-418A-B8C9-E8CC9AE31F56}">
  <a:tblStyle styleId="{36AB2138-DB16-418A-B8C9-E8CC9AE31F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b037a4c2f2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1b037a4c2f2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10f9e629ec3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10f9e629ec3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b037a4c2f2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b037a4c2f2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1b79f33ff5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1b79f33ff5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b7ee2718e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b7ee2718e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b79f33ff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b79f33ff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69825" y="1041888"/>
            <a:ext cx="58044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69800" y="3234913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810675" y="3322149"/>
            <a:ext cx="8248028" cy="2431455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78098" flipH="1">
            <a:off x="3649910" y="3008117"/>
            <a:ext cx="7821108" cy="2434831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282287" y="535011"/>
            <a:ext cx="372187" cy="381465"/>
            <a:chOff x="1330317" y="4540210"/>
            <a:chExt cx="394433" cy="404265"/>
          </a:xfrm>
        </p:grpSpPr>
        <p:sp>
          <p:nvSpPr>
            <p:cNvPr id="14" name="Google Shape;14;p2"/>
            <p:cNvSpPr/>
            <p:nvPr/>
          </p:nvSpPr>
          <p:spPr>
            <a:xfrm>
              <a:off x="1412442" y="4695400"/>
              <a:ext cx="300355" cy="249075"/>
            </a:xfrm>
            <a:custGeom>
              <a:avLst/>
              <a:gdLst/>
              <a:ahLst/>
              <a:cxnLst/>
              <a:rect l="l" t="t" r="r" b="b"/>
              <a:pathLst>
                <a:path w="1558" h="1292" extrusionOk="0">
                  <a:moveTo>
                    <a:pt x="1105" y="0"/>
                  </a:moveTo>
                  <a:cubicBezTo>
                    <a:pt x="959" y="0"/>
                    <a:pt x="817" y="82"/>
                    <a:pt x="735" y="205"/>
                  </a:cubicBezTo>
                  <a:cubicBezTo>
                    <a:pt x="695" y="261"/>
                    <a:pt x="635" y="292"/>
                    <a:pt x="572" y="292"/>
                  </a:cubicBezTo>
                  <a:cubicBezTo>
                    <a:pt x="559" y="292"/>
                    <a:pt x="547" y="291"/>
                    <a:pt x="534" y="288"/>
                  </a:cubicBezTo>
                  <a:cubicBezTo>
                    <a:pt x="500" y="282"/>
                    <a:pt x="466" y="278"/>
                    <a:pt x="432" y="278"/>
                  </a:cubicBezTo>
                  <a:cubicBezTo>
                    <a:pt x="380" y="278"/>
                    <a:pt x="328" y="286"/>
                    <a:pt x="279" y="303"/>
                  </a:cubicBezTo>
                  <a:cubicBezTo>
                    <a:pt x="151" y="349"/>
                    <a:pt x="44" y="459"/>
                    <a:pt x="21" y="591"/>
                  </a:cubicBezTo>
                  <a:cubicBezTo>
                    <a:pt x="0" y="709"/>
                    <a:pt x="44" y="830"/>
                    <a:pt x="118" y="922"/>
                  </a:cubicBezTo>
                  <a:cubicBezTo>
                    <a:pt x="193" y="1013"/>
                    <a:pt x="294" y="1080"/>
                    <a:pt x="400" y="1133"/>
                  </a:cubicBezTo>
                  <a:cubicBezTo>
                    <a:pt x="591" y="1226"/>
                    <a:pt x="799" y="1282"/>
                    <a:pt x="1010" y="1291"/>
                  </a:cubicBezTo>
                  <a:cubicBezTo>
                    <a:pt x="1014" y="1291"/>
                    <a:pt x="1017" y="1291"/>
                    <a:pt x="1021" y="1291"/>
                  </a:cubicBezTo>
                  <a:cubicBezTo>
                    <a:pt x="1096" y="1291"/>
                    <a:pt x="1163" y="1244"/>
                    <a:pt x="1194" y="1176"/>
                  </a:cubicBezTo>
                  <a:cubicBezTo>
                    <a:pt x="1247" y="1057"/>
                    <a:pt x="1324" y="950"/>
                    <a:pt x="1392" y="839"/>
                  </a:cubicBezTo>
                  <a:cubicBezTo>
                    <a:pt x="1481" y="694"/>
                    <a:pt x="1558" y="526"/>
                    <a:pt x="1529" y="356"/>
                  </a:cubicBezTo>
                  <a:cubicBezTo>
                    <a:pt x="1496" y="160"/>
                    <a:pt x="1309" y="6"/>
                    <a:pt x="1113" y="0"/>
                  </a:cubicBezTo>
                  <a:cubicBezTo>
                    <a:pt x="1110" y="0"/>
                    <a:pt x="1108" y="0"/>
                    <a:pt x="11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330317" y="4694050"/>
              <a:ext cx="74992" cy="106994"/>
            </a:xfrm>
            <a:custGeom>
              <a:avLst/>
              <a:gdLst/>
              <a:ahLst/>
              <a:cxnLst/>
              <a:rect l="l" t="t" r="r" b="b"/>
              <a:pathLst>
                <a:path w="389" h="555" extrusionOk="0">
                  <a:moveTo>
                    <a:pt x="211" y="0"/>
                  </a:moveTo>
                  <a:cubicBezTo>
                    <a:pt x="164" y="0"/>
                    <a:pt x="120" y="24"/>
                    <a:pt x="87" y="58"/>
                  </a:cubicBezTo>
                  <a:cubicBezTo>
                    <a:pt x="51" y="96"/>
                    <a:pt x="31" y="144"/>
                    <a:pt x="19" y="194"/>
                  </a:cubicBezTo>
                  <a:cubicBezTo>
                    <a:pt x="1" y="273"/>
                    <a:pt x="7" y="357"/>
                    <a:pt x="33" y="432"/>
                  </a:cubicBezTo>
                  <a:cubicBezTo>
                    <a:pt x="54" y="491"/>
                    <a:pt x="96" y="552"/>
                    <a:pt x="159" y="555"/>
                  </a:cubicBezTo>
                  <a:cubicBezTo>
                    <a:pt x="162" y="555"/>
                    <a:pt x="164" y="555"/>
                    <a:pt x="167" y="555"/>
                  </a:cubicBezTo>
                  <a:cubicBezTo>
                    <a:pt x="199" y="555"/>
                    <a:pt x="232" y="538"/>
                    <a:pt x="254" y="514"/>
                  </a:cubicBezTo>
                  <a:cubicBezTo>
                    <a:pt x="281" y="490"/>
                    <a:pt x="298" y="455"/>
                    <a:pt x="315" y="423"/>
                  </a:cubicBezTo>
                  <a:cubicBezTo>
                    <a:pt x="355" y="346"/>
                    <a:pt x="388" y="264"/>
                    <a:pt x="381" y="178"/>
                  </a:cubicBezTo>
                  <a:cubicBezTo>
                    <a:pt x="372" y="96"/>
                    <a:pt x="312" y="9"/>
                    <a:pt x="226" y="1"/>
                  </a:cubicBezTo>
                  <a:cubicBezTo>
                    <a:pt x="221" y="1"/>
                    <a:pt x="216" y="0"/>
                    <a:pt x="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410900" y="4584164"/>
              <a:ext cx="111621" cy="144972"/>
            </a:xfrm>
            <a:custGeom>
              <a:avLst/>
              <a:gdLst/>
              <a:ahLst/>
              <a:cxnLst/>
              <a:rect l="l" t="t" r="r" b="b"/>
              <a:pathLst>
                <a:path w="579" h="752" extrusionOk="0">
                  <a:moveTo>
                    <a:pt x="259" y="1"/>
                  </a:moveTo>
                  <a:cubicBezTo>
                    <a:pt x="209" y="1"/>
                    <a:pt x="160" y="15"/>
                    <a:pt x="121" y="45"/>
                  </a:cubicBezTo>
                  <a:cubicBezTo>
                    <a:pt x="64" y="93"/>
                    <a:pt x="35" y="170"/>
                    <a:pt x="20" y="244"/>
                  </a:cubicBezTo>
                  <a:cubicBezTo>
                    <a:pt x="1" y="337"/>
                    <a:pt x="1" y="437"/>
                    <a:pt x="19" y="532"/>
                  </a:cubicBezTo>
                  <a:cubicBezTo>
                    <a:pt x="29" y="598"/>
                    <a:pt x="52" y="666"/>
                    <a:pt x="103" y="708"/>
                  </a:cubicBezTo>
                  <a:cubicBezTo>
                    <a:pt x="139" y="738"/>
                    <a:pt x="186" y="752"/>
                    <a:pt x="234" y="752"/>
                  </a:cubicBezTo>
                  <a:cubicBezTo>
                    <a:pt x="256" y="752"/>
                    <a:pt x="278" y="749"/>
                    <a:pt x="299" y="743"/>
                  </a:cubicBezTo>
                  <a:cubicBezTo>
                    <a:pt x="366" y="723"/>
                    <a:pt x="421" y="677"/>
                    <a:pt x="465" y="624"/>
                  </a:cubicBezTo>
                  <a:cubicBezTo>
                    <a:pt x="539" y="533"/>
                    <a:pt x="578" y="417"/>
                    <a:pt x="565" y="301"/>
                  </a:cubicBezTo>
                  <a:cubicBezTo>
                    <a:pt x="551" y="185"/>
                    <a:pt x="482" y="75"/>
                    <a:pt x="376" y="27"/>
                  </a:cubicBezTo>
                  <a:cubicBezTo>
                    <a:pt x="340" y="10"/>
                    <a:pt x="299" y="1"/>
                    <a:pt x="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26377" y="4540210"/>
              <a:ext cx="107958" cy="137261"/>
            </a:xfrm>
            <a:custGeom>
              <a:avLst/>
              <a:gdLst/>
              <a:ahLst/>
              <a:cxnLst/>
              <a:rect l="l" t="t" r="r" b="b"/>
              <a:pathLst>
                <a:path w="560" h="712" extrusionOk="0">
                  <a:moveTo>
                    <a:pt x="208" y="1"/>
                  </a:moveTo>
                  <a:cubicBezTo>
                    <a:pt x="185" y="1"/>
                    <a:pt x="162" y="5"/>
                    <a:pt x="140" y="15"/>
                  </a:cubicBezTo>
                  <a:cubicBezTo>
                    <a:pt x="64" y="50"/>
                    <a:pt x="24" y="137"/>
                    <a:pt x="15" y="223"/>
                  </a:cubicBezTo>
                  <a:cubicBezTo>
                    <a:pt x="0" y="336"/>
                    <a:pt x="24" y="452"/>
                    <a:pt x="79" y="552"/>
                  </a:cubicBezTo>
                  <a:cubicBezTo>
                    <a:pt x="125" y="636"/>
                    <a:pt x="209" y="712"/>
                    <a:pt x="301" y="712"/>
                  </a:cubicBezTo>
                  <a:cubicBezTo>
                    <a:pt x="311" y="712"/>
                    <a:pt x="322" y="711"/>
                    <a:pt x="332" y="709"/>
                  </a:cubicBezTo>
                  <a:cubicBezTo>
                    <a:pt x="415" y="692"/>
                    <a:pt x="472" y="618"/>
                    <a:pt x="501" y="540"/>
                  </a:cubicBezTo>
                  <a:cubicBezTo>
                    <a:pt x="560" y="378"/>
                    <a:pt x="508" y="184"/>
                    <a:pt x="380" y="74"/>
                  </a:cubicBezTo>
                  <a:cubicBezTo>
                    <a:pt x="332" y="32"/>
                    <a:pt x="269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650722" y="4597852"/>
              <a:ext cx="74028" cy="69787"/>
            </a:xfrm>
            <a:custGeom>
              <a:avLst/>
              <a:gdLst/>
              <a:ahLst/>
              <a:cxnLst/>
              <a:rect l="l" t="t" r="r" b="b"/>
              <a:pathLst>
                <a:path w="384" h="362" extrusionOk="0">
                  <a:moveTo>
                    <a:pt x="124" y="1"/>
                  </a:moveTo>
                  <a:cubicBezTo>
                    <a:pt x="113" y="1"/>
                    <a:pt x="102" y="2"/>
                    <a:pt x="91" y="4"/>
                  </a:cubicBezTo>
                  <a:cubicBezTo>
                    <a:pt x="56" y="15"/>
                    <a:pt x="22" y="39"/>
                    <a:pt x="11" y="73"/>
                  </a:cubicBezTo>
                  <a:cubicBezTo>
                    <a:pt x="1" y="107"/>
                    <a:pt x="8" y="140"/>
                    <a:pt x="22" y="171"/>
                  </a:cubicBezTo>
                  <a:cubicBezTo>
                    <a:pt x="46" y="229"/>
                    <a:pt x="87" y="280"/>
                    <a:pt x="133" y="318"/>
                  </a:cubicBezTo>
                  <a:cubicBezTo>
                    <a:pt x="167" y="342"/>
                    <a:pt x="207" y="361"/>
                    <a:pt x="248" y="361"/>
                  </a:cubicBezTo>
                  <a:cubicBezTo>
                    <a:pt x="302" y="358"/>
                    <a:pt x="352" y="316"/>
                    <a:pt x="369" y="263"/>
                  </a:cubicBezTo>
                  <a:cubicBezTo>
                    <a:pt x="384" y="211"/>
                    <a:pt x="369" y="150"/>
                    <a:pt x="337" y="107"/>
                  </a:cubicBezTo>
                  <a:cubicBezTo>
                    <a:pt x="302" y="63"/>
                    <a:pt x="254" y="33"/>
                    <a:pt x="201" y="15"/>
                  </a:cubicBezTo>
                  <a:cubicBezTo>
                    <a:pt x="176" y="6"/>
                    <a:pt x="150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7996315" y="-244845"/>
            <a:ext cx="1645372" cy="3479781"/>
            <a:chOff x="1955175" y="1066248"/>
            <a:chExt cx="792301" cy="1675630"/>
          </a:xfrm>
        </p:grpSpPr>
        <p:sp>
          <p:nvSpPr>
            <p:cNvPr id="20" name="Google Shape;20;p2"/>
            <p:cNvSpPr/>
            <p:nvPr/>
          </p:nvSpPr>
          <p:spPr>
            <a:xfrm>
              <a:off x="2270369" y="1066248"/>
              <a:ext cx="246401" cy="474754"/>
            </a:xfrm>
            <a:custGeom>
              <a:avLst/>
              <a:gdLst/>
              <a:ahLst/>
              <a:cxnLst/>
              <a:rect l="l" t="t" r="r" b="b"/>
              <a:pathLst>
                <a:path w="942" h="1815" extrusionOk="0">
                  <a:moveTo>
                    <a:pt x="709" y="0"/>
                  </a:moveTo>
                  <a:cubicBezTo>
                    <a:pt x="480" y="256"/>
                    <a:pt x="246" y="520"/>
                    <a:pt x="122" y="842"/>
                  </a:cubicBezTo>
                  <a:cubicBezTo>
                    <a:pt x="0" y="1161"/>
                    <a:pt x="12" y="1558"/>
                    <a:pt x="241" y="1814"/>
                  </a:cubicBezTo>
                  <a:cubicBezTo>
                    <a:pt x="465" y="1808"/>
                    <a:pt x="685" y="1695"/>
                    <a:pt x="804" y="1507"/>
                  </a:cubicBezTo>
                  <a:cubicBezTo>
                    <a:pt x="941" y="1289"/>
                    <a:pt x="926" y="1009"/>
                    <a:pt x="869" y="757"/>
                  </a:cubicBezTo>
                  <a:cubicBezTo>
                    <a:pt x="813" y="504"/>
                    <a:pt x="716" y="258"/>
                    <a:pt x="7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496366" y="1382488"/>
              <a:ext cx="129478" cy="265758"/>
            </a:xfrm>
            <a:custGeom>
              <a:avLst/>
              <a:gdLst/>
              <a:ahLst/>
              <a:cxnLst/>
              <a:rect l="l" t="t" r="r" b="b"/>
              <a:pathLst>
                <a:path w="495" h="1016" extrusionOk="0">
                  <a:moveTo>
                    <a:pt x="346" y="0"/>
                  </a:moveTo>
                  <a:cubicBezTo>
                    <a:pt x="302" y="0"/>
                    <a:pt x="261" y="23"/>
                    <a:pt x="229" y="55"/>
                  </a:cubicBezTo>
                  <a:cubicBezTo>
                    <a:pt x="192" y="92"/>
                    <a:pt x="169" y="141"/>
                    <a:pt x="151" y="190"/>
                  </a:cubicBezTo>
                  <a:cubicBezTo>
                    <a:pt x="45" y="450"/>
                    <a:pt x="0" y="735"/>
                    <a:pt x="20" y="1015"/>
                  </a:cubicBezTo>
                  <a:cubicBezTo>
                    <a:pt x="258" y="760"/>
                    <a:pt x="412" y="620"/>
                    <a:pt x="478" y="279"/>
                  </a:cubicBezTo>
                  <a:cubicBezTo>
                    <a:pt x="490" y="227"/>
                    <a:pt x="495" y="169"/>
                    <a:pt x="480" y="117"/>
                  </a:cubicBezTo>
                  <a:cubicBezTo>
                    <a:pt x="465" y="64"/>
                    <a:pt x="425" y="16"/>
                    <a:pt x="373" y="3"/>
                  </a:cubicBezTo>
                  <a:cubicBezTo>
                    <a:pt x="364" y="1"/>
                    <a:pt x="355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055618" y="1235224"/>
              <a:ext cx="208996" cy="482863"/>
            </a:xfrm>
            <a:custGeom>
              <a:avLst/>
              <a:gdLst/>
              <a:ahLst/>
              <a:cxnLst/>
              <a:rect l="l" t="t" r="r" b="b"/>
              <a:pathLst>
                <a:path w="799" h="1846" extrusionOk="0">
                  <a:moveTo>
                    <a:pt x="286" y="1"/>
                  </a:moveTo>
                  <a:cubicBezTo>
                    <a:pt x="283" y="1"/>
                    <a:pt x="279" y="1"/>
                    <a:pt x="275" y="1"/>
                  </a:cubicBezTo>
                  <a:cubicBezTo>
                    <a:pt x="173" y="4"/>
                    <a:pt x="84" y="85"/>
                    <a:pt x="43" y="180"/>
                  </a:cubicBezTo>
                  <a:cubicBezTo>
                    <a:pt x="1" y="274"/>
                    <a:pt x="1" y="381"/>
                    <a:pt x="8" y="484"/>
                  </a:cubicBezTo>
                  <a:cubicBezTo>
                    <a:pt x="46" y="933"/>
                    <a:pt x="266" y="1363"/>
                    <a:pt x="609" y="1654"/>
                  </a:cubicBezTo>
                  <a:lnTo>
                    <a:pt x="746" y="1845"/>
                  </a:lnTo>
                  <a:cubicBezTo>
                    <a:pt x="774" y="1323"/>
                    <a:pt x="799" y="784"/>
                    <a:pt x="603" y="300"/>
                  </a:cubicBezTo>
                  <a:cubicBezTo>
                    <a:pt x="545" y="155"/>
                    <a:pt x="439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89361" y="2413080"/>
              <a:ext cx="217105" cy="130002"/>
            </a:xfrm>
            <a:custGeom>
              <a:avLst/>
              <a:gdLst/>
              <a:ahLst/>
              <a:cxnLst/>
              <a:rect l="l" t="t" r="r" b="b"/>
              <a:pathLst>
                <a:path w="830" h="497" extrusionOk="0">
                  <a:moveTo>
                    <a:pt x="405" y="0"/>
                  </a:moveTo>
                  <a:cubicBezTo>
                    <a:pt x="300" y="0"/>
                    <a:pt x="195" y="28"/>
                    <a:pt x="116" y="94"/>
                  </a:cubicBezTo>
                  <a:cubicBezTo>
                    <a:pt x="47" y="150"/>
                    <a:pt x="0" y="240"/>
                    <a:pt x="12" y="329"/>
                  </a:cubicBezTo>
                  <a:cubicBezTo>
                    <a:pt x="23" y="417"/>
                    <a:pt x="101" y="497"/>
                    <a:pt x="189" y="497"/>
                  </a:cubicBezTo>
                  <a:cubicBezTo>
                    <a:pt x="190" y="497"/>
                    <a:pt x="191" y="497"/>
                    <a:pt x="192" y="497"/>
                  </a:cubicBezTo>
                  <a:cubicBezTo>
                    <a:pt x="297" y="494"/>
                    <a:pt x="368" y="393"/>
                    <a:pt x="443" y="320"/>
                  </a:cubicBezTo>
                  <a:cubicBezTo>
                    <a:pt x="562" y="205"/>
                    <a:pt x="627" y="98"/>
                    <a:pt x="762" y="98"/>
                  </a:cubicBezTo>
                  <a:cubicBezTo>
                    <a:pt x="782" y="98"/>
                    <a:pt x="805" y="101"/>
                    <a:pt x="829" y="106"/>
                  </a:cubicBezTo>
                  <a:cubicBezTo>
                    <a:pt x="713" y="61"/>
                    <a:pt x="594" y="16"/>
                    <a:pt x="470" y="4"/>
                  </a:cubicBezTo>
                  <a:cubicBezTo>
                    <a:pt x="449" y="1"/>
                    <a:pt x="427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455561" y="2405233"/>
              <a:ext cx="291915" cy="226783"/>
            </a:xfrm>
            <a:custGeom>
              <a:avLst/>
              <a:gdLst/>
              <a:ahLst/>
              <a:cxnLst/>
              <a:rect l="l" t="t" r="r" b="b"/>
              <a:pathLst>
                <a:path w="1116" h="867" extrusionOk="0">
                  <a:moveTo>
                    <a:pt x="416" y="0"/>
                  </a:moveTo>
                  <a:cubicBezTo>
                    <a:pt x="267" y="0"/>
                    <a:pt x="119" y="47"/>
                    <a:pt x="1" y="136"/>
                  </a:cubicBezTo>
                  <a:cubicBezTo>
                    <a:pt x="310" y="368"/>
                    <a:pt x="618" y="599"/>
                    <a:pt x="927" y="830"/>
                  </a:cubicBezTo>
                  <a:cubicBezTo>
                    <a:pt x="949" y="846"/>
                    <a:pt x="975" y="865"/>
                    <a:pt x="1002" y="866"/>
                  </a:cubicBezTo>
                  <a:cubicBezTo>
                    <a:pt x="1003" y="866"/>
                    <a:pt x="1003" y="866"/>
                    <a:pt x="1004" y="866"/>
                  </a:cubicBezTo>
                  <a:cubicBezTo>
                    <a:pt x="1065" y="866"/>
                    <a:pt x="1094" y="789"/>
                    <a:pt x="1099" y="727"/>
                  </a:cubicBezTo>
                  <a:cubicBezTo>
                    <a:pt x="1115" y="466"/>
                    <a:pt x="967" y="204"/>
                    <a:pt x="738" y="80"/>
                  </a:cubicBezTo>
                  <a:cubicBezTo>
                    <a:pt x="639" y="27"/>
                    <a:pt x="527" y="0"/>
                    <a:pt x="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955175" y="1621826"/>
              <a:ext cx="268373" cy="405699"/>
            </a:xfrm>
            <a:custGeom>
              <a:avLst/>
              <a:gdLst/>
              <a:ahLst/>
              <a:cxnLst/>
              <a:rect l="l" t="t" r="r" b="b"/>
              <a:pathLst>
                <a:path w="1026" h="1551" extrusionOk="0">
                  <a:moveTo>
                    <a:pt x="272" y="1"/>
                  </a:moveTo>
                  <a:cubicBezTo>
                    <a:pt x="0" y="412"/>
                    <a:pt x="41" y="1004"/>
                    <a:pt x="365" y="1373"/>
                  </a:cubicBezTo>
                  <a:cubicBezTo>
                    <a:pt x="447" y="1467"/>
                    <a:pt x="559" y="1551"/>
                    <a:pt x="680" y="1551"/>
                  </a:cubicBezTo>
                  <a:cubicBezTo>
                    <a:pt x="693" y="1551"/>
                    <a:pt x="706" y="1550"/>
                    <a:pt x="720" y="1548"/>
                  </a:cubicBezTo>
                  <a:cubicBezTo>
                    <a:pt x="896" y="1524"/>
                    <a:pt x="994" y="1328"/>
                    <a:pt x="1008" y="1151"/>
                  </a:cubicBezTo>
                  <a:cubicBezTo>
                    <a:pt x="1026" y="919"/>
                    <a:pt x="949" y="684"/>
                    <a:pt x="798" y="506"/>
                  </a:cubicBezTo>
                  <a:cubicBezTo>
                    <a:pt x="640" y="322"/>
                    <a:pt x="407" y="203"/>
                    <a:pt x="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342562" y="1673617"/>
              <a:ext cx="125555" cy="300808"/>
            </a:xfrm>
            <a:custGeom>
              <a:avLst/>
              <a:gdLst/>
              <a:ahLst/>
              <a:cxnLst/>
              <a:rect l="l" t="t" r="r" b="b"/>
              <a:pathLst>
                <a:path w="480" h="1150" extrusionOk="0">
                  <a:moveTo>
                    <a:pt x="354" y="0"/>
                  </a:moveTo>
                  <a:cubicBezTo>
                    <a:pt x="155" y="83"/>
                    <a:pt x="41" y="299"/>
                    <a:pt x="20" y="513"/>
                  </a:cubicBezTo>
                  <a:cubicBezTo>
                    <a:pt x="0" y="729"/>
                    <a:pt x="53" y="941"/>
                    <a:pt x="107" y="1149"/>
                  </a:cubicBezTo>
                  <a:cubicBezTo>
                    <a:pt x="252" y="1127"/>
                    <a:pt x="371" y="1008"/>
                    <a:pt x="425" y="870"/>
                  </a:cubicBezTo>
                  <a:cubicBezTo>
                    <a:pt x="480" y="732"/>
                    <a:pt x="478" y="578"/>
                    <a:pt x="454" y="433"/>
                  </a:cubicBezTo>
                  <a:cubicBezTo>
                    <a:pt x="430" y="287"/>
                    <a:pt x="385" y="147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444314" y="1811465"/>
              <a:ext cx="256079" cy="532038"/>
            </a:xfrm>
            <a:custGeom>
              <a:avLst/>
              <a:gdLst/>
              <a:ahLst/>
              <a:cxnLst/>
              <a:rect l="l" t="t" r="r" b="b"/>
              <a:pathLst>
                <a:path w="979" h="2034" extrusionOk="0">
                  <a:moveTo>
                    <a:pt x="747" y="0"/>
                  </a:moveTo>
                  <a:cubicBezTo>
                    <a:pt x="648" y="0"/>
                    <a:pt x="549" y="81"/>
                    <a:pt x="481" y="165"/>
                  </a:cubicBezTo>
                  <a:cubicBezTo>
                    <a:pt x="68" y="672"/>
                    <a:pt x="0" y="1385"/>
                    <a:pt x="95" y="2034"/>
                  </a:cubicBezTo>
                  <a:cubicBezTo>
                    <a:pt x="329" y="1792"/>
                    <a:pt x="551" y="1538"/>
                    <a:pt x="715" y="1245"/>
                  </a:cubicBezTo>
                  <a:cubicBezTo>
                    <a:pt x="878" y="953"/>
                    <a:pt x="979" y="618"/>
                    <a:pt x="955" y="285"/>
                  </a:cubicBezTo>
                  <a:cubicBezTo>
                    <a:pt x="947" y="181"/>
                    <a:pt x="915" y="61"/>
                    <a:pt x="820" y="16"/>
                  </a:cubicBezTo>
                  <a:cubicBezTo>
                    <a:pt x="797" y="5"/>
                    <a:pt x="772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045156" y="2085592"/>
              <a:ext cx="201411" cy="269420"/>
            </a:xfrm>
            <a:custGeom>
              <a:avLst/>
              <a:gdLst/>
              <a:ahLst/>
              <a:cxnLst/>
              <a:rect l="l" t="t" r="r" b="b"/>
              <a:pathLst>
                <a:path w="770" h="1030" extrusionOk="0">
                  <a:moveTo>
                    <a:pt x="302" y="1"/>
                  </a:moveTo>
                  <a:cubicBezTo>
                    <a:pt x="176" y="1"/>
                    <a:pt x="57" y="113"/>
                    <a:pt x="30" y="242"/>
                  </a:cubicBezTo>
                  <a:cubicBezTo>
                    <a:pt x="0" y="389"/>
                    <a:pt x="63" y="539"/>
                    <a:pt x="152" y="657"/>
                  </a:cubicBezTo>
                  <a:cubicBezTo>
                    <a:pt x="302" y="853"/>
                    <a:pt x="526" y="989"/>
                    <a:pt x="769" y="1029"/>
                  </a:cubicBezTo>
                  <a:lnTo>
                    <a:pt x="722" y="811"/>
                  </a:lnTo>
                  <a:cubicBezTo>
                    <a:pt x="734" y="589"/>
                    <a:pt x="677" y="366"/>
                    <a:pt x="558" y="181"/>
                  </a:cubicBezTo>
                  <a:cubicBezTo>
                    <a:pt x="507" y="104"/>
                    <a:pt x="440" y="28"/>
                    <a:pt x="353" y="7"/>
                  </a:cubicBezTo>
                  <a:cubicBezTo>
                    <a:pt x="336" y="3"/>
                    <a:pt x="319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5721" y="1900400"/>
              <a:ext cx="173684" cy="404130"/>
            </a:xfrm>
            <a:custGeom>
              <a:avLst/>
              <a:gdLst/>
              <a:ahLst/>
              <a:cxnLst/>
              <a:rect l="l" t="t" r="r" b="b"/>
              <a:pathLst>
                <a:path w="664" h="1545" extrusionOk="0">
                  <a:moveTo>
                    <a:pt x="138" y="0"/>
                  </a:moveTo>
                  <a:lnTo>
                    <a:pt x="138" y="0"/>
                  </a:lnTo>
                  <a:cubicBezTo>
                    <a:pt x="0" y="472"/>
                    <a:pt x="166" y="1196"/>
                    <a:pt x="510" y="1544"/>
                  </a:cubicBezTo>
                  <a:cubicBezTo>
                    <a:pt x="569" y="1377"/>
                    <a:pt x="629" y="1210"/>
                    <a:pt x="646" y="1032"/>
                  </a:cubicBezTo>
                  <a:cubicBezTo>
                    <a:pt x="664" y="855"/>
                    <a:pt x="635" y="668"/>
                    <a:pt x="531" y="525"/>
                  </a:cubicBezTo>
                  <a:cubicBezTo>
                    <a:pt x="465" y="435"/>
                    <a:pt x="374" y="367"/>
                    <a:pt x="296" y="287"/>
                  </a:cubicBezTo>
                  <a:cubicBezTo>
                    <a:pt x="216" y="208"/>
                    <a:pt x="145" y="112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403509" y="2164587"/>
              <a:ext cx="140464" cy="577029"/>
            </a:xfrm>
            <a:custGeom>
              <a:avLst/>
              <a:gdLst/>
              <a:ahLst/>
              <a:cxnLst/>
              <a:rect l="l" t="t" r="r" b="b"/>
              <a:pathLst>
                <a:path w="537" h="2206" extrusionOk="0">
                  <a:moveTo>
                    <a:pt x="479" y="1"/>
                  </a:moveTo>
                  <a:cubicBezTo>
                    <a:pt x="155" y="691"/>
                    <a:pt x="1" y="1445"/>
                    <a:pt x="25" y="2205"/>
                  </a:cubicBezTo>
                  <a:lnTo>
                    <a:pt x="87" y="2205"/>
                  </a:lnTo>
                  <a:cubicBezTo>
                    <a:pt x="63" y="1456"/>
                    <a:pt x="215" y="709"/>
                    <a:pt x="536" y="28"/>
                  </a:cubicBezTo>
                  <a:lnTo>
                    <a:pt x="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59041" y="2193360"/>
              <a:ext cx="64870" cy="548256"/>
            </a:xfrm>
            <a:custGeom>
              <a:avLst/>
              <a:gdLst/>
              <a:ahLst/>
              <a:cxnLst/>
              <a:rect l="l" t="t" r="r" b="b"/>
              <a:pathLst>
                <a:path w="248" h="2096" extrusionOk="0">
                  <a:moveTo>
                    <a:pt x="62" y="1"/>
                  </a:moveTo>
                  <a:lnTo>
                    <a:pt x="0" y="11"/>
                  </a:lnTo>
                  <a:cubicBezTo>
                    <a:pt x="127" y="697"/>
                    <a:pt x="183" y="1397"/>
                    <a:pt x="168" y="2095"/>
                  </a:cubicBezTo>
                  <a:lnTo>
                    <a:pt x="233" y="2095"/>
                  </a:lnTo>
                  <a:cubicBezTo>
                    <a:pt x="248" y="1394"/>
                    <a:pt x="190" y="690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162078" y="1958730"/>
              <a:ext cx="211089" cy="783148"/>
            </a:xfrm>
            <a:custGeom>
              <a:avLst/>
              <a:gdLst/>
              <a:ahLst/>
              <a:cxnLst/>
              <a:rect l="l" t="t" r="r" b="b"/>
              <a:pathLst>
                <a:path w="807" h="2994" extrusionOk="0">
                  <a:moveTo>
                    <a:pt x="60" y="1"/>
                  </a:moveTo>
                  <a:lnTo>
                    <a:pt x="1" y="26"/>
                  </a:lnTo>
                  <a:cubicBezTo>
                    <a:pt x="425" y="960"/>
                    <a:pt x="677" y="1970"/>
                    <a:pt x="743" y="2994"/>
                  </a:cubicBezTo>
                  <a:lnTo>
                    <a:pt x="806" y="2994"/>
                  </a:lnTo>
                  <a:lnTo>
                    <a:pt x="806" y="2992"/>
                  </a:lnTo>
                  <a:cubicBezTo>
                    <a:pt x="740" y="1961"/>
                    <a:pt x="488" y="94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09161" y="2307405"/>
              <a:ext cx="160082" cy="434210"/>
            </a:xfrm>
            <a:custGeom>
              <a:avLst/>
              <a:gdLst/>
              <a:ahLst/>
              <a:cxnLst/>
              <a:rect l="l" t="t" r="r" b="b"/>
              <a:pathLst>
                <a:path w="612" h="1660" extrusionOk="0">
                  <a:moveTo>
                    <a:pt x="50" y="1"/>
                  </a:moveTo>
                  <a:lnTo>
                    <a:pt x="0" y="40"/>
                  </a:lnTo>
                  <a:cubicBezTo>
                    <a:pt x="361" y="494"/>
                    <a:pt x="548" y="1079"/>
                    <a:pt x="519" y="1659"/>
                  </a:cubicBezTo>
                  <a:lnTo>
                    <a:pt x="582" y="1659"/>
                  </a:lnTo>
                  <a:cubicBezTo>
                    <a:pt x="611" y="1065"/>
                    <a:pt x="421" y="465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20670" y="1592269"/>
              <a:ext cx="161129" cy="1149350"/>
            </a:xfrm>
            <a:custGeom>
              <a:avLst/>
              <a:gdLst/>
              <a:ahLst/>
              <a:cxnLst/>
              <a:rect l="l" t="t" r="r" b="b"/>
              <a:pathLst>
                <a:path w="616" h="4394" extrusionOk="0">
                  <a:moveTo>
                    <a:pt x="60" y="1"/>
                  </a:moveTo>
                  <a:lnTo>
                    <a:pt x="0" y="17"/>
                  </a:lnTo>
                  <a:cubicBezTo>
                    <a:pt x="383" y="1445"/>
                    <a:pt x="552" y="2917"/>
                    <a:pt x="507" y="4393"/>
                  </a:cubicBezTo>
                  <a:lnTo>
                    <a:pt x="572" y="4393"/>
                  </a:lnTo>
                  <a:cubicBezTo>
                    <a:pt x="615" y="2911"/>
                    <a:pt x="445" y="1433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315620" y="1398183"/>
              <a:ext cx="74810" cy="1343436"/>
            </a:xfrm>
            <a:custGeom>
              <a:avLst/>
              <a:gdLst/>
              <a:ahLst/>
              <a:cxnLst/>
              <a:rect l="l" t="t" r="r" b="b"/>
              <a:pathLst>
                <a:path w="286" h="5136" extrusionOk="0">
                  <a:moveTo>
                    <a:pt x="183" y="1"/>
                  </a:moveTo>
                  <a:cubicBezTo>
                    <a:pt x="99" y="357"/>
                    <a:pt x="76" y="732"/>
                    <a:pt x="61" y="1053"/>
                  </a:cubicBezTo>
                  <a:cubicBezTo>
                    <a:pt x="1" y="2413"/>
                    <a:pt x="55" y="3783"/>
                    <a:pt x="221" y="5132"/>
                  </a:cubicBezTo>
                  <a:lnTo>
                    <a:pt x="285" y="5132"/>
                  </a:lnTo>
                  <a:cubicBezTo>
                    <a:pt x="120" y="3784"/>
                    <a:pt x="65" y="2414"/>
                    <a:pt x="126" y="1058"/>
                  </a:cubicBezTo>
                  <a:cubicBezTo>
                    <a:pt x="141" y="737"/>
                    <a:pt x="160" y="366"/>
                    <a:pt x="246" y="16"/>
                  </a:cubicBezTo>
                  <a:lnTo>
                    <a:pt x="183" y="1"/>
                  </a:lnTo>
                  <a:close/>
                  <a:moveTo>
                    <a:pt x="285" y="5132"/>
                  </a:moveTo>
                  <a:lnTo>
                    <a:pt x="285" y="5132"/>
                  </a:lnTo>
                  <a:cubicBezTo>
                    <a:pt x="285" y="5133"/>
                    <a:pt x="285" y="5134"/>
                    <a:pt x="286" y="5135"/>
                  </a:cubicBezTo>
                  <a:lnTo>
                    <a:pt x="286" y="5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345701" y="1495749"/>
              <a:ext cx="216320" cy="1245870"/>
            </a:xfrm>
            <a:custGeom>
              <a:avLst/>
              <a:gdLst/>
              <a:ahLst/>
              <a:cxnLst/>
              <a:rect l="l" t="t" r="r" b="b"/>
              <a:pathLst>
                <a:path w="827" h="4763" extrusionOk="0">
                  <a:moveTo>
                    <a:pt x="766" y="0"/>
                  </a:moveTo>
                  <a:cubicBezTo>
                    <a:pt x="246" y="1516"/>
                    <a:pt x="0" y="3158"/>
                    <a:pt x="51" y="4762"/>
                  </a:cubicBezTo>
                  <a:lnTo>
                    <a:pt x="116" y="4762"/>
                  </a:lnTo>
                  <a:cubicBezTo>
                    <a:pt x="65" y="3164"/>
                    <a:pt x="309" y="1531"/>
                    <a:pt x="827" y="21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93910" y="1914263"/>
              <a:ext cx="100967" cy="827354"/>
            </a:xfrm>
            <a:custGeom>
              <a:avLst/>
              <a:gdLst/>
              <a:ahLst/>
              <a:cxnLst/>
              <a:rect l="l" t="t" r="r" b="b"/>
              <a:pathLst>
                <a:path w="386" h="3163" extrusionOk="0">
                  <a:moveTo>
                    <a:pt x="322" y="0"/>
                  </a:moveTo>
                  <a:cubicBezTo>
                    <a:pt x="100" y="1038"/>
                    <a:pt x="1" y="2107"/>
                    <a:pt x="29" y="3162"/>
                  </a:cubicBezTo>
                  <a:lnTo>
                    <a:pt x="91" y="3162"/>
                  </a:lnTo>
                  <a:cubicBezTo>
                    <a:pt x="62" y="2108"/>
                    <a:pt x="163" y="1039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349102" y="2434529"/>
              <a:ext cx="295838" cy="238031"/>
            </a:xfrm>
            <a:custGeom>
              <a:avLst/>
              <a:gdLst/>
              <a:ahLst/>
              <a:cxnLst/>
              <a:rect l="l" t="t" r="r" b="b"/>
              <a:pathLst>
                <a:path w="1131" h="910" extrusionOk="0">
                  <a:moveTo>
                    <a:pt x="569" y="1"/>
                  </a:moveTo>
                  <a:cubicBezTo>
                    <a:pt x="453" y="1"/>
                    <a:pt x="348" y="30"/>
                    <a:pt x="263" y="88"/>
                  </a:cubicBezTo>
                  <a:cubicBezTo>
                    <a:pt x="149" y="164"/>
                    <a:pt x="66" y="300"/>
                    <a:pt x="31" y="468"/>
                  </a:cubicBezTo>
                  <a:cubicBezTo>
                    <a:pt x="1" y="615"/>
                    <a:pt x="10" y="763"/>
                    <a:pt x="17" y="909"/>
                  </a:cubicBezTo>
                  <a:lnTo>
                    <a:pt x="78" y="905"/>
                  </a:lnTo>
                  <a:cubicBezTo>
                    <a:pt x="70" y="766"/>
                    <a:pt x="63" y="620"/>
                    <a:pt x="91" y="481"/>
                  </a:cubicBezTo>
                  <a:cubicBezTo>
                    <a:pt x="121" y="330"/>
                    <a:pt x="195" y="210"/>
                    <a:pt x="296" y="140"/>
                  </a:cubicBezTo>
                  <a:cubicBezTo>
                    <a:pt x="383" y="81"/>
                    <a:pt x="481" y="64"/>
                    <a:pt x="565" y="64"/>
                  </a:cubicBezTo>
                  <a:cubicBezTo>
                    <a:pt x="618" y="64"/>
                    <a:pt x="664" y="71"/>
                    <a:pt x="699" y="77"/>
                  </a:cubicBezTo>
                  <a:cubicBezTo>
                    <a:pt x="839" y="106"/>
                    <a:pt x="973" y="170"/>
                    <a:pt x="1102" y="234"/>
                  </a:cubicBezTo>
                  <a:lnTo>
                    <a:pt x="1130" y="178"/>
                  </a:lnTo>
                  <a:cubicBezTo>
                    <a:pt x="997" y="113"/>
                    <a:pt x="860" y="45"/>
                    <a:pt x="711" y="15"/>
                  </a:cubicBezTo>
                  <a:cubicBezTo>
                    <a:pt x="662" y="6"/>
                    <a:pt x="615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36180" y="-5"/>
            <a:ext cx="444865" cy="435371"/>
            <a:chOff x="345725" y="3625575"/>
            <a:chExt cx="845750" cy="827702"/>
          </a:xfrm>
        </p:grpSpPr>
        <p:sp>
          <p:nvSpPr>
            <p:cNvPr id="40" name="Google Shape;40;p2"/>
            <p:cNvSpPr/>
            <p:nvPr/>
          </p:nvSpPr>
          <p:spPr>
            <a:xfrm>
              <a:off x="388537" y="3921483"/>
              <a:ext cx="632529" cy="531795"/>
            </a:xfrm>
            <a:custGeom>
              <a:avLst/>
              <a:gdLst/>
              <a:ahLst/>
              <a:cxnLst/>
              <a:rect l="l" t="t" r="r" b="b"/>
              <a:pathLst>
                <a:path w="1507" h="1267" extrusionOk="0">
                  <a:moveTo>
                    <a:pt x="365" y="1"/>
                  </a:moveTo>
                  <a:cubicBezTo>
                    <a:pt x="280" y="1"/>
                    <a:pt x="196" y="27"/>
                    <a:pt x="133" y="82"/>
                  </a:cubicBezTo>
                  <a:cubicBezTo>
                    <a:pt x="46" y="157"/>
                    <a:pt x="3" y="273"/>
                    <a:pt x="1" y="389"/>
                  </a:cubicBezTo>
                  <a:cubicBezTo>
                    <a:pt x="0" y="503"/>
                    <a:pt x="34" y="617"/>
                    <a:pt x="82" y="722"/>
                  </a:cubicBezTo>
                  <a:cubicBezTo>
                    <a:pt x="166" y="910"/>
                    <a:pt x="289" y="1079"/>
                    <a:pt x="442" y="1218"/>
                  </a:cubicBezTo>
                  <a:cubicBezTo>
                    <a:pt x="477" y="1250"/>
                    <a:pt x="521" y="1266"/>
                    <a:pt x="566" y="1266"/>
                  </a:cubicBezTo>
                  <a:cubicBezTo>
                    <a:pt x="595" y="1266"/>
                    <a:pt x="624" y="1260"/>
                    <a:pt x="651" y="1246"/>
                  </a:cubicBezTo>
                  <a:cubicBezTo>
                    <a:pt x="761" y="1189"/>
                    <a:pt x="887" y="1155"/>
                    <a:pt x="1007" y="1114"/>
                  </a:cubicBezTo>
                  <a:cubicBezTo>
                    <a:pt x="1164" y="1060"/>
                    <a:pt x="1325" y="981"/>
                    <a:pt x="1409" y="837"/>
                  </a:cubicBezTo>
                  <a:cubicBezTo>
                    <a:pt x="1506" y="671"/>
                    <a:pt x="1463" y="438"/>
                    <a:pt x="1317" y="315"/>
                  </a:cubicBezTo>
                  <a:cubicBezTo>
                    <a:pt x="1239" y="248"/>
                    <a:pt x="1136" y="214"/>
                    <a:pt x="1034" y="214"/>
                  </a:cubicBezTo>
                  <a:cubicBezTo>
                    <a:pt x="991" y="214"/>
                    <a:pt x="947" y="220"/>
                    <a:pt x="906" y="233"/>
                  </a:cubicBezTo>
                  <a:cubicBezTo>
                    <a:pt x="888" y="238"/>
                    <a:pt x="870" y="240"/>
                    <a:pt x="852" y="240"/>
                  </a:cubicBezTo>
                  <a:cubicBezTo>
                    <a:pt x="796" y="240"/>
                    <a:pt x="742" y="215"/>
                    <a:pt x="704" y="171"/>
                  </a:cubicBezTo>
                  <a:cubicBezTo>
                    <a:pt x="651" y="106"/>
                    <a:pt x="584" y="53"/>
                    <a:pt x="505" y="25"/>
                  </a:cubicBezTo>
                  <a:cubicBezTo>
                    <a:pt x="461" y="9"/>
                    <a:pt x="413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45725" y="3690213"/>
              <a:ext cx="209024" cy="188458"/>
            </a:xfrm>
            <a:custGeom>
              <a:avLst/>
              <a:gdLst/>
              <a:ahLst/>
              <a:cxnLst/>
              <a:rect l="l" t="t" r="r" b="b"/>
              <a:pathLst>
                <a:path w="498" h="449" extrusionOk="0">
                  <a:moveTo>
                    <a:pt x="320" y="0"/>
                  </a:moveTo>
                  <a:cubicBezTo>
                    <a:pt x="313" y="0"/>
                    <a:pt x="307" y="0"/>
                    <a:pt x="301" y="1"/>
                  </a:cubicBezTo>
                  <a:cubicBezTo>
                    <a:pt x="252" y="7"/>
                    <a:pt x="205" y="31"/>
                    <a:pt x="165" y="62"/>
                  </a:cubicBezTo>
                  <a:cubicBezTo>
                    <a:pt x="102" y="109"/>
                    <a:pt x="54" y="175"/>
                    <a:pt x="26" y="249"/>
                  </a:cubicBezTo>
                  <a:cubicBezTo>
                    <a:pt x="5" y="306"/>
                    <a:pt x="1" y="379"/>
                    <a:pt x="43" y="419"/>
                  </a:cubicBezTo>
                  <a:cubicBezTo>
                    <a:pt x="65" y="440"/>
                    <a:pt x="97" y="449"/>
                    <a:pt x="128" y="449"/>
                  </a:cubicBezTo>
                  <a:cubicBezTo>
                    <a:pt x="133" y="449"/>
                    <a:pt x="137" y="448"/>
                    <a:pt x="141" y="448"/>
                  </a:cubicBezTo>
                  <a:cubicBezTo>
                    <a:pt x="176" y="444"/>
                    <a:pt x="210" y="432"/>
                    <a:pt x="241" y="418"/>
                  </a:cubicBezTo>
                  <a:cubicBezTo>
                    <a:pt x="317" y="385"/>
                    <a:pt x="395" y="343"/>
                    <a:pt x="442" y="275"/>
                  </a:cubicBezTo>
                  <a:cubicBezTo>
                    <a:pt x="491" y="208"/>
                    <a:pt x="497" y="104"/>
                    <a:pt x="439" y="45"/>
                  </a:cubicBezTo>
                  <a:cubicBezTo>
                    <a:pt x="408" y="15"/>
                    <a:pt x="363" y="0"/>
                    <a:pt x="3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2871" y="3625575"/>
              <a:ext cx="287933" cy="274082"/>
            </a:xfrm>
            <a:custGeom>
              <a:avLst/>
              <a:gdLst/>
              <a:ahLst/>
              <a:cxnLst/>
              <a:rect l="l" t="t" r="r" b="b"/>
              <a:pathLst>
                <a:path w="686" h="653" extrusionOk="0">
                  <a:moveTo>
                    <a:pt x="430" y="0"/>
                  </a:moveTo>
                  <a:cubicBezTo>
                    <a:pt x="359" y="0"/>
                    <a:pt x="294" y="40"/>
                    <a:pt x="239" y="85"/>
                  </a:cubicBezTo>
                  <a:cubicBezTo>
                    <a:pt x="165" y="146"/>
                    <a:pt x="103" y="218"/>
                    <a:pt x="58" y="301"/>
                  </a:cubicBezTo>
                  <a:cubicBezTo>
                    <a:pt x="26" y="358"/>
                    <a:pt x="1" y="422"/>
                    <a:pt x="12" y="486"/>
                  </a:cubicBezTo>
                  <a:cubicBezTo>
                    <a:pt x="25" y="553"/>
                    <a:pt x="75" y="606"/>
                    <a:pt x="137" y="631"/>
                  </a:cubicBezTo>
                  <a:cubicBezTo>
                    <a:pt x="173" y="646"/>
                    <a:pt x="212" y="653"/>
                    <a:pt x="252" y="653"/>
                  </a:cubicBezTo>
                  <a:cubicBezTo>
                    <a:pt x="280" y="653"/>
                    <a:pt x="308" y="650"/>
                    <a:pt x="335" y="644"/>
                  </a:cubicBezTo>
                  <a:cubicBezTo>
                    <a:pt x="445" y="622"/>
                    <a:pt x="549" y="559"/>
                    <a:pt x="610" y="464"/>
                  </a:cubicBezTo>
                  <a:cubicBezTo>
                    <a:pt x="672" y="370"/>
                    <a:pt x="686" y="245"/>
                    <a:pt x="639" y="142"/>
                  </a:cubicBezTo>
                  <a:cubicBezTo>
                    <a:pt x="601" y="64"/>
                    <a:pt x="524" y="2"/>
                    <a:pt x="436" y="1"/>
                  </a:cubicBezTo>
                  <a:cubicBezTo>
                    <a:pt x="434" y="0"/>
                    <a:pt x="432" y="0"/>
                    <a:pt x="4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59891" y="3701546"/>
              <a:ext cx="239245" cy="279958"/>
            </a:xfrm>
            <a:custGeom>
              <a:avLst/>
              <a:gdLst/>
              <a:ahLst/>
              <a:cxnLst/>
              <a:rect l="l" t="t" r="r" b="b"/>
              <a:pathLst>
                <a:path w="570" h="667" extrusionOk="0">
                  <a:moveTo>
                    <a:pt x="356" y="1"/>
                  </a:moveTo>
                  <a:cubicBezTo>
                    <a:pt x="291" y="1"/>
                    <a:pt x="226" y="39"/>
                    <a:pt x="177" y="86"/>
                  </a:cubicBezTo>
                  <a:cubicBezTo>
                    <a:pt x="96" y="162"/>
                    <a:pt x="41" y="264"/>
                    <a:pt x="20" y="372"/>
                  </a:cubicBezTo>
                  <a:cubicBezTo>
                    <a:pt x="1" y="473"/>
                    <a:pt x="23" y="595"/>
                    <a:pt x="113" y="645"/>
                  </a:cubicBezTo>
                  <a:cubicBezTo>
                    <a:pt x="140" y="660"/>
                    <a:pt x="170" y="667"/>
                    <a:pt x="200" y="667"/>
                  </a:cubicBezTo>
                  <a:cubicBezTo>
                    <a:pt x="250" y="667"/>
                    <a:pt x="301" y="650"/>
                    <a:pt x="345" y="625"/>
                  </a:cubicBezTo>
                  <a:cubicBezTo>
                    <a:pt x="487" y="541"/>
                    <a:pt x="569" y="364"/>
                    <a:pt x="543" y="201"/>
                  </a:cubicBezTo>
                  <a:cubicBezTo>
                    <a:pt x="529" y="116"/>
                    <a:pt x="481" y="31"/>
                    <a:pt x="400" y="7"/>
                  </a:cubicBezTo>
                  <a:cubicBezTo>
                    <a:pt x="385" y="3"/>
                    <a:pt x="371" y="1"/>
                    <a:pt x="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066816" y="3944987"/>
              <a:ext cx="124659" cy="168730"/>
            </a:xfrm>
            <a:custGeom>
              <a:avLst/>
              <a:gdLst/>
              <a:ahLst/>
              <a:cxnLst/>
              <a:rect l="l" t="t" r="r" b="b"/>
              <a:pathLst>
                <a:path w="297" h="402" extrusionOk="0">
                  <a:moveTo>
                    <a:pt x="121" y="1"/>
                  </a:moveTo>
                  <a:cubicBezTo>
                    <a:pt x="103" y="1"/>
                    <a:pt x="85" y="5"/>
                    <a:pt x="70" y="15"/>
                  </a:cubicBezTo>
                  <a:cubicBezTo>
                    <a:pt x="43" y="32"/>
                    <a:pt x="29" y="64"/>
                    <a:pt x="19" y="96"/>
                  </a:cubicBezTo>
                  <a:cubicBezTo>
                    <a:pt x="1" y="153"/>
                    <a:pt x="0" y="215"/>
                    <a:pt x="13" y="273"/>
                  </a:cubicBezTo>
                  <a:cubicBezTo>
                    <a:pt x="20" y="312"/>
                    <a:pt x="38" y="352"/>
                    <a:pt x="70" y="377"/>
                  </a:cubicBezTo>
                  <a:cubicBezTo>
                    <a:pt x="91" y="394"/>
                    <a:pt x="116" y="401"/>
                    <a:pt x="142" y="401"/>
                  </a:cubicBezTo>
                  <a:cubicBezTo>
                    <a:pt x="170" y="401"/>
                    <a:pt x="198" y="393"/>
                    <a:pt x="221" y="377"/>
                  </a:cubicBezTo>
                  <a:cubicBezTo>
                    <a:pt x="265" y="348"/>
                    <a:pt x="290" y="293"/>
                    <a:pt x="293" y="240"/>
                  </a:cubicBezTo>
                  <a:cubicBezTo>
                    <a:pt x="297" y="186"/>
                    <a:pt x="278" y="132"/>
                    <a:pt x="248" y="88"/>
                  </a:cubicBezTo>
                  <a:cubicBezTo>
                    <a:pt x="229" y="58"/>
                    <a:pt x="204" y="29"/>
                    <a:pt x="172" y="13"/>
                  </a:cubicBezTo>
                  <a:cubicBezTo>
                    <a:pt x="157" y="5"/>
                    <a:pt x="139" y="1"/>
                    <a:pt x="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720025" y="53500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 hasCustomPrompt="1"/>
          </p:nvPr>
        </p:nvSpPr>
        <p:spPr>
          <a:xfrm>
            <a:off x="6332775" y="535000"/>
            <a:ext cx="2096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8" name="Google Shape;48;p3"/>
          <p:cNvSpPr txBox="1">
            <a:spLocks noGrp="1"/>
          </p:cNvSpPr>
          <p:nvPr>
            <p:ph type="subTitle" idx="1"/>
          </p:nvPr>
        </p:nvSpPr>
        <p:spPr>
          <a:xfrm>
            <a:off x="720025" y="1468150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5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accent4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/>
          <p:nvPr/>
        </p:nvSpPr>
        <p:spPr>
          <a:xfrm rot="-815794" flipH="1">
            <a:off x="6237311" y="3745524"/>
            <a:ext cx="4383165" cy="1549206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4"/>
          <p:cNvGrpSpPr/>
          <p:nvPr/>
        </p:nvGrpSpPr>
        <p:grpSpPr>
          <a:xfrm>
            <a:off x="8528755" y="-74110"/>
            <a:ext cx="1286573" cy="2284920"/>
            <a:chOff x="-3047958" y="393952"/>
            <a:chExt cx="1286573" cy="2284920"/>
          </a:xfrm>
        </p:grpSpPr>
        <p:sp>
          <p:nvSpPr>
            <p:cNvPr id="54" name="Google Shape;54;p4"/>
            <p:cNvSpPr/>
            <p:nvPr/>
          </p:nvSpPr>
          <p:spPr>
            <a:xfrm>
              <a:off x="-2904328" y="1404485"/>
              <a:ext cx="372377" cy="338714"/>
            </a:xfrm>
            <a:custGeom>
              <a:avLst/>
              <a:gdLst/>
              <a:ahLst/>
              <a:cxnLst/>
              <a:rect l="l" t="t" r="r" b="b"/>
              <a:pathLst>
                <a:path w="2323" h="2113" extrusionOk="0">
                  <a:moveTo>
                    <a:pt x="585" y="1"/>
                  </a:moveTo>
                  <a:cubicBezTo>
                    <a:pt x="402" y="1"/>
                    <a:pt x="220" y="81"/>
                    <a:pt x="118" y="236"/>
                  </a:cubicBezTo>
                  <a:cubicBezTo>
                    <a:pt x="0" y="414"/>
                    <a:pt x="0" y="646"/>
                    <a:pt x="20" y="862"/>
                  </a:cubicBezTo>
                  <a:cubicBezTo>
                    <a:pt x="54" y="1226"/>
                    <a:pt x="137" y="1583"/>
                    <a:pt x="265" y="1925"/>
                  </a:cubicBezTo>
                  <a:cubicBezTo>
                    <a:pt x="279" y="1958"/>
                    <a:pt x="302" y="1989"/>
                    <a:pt x="333" y="2010"/>
                  </a:cubicBezTo>
                  <a:cubicBezTo>
                    <a:pt x="357" y="2025"/>
                    <a:pt x="385" y="2032"/>
                    <a:pt x="410" y="2035"/>
                  </a:cubicBezTo>
                  <a:cubicBezTo>
                    <a:pt x="608" y="2056"/>
                    <a:pt x="804" y="2088"/>
                    <a:pt x="1003" y="2103"/>
                  </a:cubicBezTo>
                  <a:cubicBezTo>
                    <a:pt x="1074" y="2109"/>
                    <a:pt x="1146" y="2113"/>
                    <a:pt x="1218" y="2113"/>
                  </a:cubicBezTo>
                  <a:cubicBezTo>
                    <a:pt x="1377" y="2113"/>
                    <a:pt x="1536" y="2095"/>
                    <a:pt x="1689" y="2047"/>
                  </a:cubicBezTo>
                  <a:cubicBezTo>
                    <a:pt x="1909" y="1975"/>
                    <a:pt x="2113" y="1835"/>
                    <a:pt x="2220" y="1628"/>
                  </a:cubicBezTo>
                  <a:cubicBezTo>
                    <a:pt x="2312" y="1452"/>
                    <a:pt x="2322" y="1226"/>
                    <a:pt x="2227" y="1052"/>
                  </a:cubicBezTo>
                  <a:cubicBezTo>
                    <a:pt x="2221" y="1039"/>
                    <a:pt x="2217" y="1025"/>
                    <a:pt x="2209" y="1014"/>
                  </a:cubicBezTo>
                  <a:cubicBezTo>
                    <a:pt x="2100" y="815"/>
                    <a:pt x="1875" y="689"/>
                    <a:pt x="1648" y="689"/>
                  </a:cubicBezTo>
                  <a:cubicBezTo>
                    <a:pt x="1634" y="689"/>
                    <a:pt x="1620" y="689"/>
                    <a:pt x="1606" y="690"/>
                  </a:cubicBezTo>
                  <a:cubicBezTo>
                    <a:pt x="1591" y="692"/>
                    <a:pt x="1573" y="693"/>
                    <a:pt x="1558" y="696"/>
                  </a:cubicBezTo>
                  <a:cubicBezTo>
                    <a:pt x="1540" y="699"/>
                    <a:pt x="1523" y="700"/>
                    <a:pt x="1505" y="700"/>
                  </a:cubicBezTo>
                  <a:cubicBezTo>
                    <a:pt x="1332" y="700"/>
                    <a:pt x="1174" y="586"/>
                    <a:pt x="1126" y="414"/>
                  </a:cubicBezTo>
                  <a:cubicBezTo>
                    <a:pt x="1096" y="306"/>
                    <a:pt x="1037" y="206"/>
                    <a:pt x="953" y="132"/>
                  </a:cubicBezTo>
                  <a:cubicBezTo>
                    <a:pt x="852" y="44"/>
                    <a:pt x="719" y="1"/>
                    <a:pt x="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-2755569" y="1288748"/>
              <a:ext cx="116538" cy="140904"/>
            </a:xfrm>
            <a:custGeom>
              <a:avLst/>
              <a:gdLst/>
              <a:ahLst/>
              <a:cxnLst/>
              <a:rect l="l" t="t" r="r" b="b"/>
              <a:pathLst>
                <a:path w="727" h="879" extrusionOk="0">
                  <a:moveTo>
                    <a:pt x="405" y="1"/>
                  </a:moveTo>
                  <a:cubicBezTo>
                    <a:pt x="388" y="1"/>
                    <a:pt x="371" y="2"/>
                    <a:pt x="354" y="5"/>
                  </a:cubicBezTo>
                  <a:cubicBezTo>
                    <a:pt x="245" y="25"/>
                    <a:pt x="152" y="96"/>
                    <a:pt x="91" y="186"/>
                  </a:cubicBezTo>
                  <a:cubicBezTo>
                    <a:pt x="31" y="277"/>
                    <a:pt x="4" y="387"/>
                    <a:pt x="2" y="495"/>
                  </a:cubicBezTo>
                  <a:cubicBezTo>
                    <a:pt x="1" y="572"/>
                    <a:pt x="11" y="652"/>
                    <a:pt x="46" y="722"/>
                  </a:cubicBezTo>
                  <a:cubicBezTo>
                    <a:pt x="81" y="791"/>
                    <a:pt x="143" y="850"/>
                    <a:pt x="218" y="871"/>
                  </a:cubicBezTo>
                  <a:cubicBezTo>
                    <a:pt x="238" y="876"/>
                    <a:pt x="258" y="878"/>
                    <a:pt x="278" y="878"/>
                  </a:cubicBezTo>
                  <a:cubicBezTo>
                    <a:pt x="353" y="878"/>
                    <a:pt x="429" y="845"/>
                    <a:pt x="491" y="800"/>
                  </a:cubicBezTo>
                  <a:cubicBezTo>
                    <a:pt x="640" y="688"/>
                    <a:pt x="726" y="494"/>
                    <a:pt x="711" y="307"/>
                  </a:cubicBezTo>
                  <a:cubicBezTo>
                    <a:pt x="705" y="238"/>
                    <a:pt x="687" y="168"/>
                    <a:pt x="643" y="114"/>
                  </a:cubicBezTo>
                  <a:cubicBezTo>
                    <a:pt x="586" y="40"/>
                    <a:pt x="495" y="1"/>
                    <a:pt x="4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-2651374" y="1362967"/>
              <a:ext cx="137698" cy="137698"/>
            </a:xfrm>
            <a:custGeom>
              <a:avLst/>
              <a:gdLst/>
              <a:ahLst/>
              <a:cxnLst/>
              <a:rect l="l" t="t" r="r" b="b"/>
              <a:pathLst>
                <a:path w="859" h="859" extrusionOk="0">
                  <a:moveTo>
                    <a:pt x="515" y="1"/>
                  </a:moveTo>
                  <a:cubicBezTo>
                    <a:pt x="428" y="1"/>
                    <a:pt x="341" y="30"/>
                    <a:pt x="269" y="79"/>
                  </a:cubicBezTo>
                  <a:cubicBezTo>
                    <a:pt x="173" y="145"/>
                    <a:pt x="103" y="242"/>
                    <a:pt x="55" y="348"/>
                  </a:cubicBezTo>
                  <a:cubicBezTo>
                    <a:pt x="22" y="423"/>
                    <a:pt x="1" y="504"/>
                    <a:pt x="7" y="587"/>
                  </a:cubicBezTo>
                  <a:cubicBezTo>
                    <a:pt x="13" y="670"/>
                    <a:pt x="48" y="752"/>
                    <a:pt x="114" y="801"/>
                  </a:cubicBezTo>
                  <a:cubicBezTo>
                    <a:pt x="166" y="842"/>
                    <a:pt x="231" y="859"/>
                    <a:pt x="297" y="859"/>
                  </a:cubicBezTo>
                  <a:cubicBezTo>
                    <a:pt x="336" y="859"/>
                    <a:pt x="375" y="853"/>
                    <a:pt x="412" y="844"/>
                  </a:cubicBezTo>
                  <a:cubicBezTo>
                    <a:pt x="605" y="792"/>
                    <a:pt x="768" y="640"/>
                    <a:pt x="829" y="450"/>
                  </a:cubicBezTo>
                  <a:cubicBezTo>
                    <a:pt x="851" y="378"/>
                    <a:pt x="859" y="302"/>
                    <a:pt x="839" y="231"/>
                  </a:cubicBezTo>
                  <a:cubicBezTo>
                    <a:pt x="809" y="120"/>
                    <a:pt x="710" y="32"/>
                    <a:pt x="598" y="10"/>
                  </a:cubicBezTo>
                  <a:cubicBezTo>
                    <a:pt x="571" y="4"/>
                    <a:pt x="543" y="1"/>
                    <a:pt x="5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-2849986" y="1293878"/>
              <a:ext cx="80310" cy="101310"/>
            </a:xfrm>
            <a:custGeom>
              <a:avLst/>
              <a:gdLst/>
              <a:ahLst/>
              <a:cxnLst/>
              <a:rect l="l" t="t" r="r" b="b"/>
              <a:pathLst>
                <a:path w="501" h="632" extrusionOk="0">
                  <a:moveTo>
                    <a:pt x="228" y="1"/>
                  </a:moveTo>
                  <a:cubicBezTo>
                    <a:pt x="212" y="1"/>
                    <a:pt x="197" y="3"/>
                    <a:pt x="181" y="6"/>
                  </a:cubicBezTo>
                  <a:cubicBezTo>
                    <a:pt x="85" y="29"/>
                    <a:pt x="18" y="124"/>
                    <a:pt x="9" y="222"/>
                  </a:cubicBezTo>
                  <a:cubicBezTo>
                    <a:pt x="0" y="320"/>
                    <a:pt x="35" y="418"/>
                    <a:pt x="88" y="501"/>
                  </a:cubicBezTo>
                  <a:cubicBezTo>
                    <a:pt x="124" y="560"/>
                    <a:pt x="174" y="617"/>
                    <a:pt x="242" y="629"/>
                  </a:cubicBezTo>
                  <a:cubicBezTo>
                    <a:pt x="251" y="631"/>
                    <a:pt x="261" y="632"/>
                    <a:pt x="270" y="632"/>
                  </a:cubicBezTo>
                  <a:cubicBezTo>
                    <a:pt x="332" y="632"/>
                    <a:pt x="392" y="596"/>
                    <a:pt x="430" y="546"/>
                  </a:cubicBezTo>
                  <a:cubicBezTo>
                    <a:pt x="484" y="477"/>
                    <a:pt x="501" y="383"/>
                    <a:pt x="492" y="295"/>
                  </a:cubicBezTo>
                  <a:cubicBezTo>
                    <a:pt x="483" y="215"/>
                    <a:pt x="454" y="136"/>
                    <a:pt x="400" y="77"/>
                  </a:cubicBezTo>
                  <a:cubicBezTo>
                    <a:pt x="354" y="30"/>
                    <a:pt x="291" y="1"/>
                    <a:pt x="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-2539965" y="1481750"/>
              <a:ext cx="99867" cy="90569"/>
            </a:xfrm>
            <a:custGeom>
              <a:avLst/>
              <a:gdLst/>
              <a:ahLst/>
              <a:cxnLst/>
              <a:rect l="l" t="t" r="r" b="b"/>
              <a:pathLst>
                <a:path w="623" h="565" extrusionOk="0">
                  <a:moveTo>
                    <a:pt x="426" y="1"/>
                  </a:moveTo>
                  <a:cubicBezTo>
                    <a:pt x="392" y="1"/>
                    <a:pt x="357" y="6"/>
                    <a:pt x="325" y="15"/>
                  </a:cubicBezTo>
                  <a:cubicBezTo>
                    <a:pt x="218" y="44"/>
                    <a:pt x="114" y="103"/>
                    <a:pt x="58" y="196"/>
                  </a:cubicBezTo>
                  <a:cubicBezTo>
                    <a:pt x="1" y="291"/>
                    <a:pt x="1" y="425"/>
                    <a:pt x="81" y="502"/>
                  </a:cubicBezTo>
                  <a:cubicBezTo>
                    <a:pt x="125" y="545"/>
                    <a:pt x="185" y="564"/>
                    <a:pt x="247" y="564"/>
                  </a:cubicBezTo>
                  <a:cubicBezTo>
                    <a:pt x="298" y="564"/>
                    <a:pt x="350" y="551"/>
                    <a:pt x="396" y="528"/>
                  </a:cubicBezTo>
                  <a:cubicBezTo>
                    <a:pt x="509" y="472"/>
                    <a:pt x="589" y="361"/>
                    <a:pt x="610" y="237"/>
                  </a:cubicBezTo>
                  <a:cubicBezTo>
                    <a:pt x="622" y="172"/>
                    <a:pt x="615" y="98"/>
                    <a:pt x="569" y="53"/>
                  </a:cubicBezTo>
                  <a:cubicBezTo>
                    <a:pt x="532" y="15"/>
                    <a:pt x="480" y="1"/>
                    <a:pt x="4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-2965884" y="1375150"/>
              <a:ext cx="476892" cy="434253"/>
            </a:xfrm>
            <a:custGeom>
              <a:avLst/>
              <a:gdLst/>
              <a:ahLst/>
              <a:cxnLst/>
              <a:rect l="l" t="t" r="r" b="b"/>
              <a:pathLst>
                <a:path w="2975" h="2709" extrusionOk="0">
                  <a:moveTo>
                    <a:pt x="769" y="51"/>
                  </a:moveTo>
                  <a:cubicBezTo>
                    <a:pt x="939" y="51"/>
                    <a:pt x="1100" y="107"/>
                    <a:pt x="1216" y="211"/>
                  </a:cubicBezTo>
                  <a:cubicBezTo>
                    <a:pt x="1316" y="297"/>
                    <a:pt x="1390" y="416"/>
                    <a:pt x="1427" y="554"/>
                  </a:cubicBezTo>
                  <a:cubicBezTo>
                    <a:pt x="1488" y="775"/>
                    <a:pt x="1691" y="929"/>
                    <a:pt x="1924" y="929"/>
                  </a:cubicBezTo>
                  <a:cubicBezTo>
                    <a:pt x="1948" y="929"/>
                    <a:pt x="1972" y="927"/>
                    <a:pt x="1996" y="923"/>
                  </a:cubicBezTo>
                  <a:cubicBezTo>
                    <a:pt x="2016" y="921"/>
                    <a:pt x="2037" y="920"/>
                    <a:pt x="2055" y="918"/>
                  </a:cubicBezTo>
                  <a:cubicBezTo>
                    <a:pt x="2072" y="917"/>
                    <a:pt x="2089" y="917"/>
                    <a:pt x="2106" y="917"/>
                  </a:cubicBezTo>
                  <a:cubicBezTo>
                    <a:pt x="2386" y="917"/>
                    <a:pt x="2661" y="1076"/>
                    <a:pt x="2792" y="1314"/>
                  </a:cubicBezTo>
                  <a:cubicBezTo>
                    <a:pt x="2800" y="1329"/>
                    <a:pt x="2807" y="1344"/>
                    <a:pt x="2815" y="1360"/>
                  </a:cubicBezTo>
                  <a:cubicBezTo>
                    <a:pt x="2926" y="1564"/>
                    <a:pt x="2922" y="1841"/>
                    <a:pt x="2806" y="2064"/>
                  </a:cubicBezTo>
                  <a:cubicBezTo>
                    <a:pt x="2684" y="2298"/>
                    <a:pt x="2444" y="2484"/>
                    <a:pt x="2150" y="2579"/>
                  </a:cubicBezTo>
                  <a:cubicBezTo>
                    <a:pt x="1976" y="2634"/>
                    <a:pt x="1783" y="2662"/>
                    <a:pt x="1562" y="2662"/>
                  </a:cubicBezTo>
                  <a:cubicBezTo>
                    <a:pt x="1479" y="2662"/>
                    <a:pt x="1390" y="2659"/>
                    <a:pt x="1293" y="2650"/>
                  </a:cubicBezTo>
                  <a:cubicBezTo>
                    <a:pt x="1149" y="2639"/>
                    <a:pt x="1002" y="2621"/>
                    <a:pt x="861" y="2601"/>
                  </a:cubicBezTo>
                  <a:cubicBezTo>
                    <a:pt x="758" y="2588"/>
                    <a:pt x="652" y="2574"/>
                    <a:pt x="550" y="2564"/>
                  </a:cubicBezTo>
                  <a:cubicBezTo>
                    <a:pt x="518" y="2562"/>
                    <a:pt x="488" y="2550"/>
                    <a:pt x="462" y="2533"/>
                  </a:cubicBezTo>
                  <a:cubicBezTo>
                    <a:pt x="429" y="2509"/>
                    <a:pt x="402" y="2478"/>
                    <a:pt x="387" y="2437"/>
                  </a:cubicBezTo>
                  <a:cubicBezTo>
                    <a:pt x="227" y="2007"/>
                    <a:pt x="123" y="1559"/>
                    <a:pt x="79" y="1105"/>
                  </a:cubicBezTo>
                  <a:cubicBezTo>
                    <a:pt x="55" y="851"/>
                    <a:pt x="49" y="558"/>
                    <a:pt x="200" y="332"/>
                  </a:cubicBezTo>
                  <a:cubicBezTo>
                    <a:pt x="316" y="158"/>
                    <a:pt x="535" y="51"/>
                    <a:pt x="769" y="51"/>
                  </a:cubicBezTo>
                  <a:close/>
                  <a:moveTo>
                    <a:pt x="766" y="0"/>
                  </a:moveTo>
                  <a:cubicBezTo>
                    <a:pt x="512" y="0"/>
                    <a:pt x="286" y="113"/>
                    <a:pt x="159" y="303"/>
                  </a:cubicBezTo>
                  <a:cubicBezTo>
                    <a:pt x="1" y="543"/>
                    <a:pt x="4" y="845"/>
                    <a:pt x="31" y="1108"/>
                  </a:cubicBezTo>
                  <a:cubicBezTo>
                    <a:pt x="76" y="1567"/>
                    <a:pt x="179" y="2019"/>
                    <a:pt x="342" y="2452"/>
                  </a:cubicBezTo>
                  <a:cubicBezTo>
                    <a:pt x="361" y="2503"/>
                    <a:pt x="393" y="2542"/>
                    <a:pt x="438" y="2573"/>
                  </a:cubicBezTo>
                  <a:cubicBezTo>
                    <a:pt x="470" y="2594"/>
                    <a:pt x="508" y="2607"/>
                    <a:pt x="545" y="2610"/>
                  </a:cubicBezTo>
                  <a:cubicBezTo>
                    <a:pt x="649" y="2622"/>
                    <a:pt x="753" y="2636"/>
                    <a:pt x="854" y="2648"/>
                  </a:cubicBezTo>
                  <a:cubicBezTo>
                    <a:pt x="998" y="2668"/>
                    <a:pt x="1146" y="2686"/>
                    <a:pt x="1292" y="2698"/>
                  </a:cubicBezTo>
                  <a:cubicBezTo>
                    <a:pt x="1390" y="2705"/>
                    <a:pt x="1479" y="2708"/>
                    <a:pt x="1563" y="2708"/>
                  </a:cubicBezTo>
                  <a:cubicBezTo>
                    <a:pt x="1791" y="2708"/>
                    <a:pt x="1990" y="2683"/>
                    <a:pt x="2165" y="2625"/>
                  </a:cubicBezTo>
                  <a:cubicBezTo>
                    <a:pt x="2471" y="2527"/>
                    <a:pt x="2720" y="2331"/>
                    <a:pt x="2848" y="2089"/>
                  </a:cubicBezTo>
                  <a:cubicBezTo>
                    <a:pt x="2973" y="1852"/>
                    <a:pt x="2975" y="1558"/>
                    <a:pt x="2859" y="1341"/>
                  </a:cubicBezTo>
                  <a:cubicBezTo>
                    <a:pt x="2851" y="1324"/>
                    <a:pt x="2843" y="1306"/>
                    <a:pt x="2833" y="1291"/>
                  </a:cubicBezTo>
                  <a:cubicBezTo>
                    <a:pt x="2694" y="1036"/>
                    <a:pt x="2398" y="867"/>
                    <a:pt x="2100" y="867"/>
                  </a:cubicBezTo>
                  <a:cubicBezTo>
                    <a:pt x="2084" y="867"/>
                    <a:pt x="2068" y="868"/>
                    <a:pt x="2052" y="869"/>
                  </a:cubicBezTo>
                  <a:cubicBezTo>
                    <a:pt x="2031" y="869"/>
                    <a:pt x="2010" y="872"/>
                    <a:pt x="1988" y="875"/>
                  </a:cubicBezTo>
                  <a:cubicBezTo>
                    <a:pt x="1969" y="876"/>
                    <a:pt x="1946" y="879"/>
                    <a:pt x="1924" y="879"/>
                  </a:cubicBezTo>
                  <a:cubicBezTo>
                    <a:pt x="1714" y="879"/>
                    <a:pt x="1527" y="739"/>
                    <a:pt x="1473" y="540"/>
                  </a:cubicBezTo>
                  <a:cubicBezTo>
                    <a:pt x="1431" y="392"/>
                    <a:pt x="1354" y="264"/>
                    <a:pt x="1247" y="172"/>
                  </a:cubicBezTo>
                  <a:cubicBezTo>
                    <a:pt x="1120" y="60"/>
                    <a:pt x="949" y="0"/>
                    <a:pt x="7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-2777210" y="1230079"/>
              <a:ext cx="154369" cy="184986"/>
            </a:xfrm>
            <a:custGeom>
              <a:avLst/>
              <a:gdLst/>
              <a:ahLst/>
              <a:cxnLst/>
              <a:rect l="l" t="t" r="r" b="b"/>
              <a:pathLst>
                <a:path w="963" h="1154" extrusionOk="0">
                  <a:moveTo>
                    <a:pt x="534" y="50"/>
                  </a:moveTo>
                  <a:cubicBezTo>
                    <a:pt x="647" y="50"/>
                    <a:pt x="753" y="97"/>
                    <a:pt x="813" y="178"/>
                  </a:cubicBezTo>
                  <a:cubicBezTo>
                    <a:pt x="858" y="236"/>
                    <a:pt x="885" y="316"/>
                    <a:pt x="893" y="409"/>
                  </a:cubicBezTo>
                  <a:cubicBezTo>
                    <a:pt x="912" y="638"/>
                    <a:pt x="808" y="872"/>
                    <a:pt x="626" y="1009"/>
                  </a:cubicBezTo>
                  <a:cubicBezTo>
                    <a:pt x="545" y="1071"/>
                    <a:pt x="456" y="1105"/>
                    <a:pt x="374" y="1105"/>
                  </a:cubicBezTo>
                  <a:cubicBezTo>
                    <a:pt x="349" y="1105"/>
                    <a:pt x="325" y="1101"/>
                    <a:pt x="302" y="1095"/>
                  </a:cubicBezTo>
                  <a:cubicBezTo>
                    <a:pt x="220" y="1076"/>
                    <a:pt x="145" y="1009"/>
                    <a:pt x="101" y="922"/>
                  </a:cubicBezTo>
                  <a:cubicBezTo>
                    <a:pt x="64" y="849"/>
                    <a:pt x="47" y="756"/>
                    <a:pt x="48" y="649"/>
                  </a:cubicBezTo>
                  <a:cubicBezTo>
                    <a:pt x="53" y="506"/>
                    <a:pt x="89" y="376"/>
                    <a:pt x="157" y="272"/>
                  </a:cubicBezTo>
                  <a:cubicBezTo>
                    <a:pt x="232" y="157"/>
                    <a:pt x="349" y="76"/>
                    <a:pt x="469" y="55"/>
                  </a:cubicBezTo>
                  <a:cubicBezTo>
                    <a:pt x="490" y="52"/>
                    <a:pt x="513" y="50"/>
                    <a:pt x="534" y="50"/>
                  </a:cubicBezTo>
                  <a:close/>
                  <a:moveTo>
                    <a:pt x="532" y="0"/>
                  </a:moveTo>
                  <a:cubicBezTo>
                    <a:pt x="508" y="0"/>
                    <a:pt x="484" y="2"/>
                    <a:pt x="462" y="6"/>
                  </a:cubicBezTo>
                  <a:cubicBezTo>
                    <a:pt x="326" y="31"/>
                    <a:pt x="199" y="115"/>
                    <a:pt x="116" y="243"/>
                  </a:cubicBezTo>
                  <a:cubicBezTo>
                    <a:pt x="45" y="355"/>
                    <a:pt x="6" y="495"/>
                    <a:pt x="2" y="647"/>
                  </a:cubicBezTo>
                  <a:cubicBezTo>
                    <a:pt x="0" y="762"/>
                    <a:pt x="18" y="861"/>
                    <a:pt x="60" y="943"/>
                  </a:cubicBezTo>
                  <a:cubicBezTo>
                    <a:pt x="109" y="1045"/>
                    <a:pt x="195" y="1116"/>
                    <a:pt x="290" y="1143"/>
                  </a:cubicBezTo>
                  <a:cubicBezTo>
                    <a:pt x="317" y="1151"/>
                    <a:pt x="345" y="1154"/>
                    <a:pt x="373" y="1154"/>
                  </a:cubicBezTo>
                  <a:cubicBezTo>
                    <a:pt x="466" y="1154"/>
                    <a:pt x="566" y="1116"/>
                    <a:pt x="653" y="1048"/>
                  </a:cubicBezTo>
                  <a:cubicBezTo>
                    <a:pt x="849" y="904"/>
                    <a:pt x="962" y="650"/>
                    <a:pt x="943" y="408"/>
                  </a:cubicBezTo>
                  <a:cubicBezTo>
                    <a:pt x="935" y="302"/>
                    <a:pt x="902" y="216"/>
                    <a:pt x="852" y="150"/>
                  </a:cubicBezTo>
                  <a:cubicBezTo>
                    <a:pt x="780" y="55"/>
                    <a:pt x="661" y="0"/>
                    <a:pt x="5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-2646244" y="1323053"/>
              <a:ext cx="180979" cy="180979"/>
            </a:xfrm>
            <a:custGeom>
              <a:avLst/>
              <a:gdLst/>
              <a:ahLst/>
              <a:cxnLst/>
              <a:rect l="l" t="t" r="r" b="b"/>
              <a:pathLst>
                <a:path w="1129" h="1129" extrusionOk="0">
                  <a:moveTo>
                    <a:pt x="675" y="48"/>
                  </a:moveTo>
                  <a:cubicBezTo>
                    <a:pt x="706" y="48"/>
                    <a:pt x="739" y="52"/>
                    <a:pt x="773" y="60"/>
                  </a:cubicBezTo>
                  <a:cubicBezTo>
                    <a:pt x="910" y="90"/>
                    <a:pt x="1026" y="195"/>
                    <a:pt x="1061" y="322"/>
                  </a:cubicBezTo>
                  <a:cubicBezTo>
                    <a:pt x="1082" y="398"/>
                    <a:pt x="1076" y="485"/>
                    <a:pt x="1045" y="581"/>
                  </a:cubicBezTo>
                  <a:cubicBezTo>
                    <a:pt x="972" y="812"/>
                    <a:pt x="773" y="1001"/>
                    <a:pt x="539" y="1061"/>
                  </a:cubicBezTo>
                  <a:cubicBezTo>
                    <a:pt x="493" y="1073"/>
                    <a:pt x="447" y="1079"/>
                    <a:pt x="403" y="1079"/>
                  </a:cubicBezTo>
                  <a:cubicBezTo>
                    <a:pt x="318" y="1079"/>
                    <a:pt x="240" y="1057"/>
                    <a:pt x="184" y="1013"/>
                  </a:cubicBezTo>
                  <a:cubicBezTo>
                    <a:pt x="112" y="958"/>
                    <a:pt x="65" y="865"/>
                    <a:pt x="58" y="761"/>
                  </a:cubicBezTo>
                  <a:cubicBezTo>
                    <a:pt x="52" y="672"/>
                    <a:pt x="73" y="574"/>
                    <a:pt x="118" y="470"/>
                  </a:cubicBezTo>
                  <a:cubicBezTo>
                    <a:pt x="178" y="331"/>
                    <a:pt x="269" y="218"/>
                    <a:pt x="376" y="144"/>
                  </a:cubicBezTo>
                  <a:cubicBezTo>
                    <a:pt x="465" y="82"/>
                    <a:pt x="572" y="48"/>
                    <a:pt x="675" y="48"/>
                  </a:cubicBezTo>
                  <a:close/>
                  <a:moveTo>
                    <a:pt x="674" y="1"/>
                  </a:moveTo>
                  <a:cubicBezTo>
                    <a:pt x="562" y="1"/>
                    <a:pt x="446" y="38"/>
                    <a:pt x="347" y="105"/>
                  </a:cubicBezTo>
                  <a:cubicBezTo>
                    <a:pt x="233" y="183"/>
                    <a:pt x="139" y="303"/>
                    <a:pt x="73" y="452"/>
                  </a:cubicBezTo>
                  <a:cubicBezTo>
                    <a:pt x="23" y="563"/>
                    <a:pt x="0" y="669"/>
                    <a:pt x="8" y="764"/>
                  </a:cubicBezTo>
                  <a:cubicBezTo>
                    <a:pt x="19" y="883"/>
                    <a:pt x="71" y="989"/>
                    <a:pt x="154" y="1053"/>
                  </a:cubicBezTo>
                  <a:cubicBezTo>
                    <a:pt x="218" y="1102"/>
                    <a:pt x="302" y="1129"/>
                    <a:pt x="399" y="1129"/>
                  </a:cubicBezTo>
                  <a:cubicBezTo>
                    <a:pt x="448" y="1129"/>
                    <a:pt x="498" y="1121"/>
                    <a:pt x="549" y="1109"/>
                  </a:cubicBezTo>
                  <a:cubicBezTo>
                    <a:pt x="800" y="1046"/>
                    <a:pt x="1011" y="845"/>
                    <a:pt x="1091" y="598"/>
                  </a:cubicBezTo>
                  <a:cubicBezTo>
                    <a:pt x="1124" y="492"/>
                    <a:pt x="1128" y="398"/>
                    <a:pt x="1106" y="310"/>
                  </a:cubicBezTo>
                  <a:cubicBezTo>
                    <a:pt x="1067" y="167"/>
                    <a:pt x="935" y="46"/>
                    <a:pt x="782" y="13"/>
                  </a:cubicBezTo>
                  <a:cubicBezTo>
                    <a:pt x="747" y="5"/>
                    <a:pt x="711" y="1"/>
                    <a:pt x="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-2895992" y="1236491"/>
              <a:ext cx="109004" cy="135133"/>
            </a:xfrm>
            <a:custGeom>
              <a:avLst/>
              <a:gdLst/>
              <a:ahLst/>
              <a:cxnLst/>
              <a:rect l="l" t="t" r="r" b="b"/>
              <a:pathLst>
                <a:path w="680" h="843" extrusionOk="0">
                  <a:moveTo>
                    <a:pt x="310" y="48"/>
                  </a:moveTo>
                  <a:cubicBezTo>
                    <a:pt x="381" y="48"/>
                    <a:pt x="455" y="81"/>
                    <a:pt x="509" y="138"/>
                  </a:cubicBezTo>
                  <a:cubicBezTo>
                    <a:pt x="569" y="200"/>
                    <a:pt x="607" y="292"/>
                    <a:pt x="619" y="396"/>
                  </a:cubicBezTo>
                  <a:cubicBezTo>
                    <a:pt x="630" y="515"/>
                    <a:pt x="604" y="621"/>
                    <a:pt x="545" y="698"/>
                  </a:cubicBezTo>
                  <a:cubicBezTo>
                    <a:pt x="499" y="757"/>
                    <a:pt x="429" y="794"/>
                    <a:pt x="364" y="794"/>
                  </a:cubicBezTo>
                  <a:cubicBezTo>
                    <a:pt x="354" y="794"/>
                    <a:pt x="343" y="793"/>
                    <a:pt x="333" y="791"/>
                  </a:cubicBezTo>
                  <a:cubicBezTo>
                    <a:pt x="268" y="779"/>
                    <a:pt x="209" y="729"/>
                    <a:pt x="155" y="640"/>
                  </a:cubicBezTo>
                  <a:cubicBezTo>
                    <a:pt x="81" y="524"/>
                    <a:pt x="48" y="407"/>
                    <a:pt x="58" y="306"/>
                  </a:cubicBezTo>
                  <a:cubicBezTo>
                    <a:pt x="72" y="184"/>
                    <a:pt x="155" y="78"/>
                    <a:pt x="257" y="52"/>
                  </a:cubicBezTo>
                  <a:cubicBezTo>
                    <a:pt x="274" y="49"/>
                    <a:pt x="292" y="48"/>
                    <a:pt x="310" y="48"/>
                  </a:cubicBezTo>
                  <a:close/>
                  <a:moveTo>
                    <a:pt x="306" y="0"/>
                  </a:moveTo>
                  <a:cubicBezTo>
                    <a:pt x="285" y="0"/>
                    <a:pt x="265" y="2"/>
                    <a:pt x="245" y="7"/>
                  </a:cubicBezTo>
                  <a:cubicBezTo>
                    <a:pt x="123" y="37"/>
                    <a:pt x="26" y="158"/>
                    <a:pt x="11" y="301"/>
                  </a:cubicBezTo>
                  <a:cubicBezTo>
                    <a:pt x="1" y="417"/>
                    <a:pt x="35" y="539"/>
                    <a:pt x="115" y="668"/>
                  </a:cubicBezTo>
                  <a:cubicBezTo>
                    <a:pt x="177" y="767"/>
                    <a:pt x="245" y="824"/>
                    <a:pt x="322" y="839"/>
                  </a:cubicBezTo>
                  <a:cubicBezTo>
                    <a:pt x="336" y="841"/>
                    <a:pt x="349" y="843"/>
                    <a:pt x="364" y="843"/>
                  </a:cubicBezTo>
                  <a:cubicBezTo>
                    <a:pt x="446" y="843"/>
                    <a:pt x="529" y="799"/>
                    <a:pt x="583" y="728"/>
                  </a:cubicBezTo>
                  <a:cubicBezTo>
                    <a:pt x="648" y="640"/>
                    <a:pt x="679" y="523"/>
                    <a:pt x="666" y="392"/>
                  </a:cubicBezTo>
                  <a:cubicBezTo>
                    <a:pt x="654" y="276"/>
                    <a:pt x="610" y="173"/>
                    <a:pt x="542" y="104"/>
                  </a:cubicBezTo>
                  <a:cubicBezTo>
                    <a:pt x="479" y="38"/>
                    <a:pt x="390" y="0"/>
                    <a:pt x="3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-2506782" y="1472613"/>
              <a:ext cx="134492" cy="121668"/>
            </a:xfrm>
            <a:custGeom>
              <a:avLst/>
              <a:gdLst/>
              <a:ahLst/>
              <a:cxnLst/>
              <a:rect l="l" t="t" r="r" b="b"/>
              <a:pathLst>
                <a:path w="839" h="759" extrusionOk="0">
                  <a:moveTo>
                    <a:pt x="568" y="48"/>
                  </a:moveTo>
                  <a:cubicBezTo>
                    <a:pt x="637" y="48"/>
                    <a:pt x="691" y="69"/>
                    <a:pt x="727" y="107"/>
                  </a:cubicBezTo>
                  <a:cubicBezTo>
                    <a:pt x="771" y="152"/>
                    <a:pt x="788" y="229"/>
                    <a:pt x="773" y="316"/>
                  </a:cubicBezTo>
                  <a:cubicBezTo>
                    <a:pt x="748" y="464"/>
                    <a:pt x="650" y="598"/>
                    <a:pt x="516" y="666"/>
                  </a:cubicBezTo>
                  <a:cubicBezTo>
                    <a:pt x="462" y="693"/>
                    <a:pt x="400" y="709"/>
                    <a:pt x="341" y="709"/>
                  </a:cubicBezTo>
                  <a:cubicBezTo>
                    <a:pt x="264" y="709"/>
                    <a:pt x="197" y="681"/>
                    <a:pt x="148" y="636"/>
                  </a:cubicBezTo>
                  <a:cubicBezTo>
                    <a:pt x="64" y="553"/>
                    <a:pt x="53" y="401"/>
                    <a:pt x="124" y="282"/>
                  </a:cubicBezTo>
                  <a:cubicBezTo>
                    <a:pt x="186" y="182"/>
                    <a:pt x="299" y="105"/>
                    <a:pt x="447" y="65"/>
                  </a:cubicBezTo>
                  <a:cubicBezTo>
                    <a:pt x="488" y="54"/>
                    <a:pt x="530" y="48"/>
                    <a:pt x="568" y="48"/>
                  </a:cubicBezTo>
                  <a:close/>
                  <a:moveTo>
                    <a:pt x="564" y="1"/>
                  </a:moveTo>
                  <a:cubicBezTo>
                    <a:pt x="523" y="1"/>
                    <a:pt x="479" y="7"/>
                    <a:pt x="433" y="19"/>
                  </a:cubicBezTo>
                  <a:cubicBezTo>
                    <a:pt x="275" y="63"/>
                    <a:pt x="151" y="148"/>
                    <a:pt x="83" y="259"/>
                  </a:cubicBezTo>
                  <a:cubicBezTo>
                    <a:pt x="1" y="395"/>
                    <a:pt x="13" y="574"/>
                    <a:pt x="115" y="674"/>
                  </a:cubicBezTo>
                  <a:cubicBezTo>
                    <a:pt x="171" y="728"/>
                    <a:pt x="251" y="758"/>
                    <a:pt x="341" y="758"/>
                  </a:cubicBezTo>
                  <a:cubicBezTo>
                    <a:pt x="409" y="758"/>
                    <a:pt x="479" y="742"/>
                    <a:pt x="539" y="712"/>
                  </a:cubicBezTo>
                  <a:cubicBezTo>
                    <a:pt x="687" y="636"/>
                    <a:pt x="795" y="490"/>
                    <a:pt x="822" y="326"/>
                  </a:cubicBezTo>
                  <a:cubicBezTo>
                    <a:pt x="839" y="223"/>
                    <a:pt x="818" y="131"/>
                    <a:pt x="764" y="75"/>
                  </a:cubicBezTo>
                  <a:cubicBezTo>
                    <a:pt x="717" y="26"/>
                    <a:pt x="647" y="1"/>
                    <a:pt x="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-2929014" y="2366127"/>
              <a:ext cx="294311" cy="262732"/>
            </a:xfrm>
            <a:custGeom>
              <a:avLst/>
              <a:gdLst/>
              <a:ahLst/>
              <a:cxnLst/>
              <a:rect l="l" t="t" r="r" b="b"/>
              <a:pathLst>
                <a:path w="1836" h="1639" extrusionOk="0">
                  <a:moveTo>
                    <a:pt x="1313" y="1"/>
                  </a:moveTo>
                  <a:cubicBezTo>
                    <a:pt x="1288" y="1"/>
                    <a:pt x="1262" y="3"/>
                    <a:pt x="1237" y="8"/>
                  </a:cubicBezTo>
                  <a:cubicBezTo>
                    <a:pt x="1226" y="10"/>
                    <a:pt x="1214" y="13"/>
                    <a:pt x="1205" y="14"/>
                  </a:cubicBezTo>
                  <a:cubicBezTo>
                    <a:pt x="1024" y="50"/>
                    <a:pt x="873" y="198"/>
                    <a:pt x="830" y="378"/>
                  </a:cubicBezTo>
                  <a:cubicBezTo>
                    <a:pt x="827" y="390"/>
                    <a:pt x="825" y="402"/>
                    <a:pt x="822" y="414"/>
                  </a:cubicBezTo>
                  <a:cubicBezTo>
                    <a:pt x="797" y="556"/>
                    <a:pt x="675" y="663"/>
                    <a:pt x="531" y="663"/>
                  </a:cubicBezTo>
                  <a:cubicBezTo>
                    <a:pt x="527" y="663"/>
                    <a:pt x="523" y="663"/>
                    <a:pt x="519" y="663"/>
                  </a:cubicBezTo>
                  <a:cubicBezTo>
                    <a:pt x="511" y="662"/>
                    <a:pt x="503" y="662"/>
                    <a:pt x="495" y="662"/>
                  </a:cubicBezTo>
                  <a:cubicBezTo>
                    <a:pt x="417" y="662"/>
                    <a:pt x="340" y="682"/>
                    <a:pt x="275" y="723"/>
                  </a:cubicBezTo>
                  <a:cubicBezTo>
                    <a:pt x="67" y="850"/>
                    <a:pt x="0" y="1163"/>
                    <a:pt x="157" y="1350"/>
                  </a:cubicBezTo>
                  <a:cubicBezTo>
                    <a:pt x="260" y="1478"/>
                    <a:pt x="428" y="1533"/>
                    <a:pt x="588" y="1567"/>
                  </a:cubicBezTo>
                  <a:cubicBezTo>
                    <a:pt x="809" y="1615"/>
                    <a:pt x="1034" y="1639"/>
                    <a:pt x="1260" y="1639"/>
                  </a:cubicBezTo>
                  <a:cubicBezTo>
                    <a:pt x="1312" y="1639"/>
                    <a:pt x="1364" y="1638"/>
                    <a:pt x="1416" y="1635"/>
                  </a:cubicBezTo>
                  <a:cubicBezTo>
                    <a:pt x="1445" y="1634"/>
                    <a:pt x="1470" y="1623"/>
                    <a:pt x="1493" y="1605"/>
                  </a:cubicBezTo>
                  <a:cubicBezTo>
                    <a:pt x="1511" y="1591"/>
                    <a:pt x="1523" y="1575"/>
                    <a:pt x="1531" y="1555"/>
                  </a:cubicBezTo>
                  <a:cubicBezTo>
                    <a:pt x="1591" y="1416"/>
                    <a:pt x="1662" y="1281"/>
                    <a:pt x="1718" y="1141"/>
                  </a:cubicBezTo>
                  <a:cubicBezTo>
                    <a:pt x="1784" y="979"/>
                    <a:pt x="1835" y="807"/>
                    <a:pt x="1835" y="631"/>
                  </a:cubicBezTo>
                  <a:cubicBezTo>
                    <a:pt x="1835" y="453"/>
                    <a:pt x="1778" y="272"/>
                    <a:pt x="1654" y="148"/>
                  </a:cubicBezTo>
                  <a:cubicBezTo>
                    <a:pt x="1564" y="57"/>
                    <a:pt x="1439" y="1"/>
                    <a:pt x="1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-2973257" y="2380233"/>
              <a:ext cx="103554" cy="95058"/>
            </a:xfrm>
            <a:custGeom>
              <a:avLst/>
              <a:gdLst/>
              <a:ahLst/>
              <a:cxnLst/>
              <a:rect l="l" t="t" r="r" b="b"/>
              <a:pathLst>
                <a:path w="646" h="593" extrusionOk="0">
                  <a:moveTo>
                    <a:pt x="236" y="0"/>
                  </a:moveTo>
                  <a:cubicBezTo>
                    <a:pt x="208" y="0"/>
                    <a:pt x="180" y="5"/>
                    <a:pt x="154" y="15"/>
                  </a:cubicBezTo>
                  <a:cubicBezTo>
                    <a:pt x="76" y="45"/>
                    <a:pt x="20" y="121"/>
                    <a:pt x="11" y="201"/>
                  </a:cubicBezTo>
                  <a:cubicBezTo>
                    <a:pt x="0" y="284"/>
                    <a:pt x="27" y="369"/>
                    <a:pt x="80" y="433"/>
                  </a:cubicBezTo>
                  <a:cubicBezTo>
                    <a:pt x="131" y="498"/>
                    <a:pt x="205" y="543"/>
                    <a:pt x="284" y="569"/>
                  </a:cubicBezTo>
                  <a:cubicBezTo>
                    <a:pt x="327" y="583"/>
                    <a:pt x="372" y="593"/>
                    <a:pt x="416" y="593"/>
                  </a:cubicBezTo>
                  <a:cubicBezTo>
                    <a:pt x="430" y="593"/>
                    <a:pt x="444" y="592"/>
                    <a:pt x="459" y="590"/>
                  </a:cubicBezTo>
                  <a:cubicBezTo>
                    <a:pt x="517" y="581"/>
                    <a:pt x="575" y="547"/>
                    <a:pt x="606" y="499"/>
                  </a:cubicBezTo>
                  <a:cubicBezTo>
                    <a:pt x="646" y="437"/>
                    <a:pt x="643" y="354"/>
                    <a:pt x="617" y="284"/>
                  </a:cubicBezTo>
                  <a:cubicBezTo>
                    <a:pt x="570" y="149"/>
                    <a:pt x="450" y="42"/>
                    <a:pt x="311" y="11"/>
                  </a:cubicBezTo>
                  <a:cubicBezTo>
                    <a:pt x="286" y="4"/>
                    <a:pt x="261" y="0"/>
                    <a:pt x="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-2892145" y="2305693"/>
              <a:ext cx="99386" cy="111408"/>
            </a:xfrm>
            <a:custGeom>
              <a:avLst/>
              <a:gdLst/>
              <a:ahLst/>
              <a:cxnLst/>
              <a:rect l="l" t="t" r="r" b="b"/>
              <a:pathLst>
                <a:path w="620" h="695" extrusionOk="0">
                  <a:moveTo>
                    <a:pt x="258" y="0"/>
                  </a:moveTo>
                  <a:cubicBezTo>
                    <a:pt x="171" y="0"/>
                    <a:pt x="90" y="52"/>
                    <a:pt x="49" y="124"/>
                  </a:cubicBezTo>
                  <a:cubicBezTo>
                    <a:pt x="5" y="200"/>
                    <a:pt x="1" y="295"/>
                    <a:pt x="25" y="379"/>
                  </a:cubicBezTo>
                  <a:cubicBezTo>
                    <a:pt x="49" y="464"/>
                    <a:pt x="103" y="537"/>
                    <a:pt x="170" y="596"/>
                  </a:cubicBezTo>
                  <a:cubicBezTo>
                    <a:pt x="217" y="638"/>
                    <a:pt x="269" y="672"/>
                    <a:pt x="333" y="687"/>
                  </a:cubicBezTo>
                  <a:cubicBezTo>
                    <a:pt x="352" y="692"/>
                    <a:pt x="373" y="694"/>
                    <a:pt x="393" y="694"/>
                  </a:cubicBezTo>
                  <a:cubicBezTo>
                    <a:pt x="436" y="694"/>
                    <a:pt x="479" y="683"/>
                    <a:pt x="514" y="658"/>
                  </a:cubicBezTo>
                  <a:cubicBezTo>
                    <a:pt x="577" y="613"/>
                    <a:pt x="607" y="530"/>
                    <a:pt x="612" y="451"/>
                  </a:cubicBezTo>
                  <a:cubicBezTo>
                    <a:pt x="619" y="301"/>
                    <a:pt x="545" y="148"/>
                    <a:pt x="422" y="59"/>
                  </a:cubicBezTo>
                  <a:cubicBezTo>
                    <a:pt x="373" y="28"/>
                    <a:pt x="321" y="2"/>
                    <a:pt x="265" y="1"/>
                  </a:cubicBezTo>
                  <a:cubicBezTo>
                    <a:pt x="262" y="1"/>
                    <a:pt x="260" y="0"/>
                    <a:pt x="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-2996982" y="2475451"/>
              <a:ext cx="79990" cy="58029"/>
            </a:xfrm>
            <a:custGeom>
              <a:avLst/>
              <a:gdLst/>
              <a:ahLst/>
              <a:cxnLst/>
              <a:rect l="l" t="t" r="r" b="b"/>
              <a:pathLst>
                <a:path w="499" h="362" extrusionOk="0">
                  <a:moveTo>
                    <a:pt x="221" y="1"/>
                  </a:moveTo>
                  <a:cubicBezTo>
                    <a:pt x="182" y="1"/>
                    <a:pt x="143" y="8"/>
                    <a:pt x="106" y="26"/>
                  </a:cubicBezTo>
                  <a:cubicBezTo>
                    <a:pt x="52" y="51"/>
                    <a:pt x="8" y="107"/>
                    <a:pt x="5" y="168"/>
                  </a:cubicBezTo>
                  <a:cubicBezTo>
                    <a:pt x="0" y="240"/>
                    <a:pt x="55" y="309"/>
                    <a:pt x="123" y="339"/>
                  </a:cubicBezTo>
                  <a:cubicBezTo>
                    <a:pt x="160" y="355"/>
                    <a:pt x="199" y="362"/>
                    <a:pt x="238" y="362"/>
                  </a:cubicBezTo>
                  <a:cubicBezTo>
                    <a:pt x="274" y="362"/>
                    <a:pt x="310" y="356"/>
                    <a:pt x="344" y="347"/>
                  </a:cubicBezTo>
                  <a:cubicBezTo>
                    <a:pt x="394" y="335"/>
                    <a:pt x="447" y="312"/>
                    <a:pt x="472" y="267"/>
                  </a:cubicBezTo>
                  <a:cubicBezTo>
                    <a:pt x="498" y="219"/>
                    <a:pt x="488" y="157"/>
                    <a:pt x="454" y="112"/>
                  </a:cubicBezTo>
                  <a:cubicBezTo>
                    <a:pt x="415" y="56"/>
                    <a:pt x="352" y="21"/>
                    <a:pt x="285" y="8"/>
                  </a:cubicBezTo>
                  <a:cubicBezTo>
                    <a:pt x="264" y="3"/>
                    <a:pt x="242" y="1"/>
                    <a:pt x="2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-2783141" y="2275236"/>
              <a:ext cx="65563" cy="78226"/>
            </a:xfrm>
            <a:custGeom>
              <a:avLst/>
              <a:gdLst/>
              <a:ahLst/>
              <a:cxnLst/>
              <a:rect l="l" t="t" r="r" b="b"/>
              <a:pathLst>
                <a:path w="409" h="488" extrusionOk="0">
                  <a:moveTo>
                    <a:pt x="142" y="1"/>
                  </a:moveTo>
                  <a:cubicBezTo>
                    <a:pt x="124" y="1"/>
                    <a:pt x="106" y="4"/>
                    <a:pt x="88" y="11"/>
                  </a:cubicBezTo>
                  <a:cubicBezTo>
                    <a:pt x="30" y="40"/>
                    <a:pt x="9" y="114"/>
                    <a:pt x="6" y="179"/>
                  </a:cubicBezTo>
                  <a:cubicBezTo>
                    <a:pt x="1" y="263"/>
                    <a:pt x="21" y="350"/>
                    <a:pt x="75" y="415"/>
                  </a:cubicBezTo>
                  <a:cubicBezTo>
                    <a:pt x="114" y="459"/>
                    <a:pt x="172" y="487"/>
                    <a:pt x="230" y="487"/>
                  </a:cubicBezTo>
                  <a:cubicBezTo>
                    <a:pt x="255" y="487"/>
                    <a:pt x="280" y="482"/>
                    <a:pt x="303" y="470"/>
                  </a:cubicBezTo>
                  <a:cubicBezTo>
                    <a:pt x="378" y="427"/>
                    <a:pt x="408" y="332"/>
                    <a:pt x="395" y="248"/>
                  </a:cubicBezTo>
                  <a:cubicBezTo>
                    <a:pt x="379" y="153"/>
                    <a:pt x="318" y="68"/>
                    <a:pt x="233" y="25"/>
                  </a:cubicBezTo>
                  <a:cubicBezTo>
                    <a:pt x="205" y="10"/>
                    <a:pt x="173" y="1"/>
                    <a:pt x="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-2951296" y="2340799"/>
              <a:ext cx="366606" cy="338073"/>
            </a:xfrm>
            <a:custGeom>
              <a:avLst/>
              <a:gdLst/>
              <a:ahLst/>
              <a:cxnLst/>
              <a:rect l="l" t="t" r="r" b="b"/>
              <a:pathLst>
                <a:path w="2287" h="2109" extrusionOk="0">
                  <a:moveTo>
                    <a:pt x="1604" y="49"/>
                  </a:moveTo>
                  <a:cubicBezTo>
                    <a:pt x="1752" y="49"/>
                    <a:pt x="1908" y="114"/>
                    <a:pt x="2017" y="225"/>
                  </a:cubicBezTo>
                  <a:cubicBezTo>
                    <a:pt x="2157" y="367"/>
                    <a:pt x="2238" y="581"/>
                    <a:pt x="2238" y="815"/>
                  </a:cubicBezTo>
                  <a:cubicBezTo>
                    <a:pt x="2238" y="1003"/>
                    <a:pt x="2193" y="1205"/>
                    <a:pt x="2092" y="1449"/>
                  </a:cubicBezTo>
                  <a:cubicBezTo>
                    <a:pt x="2051" y="1552"/>
                    <a:pt x="2001" y="1653"/>
                    <a:pt x="1956" y="1752"/>
                  </a:cubicBezTo>
                  <a:cubicBezTo>
                    <a:pt x="1925" y="1825"/>
                    <a:pt x="1891" y="1896"/>
                    <a:pt x="1858" y="1970"/>
                  </a:cubicBezTo>
                  <a:cubicBezTo>
                    <a:pt x="1849" y="1989"/>
                    <a:pt x="1836" y="2007"/>
                    <a:pt x="1818" y="2022"/>
                  </a:cubicBezTo>
                  <a:cubicBezTo>
                    <a:pt x="1795" y="2042"/>
                    <a:pt x="1765" y="2053"/>
                    <a:pt x="1735" y="2054"/>
                  </a:cubicBezTo>
                  <a:cubicBezTo>
                    <a:pt x="1667" y="2058"/>
                    <a:pt x="1600" y="2059"/>
                    <a:pt x="1532" y="2059"/>
                  </a:cubicBezTo>
                  <a:cubicBezTo>
                    <a:pt x="1252" y="2059"/>
                    <a:pt x="971" y="2029"/>
                    <a:pt x="697" y="1970"/>
                  </a:cubicBezTo>
                  <a:cubicBezTo>
                    <a:pt x="507" y="1929"/>
                    <a:pt x="296" y="1866"/>
                    <a:pt x="168" y="1706"/>
                  </a:cubicBezTo>
                  <a:cubicBezTo>
                    <a:pt x="85" y="1602"/>
                    <a:pt x="52" y="1457"/>
                    <a:pt x="77" y="1311"/>
                  </a:cubicBezTo>
                  <a:cubicBezTo>
                    <a:pt x="105" y="1158"/>
                    <a:pt x="192" y="1023"/>
                    <a:pt x="313" y="949"/>
                  </a:cubicBezTo>
                  <a:cubicBezTo>
                    <a:pt x="391" y="899"/>
                    <a:pt x="485" y="875"/>
                    <a:pt x="584" y="875"/>
                  </a:cubicBezTo>
                  <a:cubicBezTo>
                    <a:pt x="590" y="875"/>
                    <a:pt x="598" y="875"/>
                    <a:pt x="604" y="879"/>
                  </a:cubicBezTo>
                  <a:cubicBezTo>
                    <a:pt x="607" y="879"/>
                    <a:pt x="610" y="879"/>
                    <a:pt x="613" y="879"/>
                  </a:cubicBezTo>
                  <a:cubicBezTo>
                    <a:pt x="811" y="879"/>
                    <a:pt x="977" y="741"/>
                    <a:pt x="1011" y="545"/>
                  </a:cubicBezTo>
                  <a:cubicBezTo>
                    <a:pt x="1014" y="530"/>
                    <a:pt x="1017" y="517"/>
                    <a:pt x="1020" y="502"/>
                  </a:cubicBezTo>
                  <a:cubicBezTo>
                    <a:pt x="1074" y="285"/>
                    <a:pt x="1260" y="104"/>
                    <a:pt x="1474" y="62"/>
                  </a:cubicBezTo>
                  <a:cubicBezTo>
                    <a:pt x="1487" y="61"/>
                    <a:pt x="1499" y="59"/>
                    <a:pt x="1514" y="58"/>
                  </a:cubicBezTo>
                  <a:cubicBezTo>
                    <a:pt x="1544" y="52"/>
                    <a:pt x="1574" y="49"/>
                    <a:pt x="1604" y="49"/>
                  </a:cubicBezTo>
                  <a:close/>
                  <a:moveTo>
                    <a:pt x="1606" y="0"/>
                  </a:moveTo>
                  <a:cubicBezTo>
                    <a:pt x="1572" y="0"/>
                    <a:pt x="1539" y="5"/>
                    <a:pt x="1508" y="9"/>
                  </a:cubicBezTo>
                  <a:cubicBezTo>
                    <a:pt x="1493" y="9"/>
                    <a:pt x="1480" y="14"/>
                    <a:pt x="1466" y="15"/>
                  </a:cubicBezTo>
                  <a:cubicBezTo>
                    <a:pt x="1231" y="62"/>
                    <a:pt x="1033" y="254"/>
                    <a:pt x="975" y="490"/>
                  </a:cubicBezTo>
                  <a:cubicBezTo>
                    <a:pt x="972" y="505"/>
                    <a:pt x="967" y="522"/>
                    <a:pt x="966" y="537"/>
                  </a:cubicBezTo>
                  <a:cubicBezTo>
                    <a:pt x="936" y="706"/>
                    <a:pt x="793" y="830"/>
                    <a:pt x="624" y="830"/>
                  </a:cubicBezTo>
                  <a:cubicBezTo>
                    <a:pt x="620" y="830"/>
                    <a:pt x="615" y="830"/>
                    <a:pt x="610" y="830"/>
                  </a:cubicBezTo>
                  <a:cubicBezTo>
                    <a:pt x="601" y="829"/>
                    <a:pt x="593" y="829"/>
                    <a:pt x="584" y="829"/>
                  </a:cubicBezTo>
                  <a:cubicBezTo>
                    <a:pt x="476" y="829"/>
                    <a:pt x="372" y="856"/>
                    <a:pt x="287" y="908"/>
                  </a:cubicBezTo>
                  <a:cubicBezTo>
                    <a:pt x="154" y="988"/>
                    <a:pt x="59" y="1137"/>
                    <a:pt x="29" y="1303"/>
                  </a:cubicBezTo>
                  <a:cubicBezTo>
                    <a:pt x="0" y="1463"/>
                    <a:pt x="37" y="1621"/>
                    <a:pt x="129" y="1736"/>
                  </a:cubicBezTo>
                  <a:cubicBezTo>
                    <a:pt x="266" y="1908"/>
                    <a:pt x="489" y="1974"/>
                    <a:pt x="687" y="2016"/>
                  </a:cubicBezTo>
                  <a:cubicBezTo>
                    <a:pt x="966" y="2078"/>
                    <a:pt x="1252" y="2108"/>
                    <a:pt x="1537" y="2108"/>
                  </a:cubicBezTo>
                  <a:cubicBezTo>
                    <a:pt x="1602" y="2108"/>
                    <a:pt x="1670" y="2105"/>
                    <a:pt x="1736" y="2104"/>
                  </a:cubicBezTo>
                  <a:cubicBezTo>
                    <a:pt x="1778" y="2102"/>
                    <a:pt x="1818" y="2087"/>
                    <a:pt x="1849" y="2060"/>
                  </a:cubicBezTo>
                  <a:cubicBezTo>
                    <a:pt x="1873" y="2042"/>
                    <a:pt x="1893" y="2016"/>
                    <a:pt x="1903" y="1989"/>
                  </a:cubicBezTo>
                  <a:cubicBezTo>
                    <a:pt x="1937" y="1917"/>
                    <a:pt x="1968" y="1846"/>
                    <a:pt x="2001" y="1774"/>
                  </a:cubicBezTo>
                  <a:cubicBezTo>
                    <a:pt x="2047" y="1676"/>
                    <a:pt x="2096" y="1571"/>
                    <a:pt x="2137" y="1469"/>
                  </a:cubicBezTo>
                  <a:cubicBezTo>
                    <a:pt x="2240" y="1217"/>
                    <a:pt x="2286" y="1009"/>
                    <a:pt x="2286" y="815"/>
                  </a:cubicBezTo>
                  <a:cubicBezTo>
                    <a:pt x="2286" y="567"/>
                    <a:pt x="2202" y="341"/>
                    <a:pt x="2053" y="190"/>
                  </a:cubicBezTo>
                  <a:cubicBezTo>
                    <a:pt x="1937" y="71"/>
                    <a:pt x="1768" y="0"/>
                    <a:pt x="16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-3018462" y="2357791"/>
              <a:ext cx="138660" cy="127599"/>
            </a:xfrm>
            <a:custGeom>
              <a:avLst/>
              <a:gdLst/>
              <a:ahLst/>
              <a:cxnLst/>
              <a:rect l="l" t="t" r="r" b="b"/>
              <a:pathLst>
                <a:path w="865" h="796" extrusionOk="0">
                  <a:moveTo>
                    <a:pt x="323" y="50"/>
                  </a:moveTo>
                  <a:cubicBezTo>
                    <a:pt x="352" y="50"/>
                    <a:pt x="382" y="53"/>
                    <a:pt x="412" y="60"/>
                  </a:cubicBezTo>
                  <a:cubicBezTo>
                    <a:pt x="579" y="99"/>
                    <a:pt x="724" y="227"/>
                    <a:pt x="781" y="390"/>
                  </a:cubicBezTo>
                  <a:cubicBezTo>
                    <a:pt x="815" y="487"/>
                    <a:pt x="812" y="576"/>
                    <a:pt x="769" y="641"/>
                  </a:cubicBezTo>
                  <a:cubicBezTo>
                    <a:pt x="738" y="693"/>
                    <a:pt x="674" y="731"/>
                    <a:pt x="602" y="742"/>
                  </a:cubicBezTo>
                  <a:cubicBezTo>
                    <a:pt x="584" y="745"/>
                    <a:pt x="566" y="746"/>
                    <a:pt x="547" y="746"/>
                  </a:cubicBezTo>
                  <a:cubicBezTo>
                    <a:pt x="499" y="746"/>
                    <a:pt x="448" y="737"/>
                    <a:pt x="392" y="718"/>
                  </a:cubicBezTo>
                  <a:cubicBezTo>
                    <a:pt x="290" y="683"/>
                    <a:pt x="204" y="626"/>
                    <a:pt x="147" y="553"/>
                  </a:cubicBezTo>
                  <a:cubicBezTo>
                    <a:pt x="82" y="473"/>
                    <a:pt x="50" y="371"/>
                    <a:pt x="64" y="280"/>
                  </a:cubicBezTo>
                  <a:cubicBezTo>
                    <a:pt x="76" y="182"/>
                    <a:pt x="144" y="96"/>
                    <a:pt x="229" y="65"/>
                  </a:cubicBezTo>
                  <a:cubicBezTo>
                    <a:pt x="257" y="54"/>
                    <a:pt x="290" y="50"/>
                    <a:pt x="323" y="50"/>
                  </a:cubicBezTo>
                  <a:close/>
                  <a:moveTo>
                    <a:pt x="325" y="0"/>
                  </a:moveTo>
                  <a:cubicBezTo>
                    <a:pt x="284" y="0"/>
                    <a:pt x="245" y="7"/>
                    <a:pt x="211" y="19"/>
                  </a:cubicBezTo>
                  <a:cubicBezTo>
                    <a:pt x="109" y="57"/>
                    <a:pt x="29" y="160"/>
                    <a:pt x="14" y="276"/>
                  </a:cubicBezTo>
                  <a:cubicBezTo>
                    <a:pt x="0" y="381"/>
                    <a:pt x="35" y="494"/>
                    <a:pt x="109" y="585"/>
                  </a:cubicBezTo>
                  <a:cubicBezTo>
                    <a:pt x="172" y="663"/>
                    <a:pt x="264" y="725"/>
                    <a:pt x="376" y="763"/>
                  </a:cubicBezTo>
                  <a:cubicBezTo>
                    <a:pt x="436" y="784"/>
                    <a:pt x="495" y="796"/>
                    <a:pt x="548" y="796"/>
                  </a:cubicBezTo>
                  <a:cubicBezTo>
                    <a:pt x="569" y="796"/>
                    <a:pt x="588" y="793"/>
                    <a:pt x="608" y="788"/>
                  </a:cubicBezTo>
                  <a:cubicBezTo>
                    <a:pt x="694" y="775"/>
                    <a:pt x="768" y="730"/>
                    <a:pt x="810" y="663"/>
                  </a:cubicBezTo>
                  <a:cubicBezTo>
                    <a:pt x="858" y="588"/>
                    <a:pt x="864" y="481"/>
                    <a:pt x="827" y="371"/>
                  </a:cubicBezTo>
                  <a:cubicBezTo>
                    <a:pt x="765" y="194"/>
                    <a:pt x="606" y="53"/>
                    <a:pt x="422" y="12"/>
                  </a:cubicBezTo>
                  <a:cubicBezTo>
                    <a:pt x="389" y="4"/>
                    <a:pt x="356" y="0"/>
                    <a:pt x="3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-2917152" y="2263695"/>
              <a:ext cx="134011" cy="148117"/>
            </a:xfrm>
            <a:custGeom>
              <a:avLst/>
              <a:gdLst/>
              <a:ahLst/>
              <a:cxnLst/>
              <a:rect l="l" t="t" r="r" b="b"/>
              <a:pathLst>
                <a:path w="836" h="924" extrusionOk="0">
                  <a:moveTo>
                    <a:pt x="362" y="50"/>
                  </a:moveTo>
                  <a:cubicBezTo>
                    <a:pt x="421" y="51"/>
                    <a:pt x="483" y="76"/>
                    <a:pt x="544" y="119"/>
                  </a:cubicBezTo>
                  <a:cubicBezTo>
                    <a:pt x="694" y="225"/>
                    <a:pt x="783" y="410"/>
                    <a:pt x="774" y="593"/>
                  </a:cubicBezTo>
                  <a:cubicBezTo>
                    <a:pt x="768" y="700"/>
                    <a:pt x="725" y="789"/>
                    <a:pt x="661" y="834"/>
                  </a:cubicBezTo>
                  <a:cubicBezTo>
                    <a:pt x="622" y="860"/>
                    <a:pt x="573" y="875"/>
                    <a:pt x="522" y="875"/>
                  </a:cubicBezTo>
                  <a:cubicBezTo>
                    <a:pt x="499" y="875"/>
                    <a:pt x="476" y="872"/>
                    <a:pt x="452" y="866"/>
                  </a:cubicBezTo>
                  <a:cubicBezTo>
                    <a:pt x="389" y="851"/>
                    <a:pt x="323" y="813"/>
                    <a:pt x="258" y="757"/>
                  </a:cubicBezTo>
                  <a:cubicBezTo>
                    <a:pt x="172" y="682"/>
                    <a:pt x="112" y="591"/>
                    <a:pt x="83" y="496"/>
                  </a:cubicBezTo>
                  <a:cubicBezTo>
                    <a:pt x="51" y="392"/>
                    <a:pt x="62" y="279"/>
                    <a:pt x="112" y="195"/>
                  </a:cubicBezTo>
                  <a:cubicBezTo>
                    <a:pt x="163" y="106"/>
                    <a:pt x="256" y="50"/>
                    <a:pt x="353" y="50"/>
                  </a:cubicBezTo>
                  <a:close/>
                  <a:moveTo>
                    <a:pt x="354" y="0"/>
                  </a:moveTo>
                  <a:cubicBezTo>
                    <a:pt x="241" y="0"/>
                    <a:pt x="130" y="67"/>
                    <a:pt x="69" y="171"/>
                  </a:cubicBezTo>
                  <a:cubicBezTo>
                    <a:pt x="14" y="269"/>
                    <a:pt x="0" y="392"/>
                    <a:pt x="36" y="511"/>
                  </a:cubicBezTo>
                  <a:cubicBezTo>
                    <a:pt x="68" y="614"/>
                    <a:pt x="133" y="712"/>
                    <a:pt x="226" y="795"/>
                  </a:cubicBezTo>
                  <a:cubicBezTo>
                    <a:pt x="296" y="855"/>
                    <a:pt x="370" y="896"/>
                    <a:pt x="442" y="912"/>
                  </a:cubicBezTo>
                  <a:cubicBezTo>
                    <a:pt x="468" y="919"/>
                    <a:pt x="496" y="923"/>
                    <a:pt x="522" y="923"/>
                  </a:cubicBezTo>
                  <a:cubicBezTo>
                    <a:pt x="585" y="923"/>
                    <a:pt x="642" y="905"/>
                    <a:pt x="691" y="875"/>
                  </a:cubicBezTo>
                  <a:cubicBezTo>
                    <a:pt x="768" y="821"/>
                    <a:pt x="816" y="719"/>
                    <a:pt x="823" y="596"/>
                  </a:cubicBezTo>
                  <a:cubicBezTo>
                    <a:pt x="835" y="397"/>
                    <a:pt x="737" y="195"/>
                    <a:pt x="575" y="80"/>
                  </a:cubicBezTo>
                  <a:cubicBezTo>
                    <a:pt x="505" y="30"/>
                    <a:pt x="436" y="5"/>
                    <a:pt x="3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-3047958" y="2477535"/>
              <a:ext cx="108203" cy="80951"/>
            </a:xfrm>
            <a:custGeom>
              <a:avLst/>
              <a:gdLst/>
              <a:ahLst/>
              <a:cxnLst/>
              <a:rect l="l" t="t" r="r" b="b"/>
              <a:pathLst>
                <a:path w="675" h="505" extrusionOk="0">
                  <a:moveTo>
                    <a:pt x="297" y="50"/>
                  </a:moveTo>
                  <a:cubicBezTo>
                    <a:pt x="325" y="50"/>
                    <a:pt x="353" y="52"/>
                    <a:pt x="380" y="60"/>
                  </a:cubicBezTo>
                  <a:cubicBezTo>
                    <a:pt x="468" y="79"/>
                    <a:pt x="537" y="121"/>
                    <a:pt x="579" y="180"/>
                  </a:cubicBezTo>
                  <a:cubicBezTo>
                    <a:pt x="610" y="225"/>
                    <a:pt x="628" y="295"/>
                    <a:pt x="597" y="351"/>
                  </a:cubicBezTo>
                  <a:cubicBezTo>
                    <a:pt x="573" y="391"/>
                    <a:pt x="527" y="421"/>
                    <a:pt x="451" y="441"/>
                  </a:cubicBezTo>
                  <a:cubicBezTo>
                    <a:pt x="405" y="453"/>
                    <a:pt x="362" y="458"/>
                    <a:pt x="321" y="458"/>
                  </a:cubicBezTo>
                  <a:cubicBezTo>
                    <a:pt x="272" y="458"/>
                    <a:pt x="228" y="450"/>
                    <a:pt x="189" y="433"/>
                  </a:cubicBezTo>
                  <a:cubicBezTo>
                    <a:pt x="106" y="397"/>
                    <a:pt x="49" y="314"/>
                    <a:pt x="55" y="237"/>
                  </a:cubicBezTo>
                  <a:cubicBezTo>
                    <a:pt x="59" y="173"/>
                    <a:pt x="104" y="111"/>
                    <a:pt x="169" y="79"/>
                  </a:cubicBezTo>
                  <a:cubicBezTo>
                    <a:pt x="207" y="60"/>
                    <a:pt x="251" y="50"/>
                    <a:pt x="297" y="50"/>
                  </a:cubicBezTo>
                  <a:close/>
                  <a:moveTo>
                    <a:pt x="295" y="1"/>
                  </a:moveTo>
                  <a:cubicBezTo>
                    <a:pt x="242" y="1"/>
                    <a:pt x="193" y="11"/>
                    <a:pt x="150" y="32"/>
                  </a:cubicBezTo>
                  <a:cubicBezTo>
                    <a:pt x="70" y="73"/>
                    <a:pt x="12" y="150"/>
                    <a:pt x="8" y="231"/>
                  </a:cubicBezTo>
                  <a:cubicBezTo>
                    <a:pt x="0" y="329"/>
                    <a:pt x="67" y="429"/>
                    <a:pt x="169" y="474"/>
                  </a:cubicBezTo>
                  <a:cubicBezTo>
                    <a:pt x="214" y="495"/>
                    <a:pt x="266" y="504"/>
                    <a:pt x="320" y="504"/>
                  </a:cubicBezTo>
                  <a:cubicBezTo>
                    <a:pt x="364" y="504"/>
                    <a:pt x="413" y="498"/>
                    <a:pt x="463" y="485"/>
                  </a:cubicBezTo>
                  <a:cubicBezTo>
                    <a:pt x="552" y="461"/>
                    <a:pt x="611" y="426"/>
                    <a:pt x="641" y="370"/>
                  </a:cubicBezTo>
                  <a:cubicBezTo>
                    <a:pt x="674" y="307"/>
                    <a:pt x="667" y="219"/>
                    <a:pt x="619" y="150"/>
                  </a:cubicBezTo>
                  <a:cubicBezTo>
                    <a:pt x="569" y="81"/>
                    <a:pt x="489" y="31"/>
                    <a:pt x="389" y="11"/>
                  </a:cubicBezTo>
                  <a:cubicBezTo>
                    <a:pt x="357" y="4"/>
                    <a:pt x="326" y="1"/>
                    <a:pt x="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-2778171" y="2225704"/>
              <a:ext cx="90249" cy="105798"/>
            </a:xfrm>
            <a:custGeom>
              <a:avLst/>
              <a:gdLst/>
              <a:ahLst/>
              <a:cxnLst/>
              <a:rect l="l" t="t" r="r" b="b"/>
              <a:pathLst>
                <a:path w="563" h="660" extrusionOk="0">
                  <a:moveTo>
                    <a:pt x="202" y="47"/>
                  </a:moveTo>
                  <a:cubicBezTo>
                    <a:pt x="241" y="47"/>
                    <a:pt x="279" y="62"/>
                    <a:pt x="306" y="71"/>
                  </a:cubicBezTo>
                  <a:cubicBezTo>
                    <a:pt x="406" y="124"/>
                    <a:pt x="480" y="224"/>
                    <a:pt x="498" y="335"/>
                  </a:cubicBezTo>
                  <a:cubicBezTo>
                    <a:pt x="511" y="424"/>
                    <a:pt x="484" y="540"/>
                    <a:pt x="394" y="590"/>
                  </a:cubicBezTo>
                  <a:cubicBezTo>
                    <a:pt x="370" y="603"/>
                    <a:pt x="343" y="608"/>
                    <a:pt x="315" y="608"/>
                  </a:cubicBezTo>
                  <a:cubicBezTo>
                    <a:pt x="251" y="608"/>
                    <a:pt x="182" y="578"/>
                    <a:pt x="137" y="528"/>
                  </a:cubicBezTo>
                  <a:cubicBezTo>
                    <a:pt x="80" y="462"/>
                    <a:pt x="50" y="362"/>
                    <a:pt x="54" y="249"/>
                  </a:cubicBezTo>
                  <a:cubicBezTo>
                    <a:pt x="57" y="204"/>
                    <a:pt x="68" y="94"/>
                    <a:pt x="145" y="58"/>
                  </a:cubicBezTo>
                  <a:cubicBezTo>
                    <a:pt x="163" y="52"/>
                    <a:pt x="181" y="47"/>
                    <a:pt x="202" y="47"/>
                  </a:cubicBezTo>
                  <a:close/>
                  <a:moveTo>
                    <a:pt x="202" y="0"/>
                  </a:moveTo>
                  <a:cubicBezTo>
                    <a:pt x="174" y="0"/>
                    <a:pt x="148" y="7"/>
                    <a:pt x="125" y="17"/>
                  </a:cubicBezTo>
                  <a:cubicBezTo>
                    <a:pt x="54" y="52"/>
                    <a:pt x="12" y="136"/>
                    <a:pt x="6" y="249"/>
                  </a:cubicBezTo>
                  <a:cubicBezTo>
                    <a:pt x="0" y="374"/>
                    <a:pt x="35" y="486"/>
                    <a:pt x="100" y="561"/>
                  </a:cubicBezTo>
                  <a:cubicBezTo>
                    <a:pt x="152" y="622"/>
                    <a:pt x="234" y="659"/>
                    <a:pt x="311" y="659"/>
                  </a:cubicBezTo>
                  <a:cubicBezTo>
                    <a:pt x="348" y="659"/>
                    <a:pt x="383" y="650"/>
                    <a:pt x="416" y="634"/>
                  </a:cubicBezTo>
                  <a:cubicBezTo>
                    <a:pt x="529" y="575"/>
                    <a:pt x="563" y="435"/>
                    <a:pt x="545" y="331"/>
                  </a:cubicBezTo>
                  <a:cubicBezTo>
                    <a:pt x="525" y="204"/>
                    <a:pt x="439" y="91"/>
                    <a:pt x="326" y="32"/>
                  </a:cubicBezTo>
                  <a:cubicBezTo>
                    <a:pt x="296" y="17"/>
                    <a:pt x="250" y="0"/>
                    <a:pt x="2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-2115969" y="1075389"/>
              <a:ext cx="268823" cy="217848"/>
            </a:xfrm>
            <a:custGeom>
              <a:avLst/>
              <a:gdLst/>
              <a:ahLst/>
              <a:cxnLst/>
              <a:rect l="l" t="t" r="r" b="b"/>
              <a:pathLst>
                <a:path w="1677" h="1359" extrusionOk="0">
                  <a:moveTo>
                    <a:pt x="415" y="0"/>
                  </a:moveTo>
                  <a:cubicBezTo>
                    <a:pt x="257" y="0"/>
                    <a:pt x="98" y="95"/>
                    <a:pt x="46" y="243"/>
                  </a:cubicBezTo>
                  <a:cubicBezTo>
                    <a:pt x="1" y="380"/>
                    <a:pt x="40" y="530"/>
                    <a:pt x="91" y="665"/>
                  </a:cubicBezTo>
                  <a:cubicBezTo>
                    <a:pt x="179" y="893"/>
                    <a:pt x="293" y="1112"/>
                    <a:pt x="435" y="1311"/>
                  </a:cubicBezTo>
                  <a:cubicBezTo>
                    <a:pt x="450" y="1330"/>
                    <a:pt x="468" y="1345"/>
                    <a:pt x="492" y="1353"/>
                  </a:cubicBezTo>
                  <a:cubicBezTo>
                    <a:pt x="505" y="1357"/>
                    <a:pt x="517" y="1359"/>
                    <a:pt x="529" y="1359"/>
                  </a:cubicBezTo>
                  <a:cubicBezTo>
                    <a:pt x="535" y="1359"/>
                    <a:pt x="542" y="1358"/>
                    <a:pt x="548" y="1357"/>
                  </a:cubicBezTo>
                  <a:cubicBezTo>
                    <a:pt x="678" y="1336"/>
                    <a:pt x="812" y="1323"/>
                    <a:pt x="942" y="1299"/>
                  </a:cubicBezTo>
                  <a:cubicBezTo>
                    <a:pt x="1094" y="1270"/>
                    <a:pt x="1245" y="1226"/>
                    <a:pt x="1375" y="1142"/>
                  </a:cubicBezTo>
                  <a:cubicBezTo>
                    <a:pt x="1506" y="1059"/>
                    <a:pt x="1613" y="931"/>
                    <a:pt x="1646" y="780"/>
                  </a:cubicBezTo>
                  <a:cubicBezTo>
                    <a:pt x="1676" y="650"/>
                    <a:pt x="1643" y="504"/>
                    <a:pt x="1552" y="407"/>
                  </a:cubicBezTo>
                  <a:cubicBezTo>
                    <a:pt x="1546" y="400"/>
                    <a:pt x="1539" y="394"/>
                    <a:pt x="1533" y="386"/>
                  </a:cubicBezTo>
                  <a:cubicBezTo>
                    <a:pt x="1452" y="304"/>
                    <a:pt x="1337" y="258"/>
                    <a:pt x="1222" y="258"/>
                  </a:cubicBezTo>
                  <a:cubicBezTo>
                    <a:pt x="1176" y="258"/>
                    <a:pt x="1130" y="266"/>
                    <a:pt x="1087" y="281"/>
                  </a:cubicBezTo>
                  <a:cubicBezTo>
                    <a:pt x="1077" y="285"/>
                    <a:pt x="1065" y="288"/>
                    <a:pt x="1056" y="293"/>
                  </a:cubicBezTo>
                  <a:cubicBezTo>
                    <a:pt x="1022" y="308"/>
                    <a:pt x="987" y="315"/>
                    <a:pt x="952" y="315"/>
                  </a:cubicBezTo>
                  <a:cubicBezTo>
                    <a:pt x="863" y="315"/>
                    <a:pt x="778" y="269"/>
                    <a:pt x="731" y="187"/>
                  </a:cubicBezTo>
                  <a:cubicBezTo>
                    <a:pt x="693" y="121"/>
                    <a:pt x="639" y="68"/>
                    <a:pt x="571" y="35"/>
                  </a:cubicBezTo>
                  <a:cubicBezTo>
                    <a:pt x="522" y="11"/>
                    <a:pt x="468" y="0"/>
                    <a:pt x="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-2039826" y="980812"/>
              <a:ext cx="78226" cy="96821"/>
            </a:xfrm>
            <a:custGeom>
              <a:avLst/>
              <a:gdLst/>
              <a:ahLst/>
              <a:cxnLst/>
              <a:rect l="l" t="t" r="r" b="b"/>
              <a:pathLst>
                <a:path w="488" h="604" extrusionOk="0">
                  <a:moveTo>
                    <a:pt x="250" y="1"/>
                  </a:moveTo>
                  <a:cubicBezTo>
                    <a:pt x="220" y="1"/>
                    <a:pt x="189" y="8"/>
                    <a:pt x="161" y="22"/>
                  </a:cubicBezTo>
                  <a:cubicBezTo>
                    <a:pt x="94" y="53"/>
                    <a:pt x="46" y="114"/>
                    <a:pt x="23" y="183"/>
                  </a:cubicBezTo>
                  <a:cubicBezTo>
                    <a:pt x="1" y="251"/>
                    <a:pt x="2" y="328"/>
                    <a:pt x="19" y="399"/>
                  </a:cubicBezTo>
                  <a:cubicBezTo>
                    <a:pt x="32" y="449"/>
                    <a:pt x="54" y="498"/>
                    <a:pt x="88" y="538"/>
                  </a:cubicBezTo>
                  <a:cubicBezTo>
                    <a:pt x="121" y="575"/>
                    <a:pt x="171" y="604"/>
                    <a:pt x="224" y="604"/>
                  </a:cubicBezTo>
                  <a:cubicBezTo>
                    <a:pt x="287" y="604"/>
                    <a:pt x="348" y="560"/>
                    <a:pt x="387" y="509"/>
                  </a:cubicBezTo>
                  <a:cubicBezTo>
                    <a:pt x="465" y="411"/>
                    <a:pt x="488" y="272"/>
                    <a:pt x="444" y="153"/>
                  </a:cubicBezTo>
                  <a:cubicBezTo>
                    <a:pt x="429" y="109"/>
                    <a:pt x="405" y="69"/>
                    <a:pt x="367" y="40"/>
                  </a:cubicBezTo>
                  <a:cubicBezTo>
                    <a:pt x="333" y="14"/>
                    <a:pt x="292" y="1"/>
                    <a:pt x="2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-1957111" y="1007421"/>
              <a:ext cx="84959" cy="97623"/>
            </a:xfrm>
            <a:custGeom>
              <a:avLst/>
              <a:gdLst/>
              <a:ahLst/>
              <a:cxnLst/>
              <a:rect l="l" t="t" r="r" b="b"/>
              <a:pathLst>
                <a:path w="530" h="609" extrusionOk="0">
                  <a:moveTo>
                    <a:pt x="305" y="1"/>
                  </a:moveTo>
                  <a:cubicBezTo>
                    <a:pt x="304" y="1"/>
                    <a:pt x="302" y="1"/>
                    <a:pt x="301" y="1"/>
                  </a:cubicBezTo>
                  <a:cubicBezTo>
                    <a:pt x="224" y="2"/>
                    <a:pt x="151" y="43"/>
                    <a:pt x="102" y="102"/>
                  </a:cubicBezTo>
                  <a:cubicBezTo>
                    <a:pt x="50" y="160"/>
                    <a:pt x="22" y="236"/>
                    <a:pt x="11" y="311"/>
                  </a:cubicBezTo>
                  <a:cubicBezTo>
                    <a:pt x="1" y="365"/>
                    <a:pt x="1" y="423"/>
                    <a:pt x="20" y="476"/>
                  </a:cubicBezTo>
                  <a:cubicBezTo>
                    <a:pt x="37" y="528"/>
                    <a:pt x="74" y="575"/>
                    <a:pt x="126" y="596"/>
                  </a:cubicBezTo>
                  <a:cubicBezTo>
                    <a:pt x="147" y="605"/>
                    <a:pt x="170" y="609"/>
                    <a:pt x="193" y="609"/>
                  </a:cubicBezTo>
                  <a:cubicBezTo>
                    <a:pt x="238" y="609"/>
                    <a:pt x="285" y="594"/>
                    <a:pt x="326" y="571"/>
                  </a:cubicBezTo>
                  <a:cubicBezTo>
                    <a:pt x="442" y="506"/>
                    <a:pt x="522" y="379"/>
                    <a:pt x="527" y="245"/>
                  </a:cubicBezTo>
                  <a:cubicBezTo>
                    <a:pt x="530" y="197"/>
                    <a:pt x="521" y="145"/>
                    <a:pt x="497" y="102"/>
                  </a:cubicBezTo>
                  <a:cubicBezTo>
                    <a:pt x="458" y="38"/>
                    <a:pt x="382" y="1"/>
                    <a:pt x="3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-2106030" y="1005658"/>
              <a:ext cx="58189" cy="65723"/>
            </a:xfrm>
            <a:custGeom>
              <a:avLst/>
              <a:gdLst/>
              <a:ahLst/>
              <a:cxnLst/>
              <a:rect l="l" t="t" r="r" b="b"/>
              <a:pathLst>
                <a:path w="363" h="410" extrusionOk="0">
                  <a:moveTo>
                    <a:pt x="152" y="1"/>
                  </a:moveTo>
                  <a:cubicBezTo>
                    <a:pt x="130" y="1"/>
                    <a:pt x="107" y="6"/>
                    <a:pt x="87" y="18"/>
                  </a:cubicBezTo>
                  <a:cubicBezTo>
                    <a:pt x="28" y="49"/>
                    <a:pt x="1" y="123"/>
                    <a:pt x="13" y="187"/>
                  </a:cubicBezTo>
                  <a:cubicBezTo>
                    <a:pt x="23" y="251"/>
                    <a:pt x="66" y="307"/>
                    <a:pt x="112" y="352"/>
                  </a:cubicBezTo>
                  <a:cubicBezTo>
                    <a:pt x="145" y="382"/>
                    <a:pt x="184" y="410"/>
                    <a:pt x="226" y="410"/>
                  </a:cubicBezTo>
                  <a:cubicBezTo>
                    <a:pt x="228" y="410"/>
                    <a:pt x="231" y="410"/>
                    <a:pt x="233" y="410"/>
                  </a:cubicBezTo>
                  <a:cubicBezTo>
                    <a:pt x="283" y="407"/>
                    <a:pt x="322" y="369"/>
                    <a:pt x="340" y="324"/>
                  </a:cubicBezTo>
                  <a:cubicBezTo>
                    <a:pt x="363" y="269"/>
                    <a:pt x="358" y="206"/>
                    <a:pt x="337" y="150"/>
                  </a:cubicBezTo>
                  <a:cubicBezTo>
                    <a:pt x="317" y="102"/>
                    <a:pt x="286" y="55"/>
                    <a:pt x="239" y="25"/>
                  </a:cubicBezTo>
                  <a:cubicBezTo>
                    <a:pt x="213" y="10"/>
                    <a:pt x="183" y="1"/>
                    <a:pt x="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-1870388" y="1067855"/>
              <a:ext cx="62998" cy="65402"/>
            </a:xfrm>
            <a:custGeom>
              <a:avLst/>
              <a:gdLst/>
              <a:ahLst/>
              <a:cxnLst/>
              <a:rect l="l" t="t" r="r" b="b"/>
              <a:pathLst>
                <a:path w="393" h="408" extrusionOk="0">
                  <a:moveTo>
                    <a:pt x="269" y="0"/>
                  </a:moveTo>
                  <a:cubicBezTo>
                    <a:pt x="232" y="0"/>
                    <a:pt x="194" y="14"/>
                    <a:pt x="164" y="32"/>
                  </a:cubicBezTo>
                  <a:cubicBezTo>
                    <a:pt x="99" y="70"/>
                    <a:pt x="43" y="124"/>
                    <a:pt x="22" y="197"/>
                  </a:cubicBezTo>
                  <a:cubicBezTo>
                    <a:pt x="1" y="267"/>
                    <a:pt x="27" y="355"/>
                    <a:pt x="90" y="391"/>
                  </a:cubicBezTo>
                  <a:cubicBezTo>
                    <a:pt x="112" y="403"/>
                    <a:pt x="136" y="408"/>
                    <a:pt x="160" y="408"/>
                  </a:cubicBezTo>
                  <a:cubicBezTo>
                    <a:pt x="209" y="408"/>
                    <a:pt x="260" y="387"/>
                    <a:pt x="298" y="353"/>
                  </a:cubicBezTo>
                  <a:cubicBezTo>
                    <a:pt x="361" y="296"/>
                    <a:pt x="393" y="210"/>
                    <a:pt x="385" y="127"/>
                  </a:cubicBezTo>
                  <a:cubicBezTo>
                    <a:pt x="382" y="83"/>
                    <a:pt x="363" y="38"/>
                    <a:pt x="328" y="16"/>
                  </a:cubicBezTo>
                  <a:cubicBezTo>
                    <a:pt x="310" y="5"/>
                    <a:pt x="290" y="0"/>
                    <a:pt x="2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-2157968" y="1060321"/>
              <a:ext cx="346729" cy="282128"/>
            </a:xfrm>
            <a:custGeom>
              <a:avLst/>
              <a:gdLst/>
              <a:ahLst/>
              <a:cxnLst/>
              <a:rect l="l" t="t" r="r" b="b"/>
              <a:pathLst>
                <a:path w="2163" h="1760" extrusionOk="0">
                  <a:moveTo>
                    <a:pt x="548" y="48"/>
                  </a:moveTo>
                  <a:cubicBezTo>
                    <a:pt x="614" y="48"/>
                    <a:pt x="676" y="63"/>
                    <a:pt x="735" y="87"/>
                  </a:cubicBezTo>
                  <a:cubicBezTo>
                    <a:pt x="813" y="126"/>
                    <a:pt x="880" y="189"/>
                    <a:pt x="926" y="269"/>
                  </a:cubicBezTo>
                  <a:cubicBezTo>
                    <a:pt x="991" y="375"/>
                    <a:pt x="1106" y="441"/>
                    <a:pt x="1229" y="441"/>
                  </a:cubicBezTo>
                  <a:cubicBezTo>
                    <a:pt x="1279" y="441"/>
                    <a:pt x="1324" y="432"/>
                    <a:pt x="1370" y="412"/>
                  </a:cubicBezTo>
                  <a:cubicBezTo>
                    <a:pt x="1380" y="409"/>
                    <a:pt x="1392" y="403"/>
                    <a:pt x="1406" y="400"/>
                  </a:cubicBezTo>
                  <a:cubicBezTo>
                    <a:pt x="1459" y="382"/>
                    <a:pt x="1513" y="373"/>
                    <a:pt x="1569" y="373"/>
                  </a:cubicBezTo>
                  <a:cubicBezTo>
                    <a:pt x="1712" y="373"/>
                    <a:pt x="1848" y="428"/>
                    <a:pt x="1943" y="526"/>
                  </a:cubicBezTo>
                  <a:cubicBezTo>
                    <a:pt x="1950" y="533"/>
                    <a:pt x="1958" y="544"/>
                    <a:pt x="1965" y="553"/>
                  </a:cubicBezTo>
                  <a:cubicBezTo>
                    <a:pt x="2071" y="664"/>
                    <a:pt x="2115" y="839"/>
                    <a:pt x="2078" y="1001"/>
                  </a:cubicBezTo>
                  <a:cubicBezTo>
                    <a:pt x="2039" y="1171"/>
                    <a:pt x="1919" y="1331"/>
                    <a:pt x="1747" y="1442"/>
                  </a:cubicBezTo>
                  <a:cubicBezTo>
                    <a:pt x="1606" y="1531"/>
                    <a:pt x="1438" y="1593"/>
                    <a:pt x="1210" y="1634"/>
                  </a:cubicBezTo>
                  <a:cubicBezTo>
                    <a:pt x="1113" y="1652"/>
                    <a:pt x="1015" y="1664"/>
                    <a:pt x="920" y="1678"/>
                  </a:cubicBezTo>
                  <a:cubicBezTo>
                    <a:pt x="851" y="1687"/>
                    <a:pt x="783" y="1697"/>
                    <a:pt x="714" y="1708"/>
                  </a:cubicBezTo>
                  <a:cubicBezTo>
                    <a:pt x="709" y="1708"/>
                    <a:pt x="704" y="1708"/>
                    <a:pt x="699" y="1708"/>
                  </a:cubicBezTo>
                  <a:cubicBezTo>
                    <a:pt x="684" y="1708"/>
                    <a:pt x="670" y="1706"/>
                    <a:pt x="655" y="1702"/>
                  </a:cubicBezTo>
                  <a:cubicBezTo>
                    <a:pt x="629" y="1694"/>
                    <a:pt x="608" y="1678"/>
                    <a:pt x="593" y="1657"/>
                  </a:cubicBezTo>
                  <a:cubicBezTo>
                    <a:pt x="415" y="1408"/>
                    <a:pt x="272" y="1139"/>
                    <a:pt x="165" y="853"/>
                  </a:cubicBezTo>
                  <a:cubicBezTo>
                    <a:pt x="105" y="691"/>
                    <a:pt x="52" y="507"/>
                    <a:pt x="109" y="337"/>
                  </a:cubicBezTo>
                  <a:cubicBezTo>
                    <a:pt x="166" y="170"/>
                    <a:pt x="350" y="48"/>
                    <a:pt x="548" y="48"/>
                  </a:cubicBezTo>
                  <a:close/>
                  <a:moveTo>
                    <a:pt x="548" y="1"/>
                  </a:moveTo>
                  <a:cubicBezTo>
                    <a:pt x="331" y="1"/>
                    <a:pt x="127" y="137"/>
                    <a:pt x="64" y="325"/>
                  </a:cubicBezTo>
                  <a:cubicBezTo>
                    <a:pt x="0" y="507"/>
                    <a:pt x="58" y="704"/>
                    <a:pt x="120" y="871"/>
                  </a:cubicBezTo>
                  <a:cubicBezTo>
                    <a:pt x="227" y="1160"/>
                    <a:pt x="374" y="1435"/>
                    <a:pt x="554" y="1687"/>
                  </a:cubicBezTo>
                  <a:cubicBezTo>
                    <a:pt x="573" y="1717"/>
                    <a:pt x="604" y="1739"/>
                    <a:pt x="640" y="1752"/>
                  </a:cubicBezTo>
                  <a:cubicBezTo>
                    <a:pt x="656" y="1755"/>
                    <a:pt x="674" y="1759"/>
                    <a:pt x="693" y="1759"/>
                  </a:cubicBezTo>
                  <a:lnTo>
                    <a:pt x="720" y="1759"/>
                  </a:lnTo>
                  <a:cubicBezTo>
                    <a:pt x="789" y="1747"/>
                    <a:pt x="857" y="1738"/>
                    <a:pt x="926" y="1729"/>
                  </a:cubicBezTo>
                  <a:cubicBezTo>
                    <a:pt x="1023" y="1715"/>
                    <a:pt x="1121" y="1702"/>
                    <a:pt x="1217" y="1685"/>
                  </a:cubicBezTo>
                  <a:cubicBezTo>
                    <a:pt x="1451" y="1641"/>
                    <a:pt x="1626" y="1578"/>
                    <a:pt x="1771" y="1486"/>
                  </a:cubicBezTo>
                  <a:cubicBezTo>
                    <a:pt x="1953" y="1368"/>
                    <a:pt x="2081" y="1197"/>
                    <a:pt x="2124" y="1016"/>
                  </a:cubicBezTo>
                  <a:cubicBezTo>
                    <a:pt x="2163" y="839"/>
                    <a:pt x="2115" y="645"/>
                    <a:pt x="1998" y="524"/>
                  </a:cubicBezTo>
                  <a:cubicBezTo>
                    <a:pt x="1991" y="515"/>
                    <a:pt x="1982" y="506"/>
                    <a:pt x="1974" y="495"/>
                  </a:cubicBezTo>
                  <a:cubicBezTo>
                    <a:pt x="1873" y="390"/>
                    <a:pt x="1724" y="328"/>
                    <a:pt x="1567" y="328"/>
                  </a:cubicBezTo>
                  <a:cubicBezTo>
                    <a:pt x="1505" y="328"/>
                    <a:pt x="1445" y="340"/>
                    <a:pt x="1388" y="358"/>
                  </a:cubicBezTo>
                  <a:cubicBezTo>
                    <a:pt x="1376" y="363"/>
                    <a:pt x="1362" y="367"/>
                    <a:pt x="1349" y="373"/>
                  </a:cubicBezTo>
                  <a:cubicBezTo>
                    <a:pt x="1309" y="390"/>
                    <a:pt x="1270" y="397"/>
                    <a:pt x="1228" y="397"/>
                  </a:cubicBezTo>
                  <a:cubicBezTo>
                    <a:pt x="1122" y="397"/>
                    <a:pt x="1023" y="342"/>
                    <a:pt x="969" y="250"/>
                  </a:cubicBezTo>
                  <a:cubicBezTo>
                    <a:pt x="916" y="159"/>
                    <a:pt x="842" y="88"/>
                    <a:pt x="754" y="48"/>
                  </a:cubicBezTo>
                  <a:cubicBezTo>
                    <a:pt x="691" y="14"/>
                    <a:pt x="622" y="1"/>
                    <a:pt x="5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-2062429" y="941698"/>
              <a:ext cx="106439" cy="129041"/>
            </a:xfrm>
            <a:custGeom>
              <a:avLst/>
              <a:gdLst/>
              <a:ahLst/>
              <a:cxnLst/>
              <a:rect l="l" t="t" r="r" b="b"/>
              <a:pathLst>
                <a:path w="664" h="805" extrusionOk="0">
                  <a:moveTo>
                    <a:pt x="342" y="49"/>
                  </a:moveTo>
                  <a:cubicBezTo>
                    <a:pt x="391" y="49"/>
                    <a:pt x="437" y="64"/>
                    <a:pt x="472" y="89"/>
                  </a:cubicBezTo>
                  <a:cubicBezTo>
                    <a:pt x="511" y="118"/>
                    <a:pt x="541" y="163"/>
                    <a:pt x="563" y="222"/>
                  </a:cubicBezTo>
                  <a:cubicBezTo>
                    <a:pt x="614" y="364"/>
                    <a:pt x="587" y="531"/>
                    <a:pt x="495" y="647"/>
                  </a:cubicBezTo>
                  <a:cubicBezTo>
                    <a:pt x="440" y="718"/>
                    <a:pt x="373" y="757"/>
                    <a:pt x="306" y="757"/>
                  </a:cubicBezTo>
                  <a:cubicBezTo>
                    <a:pt x="253" y="757"/>
                    <a:pt x="195" y="729"/>
                    <a:pt x="154" y="682"/>
                  </a:cubicBezTo>
                  <a:cubicBezTo>
                    <a:pt x="118" y="643"/>
                    <a:pt x="91" y="586"/>
                    <a:pt x="74" y="518"/>
                  </a:cubicBezTo>
                  <a:cubicBezTo>
                    <a:pt x="51" y="426"/>
                    <a:pt x="53" y="337"/>
                    <a:pt x="78" y="260"/>
                  </a:cubicBezTo>
                  <a:cubicBezTo>
                    <a:pt x="106" y="175"/>
                    <a:pt x="166" y="104"/>
                    <a:pt x="238" y="71"/>
                  </a:cubicBezTo>
                  <a:cubicBezTo>
                    <a:pt x="270" y="56"/>
                    <a:pt x="306" y="49"/>
                    <a:pt x="342" y="49"/>
                  </a:cubicBezTo>
                  <a:close/>
                  <a:moveTo>
                    <a:pt x="339" y="0"/>
                  </a:moveTo>
                  <a:cubicBezTo>
                    <a:pt x="297" y="0"/>
                    <a:pt x="255" y="9"/>
                    <a:pt x="217" y="26"/>
                  </a:cubicBezTo>
                  <a:cubicBezTo>
                    <a:pt x="130" y="65"/>
                    <a:pt x="63" y="145"/>
                    <a:pt x="30" y="243"/>
                  </a:cubicBezTo>
                  <a:cubicBezTo>
                    <a:pt x="3" y="328"/>
                    <a:pt x="0" y="427"/>
                    <a:pt x="26" y="527"/>
                  </a:cubicBezTo>
                  <a:cubicBezTo>
                    <a:pt x="44" y="602"/>
                    <a:pt x="74" y="665"/>
                    <a:pt x="116" y="712"/>
                  </a:cubicBezTo>
                  <a:cubicBezTo>
                    <a:pt x="169" y="771"/>
                    <a:pt x="235" y="804"/>
                    <a:pt x="306" y="804"/>
                  </a:cubicBezTo>
                  <a:cubicBezTo>
                    <a:pt x="388" y="804"/>
                    <a:pt x="471" y="759"/>
                    <a:pt x="532" y="676"/>
                  </a:cubicBezTo>
                  <a:cubicBezTo>
                    <a:pt x="633" y="546"/>
                    <a:pt x="664" y="361"/>
                    <a:pt x="608" y="206"/>
                  </a:cubicBezTo>
                  <a:cubicBezTo>
                    <a:pt x="582" y="138"/>
                    <a:pt x="547" y="86"/>
                    <a:pt x="502" y="50"/>
                  </a:cubicBezTo>
                  <a:cubicBezTo>
                    <a:pt x="458" y="17"/>
                    <a:pt x="399" y="0"/>
                    <a:pt x="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-1957752" y="974720"/>
              <a:ext cx="114935" cy="130805"/>
            </a:xfrm>
            <a:custGeom>
              <a:avLst/>
              <a:gdLst/>
              <a:ahLst/>
              <a:cxnLst/>
              <a:rect l="l" t="t" r="r" b="b"/>
              <a:pathLst>
                <a:path w="717" h="816" extrusionOk="0">
                  <a:moveTo>
                    <a:pt x="415" y="49"/>
                  </a:moveTo>
                  <a:cubicBezTo>
                    <a:pt x="504" y="49"/>
                    <a:pt x="588" y="95"/>
                    <a:pt x="629" y="168"/>
                  </a:cubicBezTo>
                  <a:cubicBezTo>
                    <a:pt x="654" y="212"/>
                    <a:pt x="667" y="268"/>
                    <a:pt x="663" y="334"/>
                  </a:cubicBezTo>
                  <a:cubicBezTo>
                    <a:pt x="656" y="493"/>
                    <a:pt x="561" y="645"/>
                    <a:pt x="422" y="725"/>
                  </a:cubicBezTo>
                  <a:cubicBezTo>
                    <a:pt x="371" y="754"/>
                    <a:pt x="317" y="769"/>
                    <a:pt x="268" y="769"/>
                  </a:cubicBezTo>
                  <a:cubicBezTo>
                    <a:pt x="240" y="769"/>
                    <a:pt x="215" y="764"/>
                    <a:pt x="192" y="755"/>
                  </a:cubicBezTo>
                  <a:cubicBezTo>
                    <a:pt x="139" y="732"/>
                    <a:pt x="94" y="681"/>
                    <a:pt x="71" y="618"/>
                  </a:cubicBezTo>
                  <a:cubicBezTo>
                    <a:pt x="53" y="562"/>
                    <a:pt x="48" y="497"/>
                    <a:pt x="60" y="423"/>
                  </a:cubicBezTo>
                  <a:cubicBezTo>
                    <a:pt x="75" y="324"/>
                    <a:pt x="113" y="235"/>
                    <a:pt x="169" y="170"/>
                  </a:cubicBezTo>
                  <a:cubicBezTo>
                    <a:pt x="232" y="99"/>
                    <a:pt x="320" y="54"/>
                    <a:pt x="406" y="49"/>
                  </a:cubicBezTo>
                  <a:close/>
                  <a:moveTo>
                    <a:pt x="419" y="1"/>
                  </a:moveTo>
                  <a:cubicBezTo>
                    <a:pt x="413" y="1"/>
                    <a:pt x="408" y="1"/>
                    <a:pt x="403" y="1"/>
                  </a:cubicBezTo>
                  <a:cubicBezTo>
                    <a:pt x="303" y="4"/>
                    <a:pt x="205" y="55"/>
                    <a:pt x="134" y="138"/>
                  </a:cubicBezTo>
                  <a:cubicBezTo>
                    <a:pt x="71" y="211"/>
                    <a:pt x="30" y="304"/>
                    <a:pt x="14" y="414"/>
                  </a:cubicBezTo>
                  <a:cubicBezTo>
                    <a:pt x="0" y="494"/>
                    <a:pt x="6" y="568"/>
                    <a:pt x="26" y="630"/>
                  </a:cubicBezTo>
                  <a:cubicBezTo>
                    <a:pt x="53" y="708"/>
                    <a:pt x="106" y="769"/>
                    <a:pt x="173" y="796"/>
                  </a:cubicBezTo>
                  <a:cubicBezTo>
                    <a:pt x="202" y="809"/>
                    <a:pt x="234" y="815"/>
                    <a:pt x="267" y="815"/>
                  </a:cubicBezTo>
                  <a:cubicBezTo>
                    <a:pt x="341" y="815"/>
                    <a:pt x="406" y="787"/>
                    <a:pt x="446" y="764"/>
                  </a:cubicBezTo>
                  <a:cubicBezTo>
                    <a:pt x="599" y="680"/>
                    <a:pt x="704" y="509"/>
                    <a:pt x="712" y="334"/>
                  </a:cubicBezTo>
                  <a:cubicBezTo>
                    <a:pt x="716" y="259"/>
                    <a:pt x="701" y="193"/>
                    <a:pt x="671" y="140"/>
                  </a:cubicBezTo>
                  <a:cubicBezTo>
                    <a:pt x="622" y="57"/>
                    <a:pt x="523" y="1"/>
                    <a:pt x="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-2144663" y="972957"/>
              <a:ext cx="80631" cy="90249"/>
            </a:xfrm>
            <a:custGeom>
              <a:avLst/>
              <a:gdLst/>
              <a:ahLst/>
              <a:cxnLst/>
              <a:rect l="l" t="t" r="r" b="b"/>
              <a:pathLst>
                <a:path w="503" h="563" extrusionOk="0">
                  <a:moveTo>
                    <a:pt x="215" y="48"/>
                  </a:moveTo>
                  <a:cubicBezTo>
                    <a:pt x="248" y="48"/>
                    <a:pt x="282" y="59"/>
                    <a:pt x="310" y="74"/>
                  </a:cubicBezTo>
                  <a:cubicBezTo>
                    <a:pt x="358" y="104"/>
                    <a:pt x="397" y="155"/>
                    <a:pt x="421" y="219"/>
                  </a:cubicBezTo>
                  <a:cubicBezTo>
                    <a:pt x="450" y="292"/>
                    <a:pt x="451" y="362"/>
                    <a:pt x="427" y="421"/>
                  </a:cubicBezTo>
                  <a:cubicBezTo>
                    <a:pt x="411" y="464"/>
                    <a:pt x="367" y="510"/>
                    <a:pt x="314" y="513"/>
                  </a:cubicBezTo>
                  <a:lnTo>
                    <a:pt x="308" y="513"/>
                  </a:lnTo>
                  <a:cubicBezTo>
                    <a:pt x="269" y="513"/>
                    <a:pt x="227" y="493"/>
                    <a:pt x="180" y="449"/>
                  </a:cubicBezTo>
                  <a:cubicBezTo>
                    <a:pt x="113" y="387"/>
                    <a:pt x="74" y="320"/>
                    <a:pt x="64" y="253"/>
                  </a:cubicBezTo>
                  <a:cubicBezTo>
                    <a:pt x="52" y="187"/>
                    <a:pt x="76" y="101"/>
                    <a:pt x="142" y="65"/>
                  </a:cubicBezTo>
                  <a:cubicBezTo>
                    <a:pt x="163" y="53"/>
                    <a:pt x="187" y="48"/>
                    <a:pt x="215" y="48"/>
                  </a:cubicBezTo>
                  <a:close/>
                  <a:moveTo>
                    <a:pt x="215" y="0"/>
                  </a:moveTo>
                  <a:cubicBezTo>
                    <a:pt x="181" y="0"/>
                    <a:pt x="147" y="8"/>
                    <a:pt x="120" y="23"/>
                  </a:cubicBezTo>
                  <a:cubicBezTo>
                    <a:pt x="43" y="66"/>
                    <a:pt x="0" y="164"/>
                    <a:pt x="15" y="262"/>
                  </a:cubicBezTo>
                  <a:cubicBezTo>
                    <a:pt x="29" y="339"/>
                    <a:pt x="73" y="415"/>
                    <a:pt x="148" y="486"/>
                  </a:cubicBezTo>
                  <a:cubicBezTo>
                    <a:pt x="204" y="535"/>
                    <a:pt x="255" y="562"/>
                    <a:pt x="308" y="562"/>
                  </a:cubicBezTo>
                  <a:lnTo>
                    <a:pt x="317" y="562"/>
                  </a:lnTo>
                  <a:cubicBezTo>
                    <a:pt x="383" y="558"/>
                    <a:pt x="445" y="510"/>
                    <a:pt x="474" y="440"/>
                  </a:cubicBezTo>
                  <a:cubicBezTo>
                    <a:pt x="503" y="369"/>
                    <a:pt x="501" y="285"/>
                    <a:pt x="468" y="202"/>
                  </a:cubicBezTo>
                  <a:cubicBezTo>
                    <a:pt x="441" y="128"/>
                    <a:pt x="392" y="68"/>
                    <a:pt x="337" y="35"/>
                  </a:cubicBezTo>
                  <a:cubicBezTo>
                    <a:pt x="300" y="11"/>
                    <a:pt x="257" y="0"/>
                    <a:pt x="2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-1849068" y="1050222"/>
              <a:ext cx="87684" cy="90569"/>
            </a:xfrm>
            <a:custGeom>
              <a:avLst/>
              <a:gdLst/>
              <a:ahLst/>
              <a:cxnLst/>
              <a:rect l="l" t="t" r="r" b="b"/>
              <a:pathLst>
                <a:path w="547" h="565" extrusionOk="0">
                  <a:moveTo>
                    <a:pt x="365" y="52"/>
                  </a:moveTo>
                  <a:cubicBezTo>
                    <a:pt x="388" y="52"/>
                    <a:pt x="409" y="58"/>
                    <a:pt x="426" y="67"/>
                  </a:cubicBezTo>
                  <a:cubicBezTo>
                    <a:pt x="460" y="89"/>
                    <a:pt x="483" y="133"/>
                    <a:pt x="489" y="189"/>
                  </a:cubicBezTo>
                  <a:cubicBezTo>
                    <a:pt x="500" y="287"/>
                    <a:pt x="460" y="388"/>
                    <a:pt x="387" y="453"/>
                  </a:cubicBezTo>
                  <a:cubicBezTo>
                    <a:pt x="342" y="493"/>
                    <a:pt x="283" y="515"/>
                    <a:pt x="229" y="515"/>
                  </a:cubicBezTo>
                  <a:cubicBezTo>
                    <a:pt x="202" y="515"/>
                    <a:pt x="175" y="509"/>
                    <a:pt x="153" y="497"/>
                  </a:cubicBezTo>
                  <a:cubicBezTo>
                    <a:pt x="79" y="456"/>
                    <a:pt x="59" y="355"/>
                    <a:pt x="79" y="282"/>
                  </a:cubicBezTo>
                  <a:cubicBezTo>
                    <a:pt x="100" y="209"/>
                    <a:pt x="159" y="139"/>
                    <a:pt x="245" y="89"/>
                  </a:cubicBezTo>
                  <a:cubicBezTo>
                    <a:pt x="287" y="65"/>
                    <a:pt x="331" y="52"/>
                    <a:pt x="365" y="52"/>
                  </a:cubicBezTo>
                  <a:close/>
                  <a:moveTo>
                    <a:pt x="365" y="0"/>
                  </a:moveTo>
                  <a:cubicBezTo>
                    <a:pt x="310" y="0"/>
                    <a:pt x="257" y="26"/>
                    <a:pt x="221" y="46"/>
                  </a:cubicBezTo>
                  <a:cubicBezTo>
                    <a:pt x="124" y="103"/>
                    <a:pt x="56" y="181"/>
                    <a:pt x="32" y="266"/>
                  </a:cubicBezTo>
                  <a:cubicBezTo>
                    <a:pt x="1" y="373"/>
                    <a:pt x="41" y="489"/>
                    <a:pt x="129" y="539"/>
                  </a:cubicBezTo>
                  <a:cubicBezTo>
                    <a:pt x="159" y="555"/>
                    <a:pt x="192" y="564"/>
                    <a:pt x="230" y="564"/>
                  </a:cubicBezTo>
                  <a:cubicBezTo>
                    <a:pt x="295" y="564"/>
                    <a:pt x="365" y="536"/>
                    <a:pt x="417" y="488"/>
                  </a:cubicBezTo>
                  <a:cubicBezTo>
                    <a:pt x="501" y="412"/>
                    <a:pt x="546" y="295"/>
                    <a:pt x="536" y="181"/>
                  </a:cubicBezTo>
                  <a:cubicBezTo>
                    <a:pt x="528" y="111"/>
                    <a:pt x="498" y="52"/>
                    <a:pt x="451" y="23"/>
                  </a:cubicBezTo>
                  <a:cubicBezTo>
                    <a:pt x="426" y="8"/>
                    <a:pt x="399" y="0"/>
                    <a:pt x="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-2737134" y="514498"/>
              <a:ext cx="241412" cy="194925"/>
            </a:xfrm>
            <a:custGeom>
              <a:avLst/>
              <a:gdLst/>
              <a:ahLst/>
              <a:cxnLst/>
              <a:rect l="l" t="t" r="r" b="b"/>
              <a:pathLst>
                <a:path w="1506" h="1216" extrusionOk="0">
                  <a:moveTo>
                    <a:pt x="1135" y="0"/>
                  </a:moveTo>
                  <a:cubicBezTo>
                    <a:pt x="1088" y="0"/>
                    <a:pt x="1042" y="10"/>
                    <a:pt x="1000" y="30"/>
                  </a:cubicBezTo>
                  <a:cubicBezTo>
                    <a:pt x="937" y="58"/>
                    <a:pt x="889" y="107"/>
                    <a:pt x="854" y="164"/>
                  </a:cubicBezTo>
                  <a:cubicBezTo>
                    <a:pt x="811" y="235"/>
                    <a:pt x="734" y="275"/>
                    <a:pt x="655" y="275"/>
                  </a:cubicBezTo>
                  <a:cubicBezTo>
                    <a:pt x="623" y="275"/>
                    <a:pt x="591" y="269"/>
                    <a:pt x="560" y="256"/>
                  </a:cubicBezTo>
                  <a:cubicBezTo>
                    <a:pt x="551" y="251"/>
                    <a:pt x="543" y="248"/>
                    <a:pt x="534" y="244"/>
                  </a:cubicBezTo>
                  <a:cubicBezTo>
                    <a:pt x="494" y="229"/>
                    <a:pt x="451" y="223"/>
                    <a:pt x="409" y="223"/>
                  </a:cubicBezTo>
                  <a:cubicBezTo>
                    <a:pt x="307" y="223"/>
                    <a:pt x="204" y="262"/>
                    <a:pt x="133" y="333"/>
                  </a:cubicBezTo>
                  <a:cubicBezTo>
                    <a:pt x="127" y="339"/>
                    <a:pt x="121" y="345"/>
                    <a:pt x="115" y="352"/>
                  </a:cubicBezTo>
                  <a:cubicBezTo>
                    <a:pt x="32" y="437"/>
                    <a:pt x="0" y="568"/>
                    <a:pt x="25" y="686"/>
                  </a:cubicBezTo>
                  <a:cubicBezTo>
                    <a:pt x="53" y="821"/>
                    <a:pt x="148" y="936"/>
                    <a:pt x="264" y="1013"/>
                  </a:cubicBezTo>
                  <a:cubicBezTo>
                    <a:pt x="379" y="1091"/>
                    <a:pt x="515" y="1130"/>
                    <a:pt x="650" y="1159"/>
                  </a:cubicBezTo>
                  <a:cubicBezTo>
                    <a:pt x="768" y="1182"/>
                    <a:pt x="887" y="1194"/>
                    <a:pt x="1003" y="1215"/>
                  </a:cubicBezTo>
                  <a:cubicBezTo>
                    <a:pt x="1009" y="1215"/>
                    <a:pt x="1015" y="1216"/>
                    <a:pt x="1021" y="1216"/>
                  </a:cubicBezTo>
                  <a:cubicBezTo>
                    <a:pt x="1031" y="1216"/>
                    <a:pt x="1042" y="1215"/>
                    <a:pt x="1053" y="1212"/>
                  </a:cubicBezTo>
                  <a:cubicBezTo>
                    <a:pt x="1073" y="1204"/>
                    <a:pt x="1092" y="1191"/>
                    <a:pt x="1106" y="1174"/>
                  </a:cubicBezTo>
                  <a:cubicBezTo>
                    <a:pt x="1235" y="996"/>
                    <a:pt x="1341" y="805"/>
                    <a:pt x="1419" y="601"/>
                  </a:cubicBezTo>
                  <a:cubicBezTo>
                    <a:pt x="1468" y="480"/>
                    <a:pt x="1505" y="346"/>
                    <a:pt x="1465" y="224"/>
                  </a:cubicBezTo>
                  <a:cubicBezTo>
                    <a:pt x="1421" y="88"/>
                    <a:pt x="1276" y="0"/>
                    <a:pt x="11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-2632458" y="429379"/>
              <a:ext cx="70051" cy="86722"/>
            </a:xfrm>
            <a:custGeom>
              <a:avLst/>
              <a:gdLst/>
              <a:ahLst/>
              <a:cxnLst/>
              <a:rect l="l" t="t" r="r" b="b"/>
              <a:pathLst>
                <a:path w="437" h="541" extrusionOk="0">
                  <a:moveTo>
                    <a:pt x="213" y="0"/>
                  </a:moveTo>
                  <a:cubicBezTo>
                    <a:pt x="176" y="0"/>
                    <a:pt x="140" y="11"/>
                    <a:pt x="110" y="33"/>
                  </a:cubicBezTo>
                  <a:cubicBezTo>
                    <a:pt x="77" y="57"/>
                    <a:pt x="55" y="95"/>
                    <a:pt x="40" y="134"/>
                  </a:cubicBezTo>
                  <a:cubicBezTo>
                    <a:pt x="0" y="239"/>
                    <a:pt x="19" y="365"/>
                    <a:pt x="86" y="455"/>
                  </a:cubicBezTo>
                  <a:cubicBezTo>
                    <a:pt x="123" y="502"/>
                    <a:pt x="175" y="539"/>
                    <a:pt x="234" y="541"/>
                  </a:cubicBezTo>
                  <a:cubicBezTo>
                    <a:pt x="281" y="541"/>
                    <a:pt x="323" y="518"/>
                    <a:pt x="356" y="484"/>
                  </a:cubicBezTo>
                  <a:cubicBezTo>
                    <a:pt x="388" y="449"/>
                    <a:pt x="408" y="404"/>
                    <a:pt x="418" y="359"/>
                  </a:cubicBezTo>
                  <a:cubicBezTo>
                    <a:pt x="435" y="297"/>
                    <a:pt x="436" y="229"/>
                    <a:pt x="418" y="167"/>
                  </a:cubicBezTo>
                  <a:cubicBezTo>
                    <a:pt x="399" y="104"/>
                    <a:pt x="356" y="48"/>
                    <a:pt x="297" y="19"/>
                  </a:cubicBezTo>
                  <a:cubicBezTo>
                    <a:pt x="271" y="7"/>
                    <a:pt x="242" y="0"/>
                    <a:pt x="2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-2712929" y="451981"/>
              <a:ext cx="75341" cy="87684"/>
            </a:xfrm>
            <a:custGeom>
              <a:avLst/>
              <a:gdLst/>
              <a:ahLst/>
              <a:cxnLst/>
              <a:rect l="l" t="t" r="r" b="b"/>
              <a:pathLst>
                <a:path w="470" h="547" extrusionOk="0">
                  <a:moveTo>
                    <a:pt x="196" y="0"/>
                  </a:moveTo>
                  <a:cubicBezTo>
                    <a:pt x="131" y="0"/>
                    <a:pt x="65" y="32"/>
                    <a:pt x="30" y="89"/>
                  </a:cubicBezTo>
                  <a:cubicBezTo>
                    <a:pt x="8" y="127"/>
                    <a:pt x="0" y="172"/>
                    <a:pt x="2" y="218"/>
                  </a:cubicBezTo>
                  <a:cubicBezTo>
                    <a:pt x="6" y="337"/>
                    <a:pt x="76" y="451"/>
                    <a:pt x="178" y="512"/>
                  </a:cubicBezTo>
                  <a:cubicBezTo>
                    <a:pt x="215" y="533"/>
                    <a:pt x="256" y="547"/>
                    <a:pt x="296" y="547"/>
                  </a:cubicBezTo>
                  <a:cubicBezTo>
                    <a:pt x="317" y="547"/>
                    <a:pt x="337" y="543"/>
                    <a:pt x="356" y="536"/>
                  </a:cubicBezTo>
                  <a:cubicBezTo>
                    <a:pt x="401" y="518"/>
                    <a:pt x="436" y="475"/>
                    <a:pt x="453" y="430"/>
                  </a:cubicBezTo>
                  <a:cubicBezTo>
                    <a:pt x="469" y="383"/>
                    <a:pt x="469" y="332"/>
                    <a:pt x="465" y="284"/>
                  </a:cubicBezTo>
                  <a:cubicBezTo>
                    <a:pt x="454" y="216"/>
                    <a:pt x="430" y="148"/>
                    <a:pt x="385" y="95"/>
                  </a:cubicBezTo>
                  <a:cubicBezTo>
                    <a:pt x="340" y="43"/>
                    <a:pt x="276" y="5"/>
                    <a:pt x="205" y="0"/>
                  </a:cubicBezTo>
                  <a:cubicBezTo>
                    <a:pt x="202" y="0"/>
                    <a:pt x="199" y="0"/>
                    <a:pt x="1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-2555834" y="452943"/>
              <a:ext cx="51937" cy="58510"/>
            </a:xfrm>
            <a:custGeom>
              <a:avLst/>
              <a:gdLst/>
              <a:ahLst/>
              <a:cxnLst/>
              <a:rect l="l" t="t" r="r" b="b"/>
              <a:pathLst>
                <a:path w="324" h="365" extrusionOk="0">
                  <a:moveTo>
                    <a:pt x="190" y="0"/>
                  </a:moveTo>
                  <a:cubicBezTo>
                    <a:pt x="162" y="0"/>
                    <a:pt x="135" y="8"/>
                    <a:pt x="112" y="22"/>
                  </a:cubicBezTo>
                  <a:cubicBezTo>
                    <a:pt x="73" y="44"/>
                    <a:pt x="44" y="85"/>
                    <a:pt x="25" y="130"/>
                  </a:cubicBezTo>
                  <a:cubicBezTo>
                    <a:pt x="6" y="180"/>
                    <a:pt x="0" y="236"/>
                    <a:pt x="20" y="287"/>
                  </a:cubicBezTo>
                  <a:cubicBezTo>
                    <a:pt x="35" y="326"/>
                    <a:pt x="73" y="362"/>
                    <a:pt x="114" y="364"/>
                  </a:cubicBezTo>
                  <a:cubicBezTo>
                    <a:pt x="117" y="364"/>
                    <a:pt x="120" y="364"/>
                    <a:pt x="124" y="364"/>
                  </a:cubicBezTo>
                  <a:cubicBezTo>
                    <a:pt x="162" y="364"/>
                    <a:pt x="196" y="342"/>
                    <a:pt x="224" y="316"/>
                  </a:cubicBezTo>
                  <a:cubicBezTo>
                    <a:pt x="266" y="276"/>
                    <a:pt x="304" y="225"/>
                    <a:pt x="314" y="168"/>
                  </a:cubicBezTo>
                  <a:cubicBezTo>
                    <a:pt x="323" y="111"/>
                    <a:pt x="302" y="44"/>
                    <a:pt x="249" y="16"/>
                  </a:cubicBezTo>
                  <a:cubicBezTo>
                    <a:pt x="231" y="5"/>
                    <a:pt x="211" y="0"/>
                    <a:pt x="1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-2771920" y="504880"/>
              <a:ext cx="56265" cy="59151"/>
            </a:xfrm>
            <a:custGeom>
              <a:avLst/>
              <a:gdLst/>
              <a:ahLst/>
              <a:cxnLst/>
              <a:rect l="l" t="t" r="r" b="b"/>
              <a:pathLst>
                <a:path w="351" h="369" extrusionOk="0">
                  <a:moveTo>
                    <a:pt x="112" y="0"/>
                  </a:moveTo>
                  <a:cubicBezTo>
                    <a:pt x="94" y="0"/>
                    <a:pt x="76" y="4"/>
                    <a:pt x="61" y="14"/>
                  </a:cubicBezTo>
                  <a:cubicBezTo>
                    <a:pt x="29" y="35"/>
                    <a:pt x="12" y="75"/>
                    <a:pt x="8" y="114"/>
                  </a:cubicBezTo>
                  <a:cubicBezTo>
                    <a:pt x="0" y="189"/>
                    <a:pt x="29" y="266"/>
                    <a:pt x="83" y="317"/>
                  </a:cubicBezTo>
                  <a:cubicBezTo>
                    <a:pt x="117" y="348"/>
                    <a:pt x="163" y="368"/>
                    <a:pt x="208" y="368"/>
                  </a:cubicBezTo>
                  <a:cubicBezTo>
                    <a:pt x="229" y="368"/>
                    <a:pt x="250" y="364"/>
                    <a:pt x="269" y="353"/>
                  </a:cubicBezTo>
                  <a:cubicBezTo>
                    <a:pt x="328" y="322"/>
                    <a:pt x="350" y="243"/>
                    <a:pt x="331" y="180"/>
                  </a:cubicBezTo>
                  <a:cubicBezTo>
                    <a:pt x="314" y="115"/>
                    <a:pt x="263" y="65"/>
                    <a:pt x="207" y="31"/>
                  </a:cubicBezTo>
                  <a:cubicBezTo>
                    <a:pt x="179" y="13"/>
                    <a:pt x="145" y="0"/>
                    <a:pt x="1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-2769996" y="500231"/>
              <a:ext cx="312264" cy="254076"/>
            </a:xfrm>
            <a:custGeom>
              <a:avLst/>
              <a:gdLst/>
              <a:ahLst/>
              <a:cxnLst/>
              <a:rect l="l" t="t" r="r" b="b"/>
              <a:pathLst>
                <a:path w="1948" h="1585" extrusionOk="0">
                  <a:moveTo>
                    <a:pt x="1457" y="52"/>
                  </a:moveTo>
                  <a:cubicBezTo>
                    <a:pt x="1633" y="52"/>
                    <a:pt x="1799" y="164"/>
                    <a:pt x="1849" y="316"/>
                  </a:cubicBezTo>
                  <a:cubicBezTo>
                    <a:pt x="1897" y="468"/>
                    <a:pt x="1848" y="634"/>
                    <a:pt x="1792" y="776"/>
                  </a:cubicBezTo>
                  <a:cubicBezTo>
                    <a:pt x="1692" y="1031"/>
                    <a:pt x="1561" y="1272"/>
                    <a:pt x="1398" y="1492"/>
                  </a:cubicBezTo>
                  <a:cubicBezTo>
                    <a:pt x="1386" y="1512"/>
                    <a:pt x="1367" y="1524"/>
                    <a:pt x="1344" y="1532"/>
                  </a:cubicBezTo>
                  <a:cubicBezTo>
                    <a:pt x="1332" y="1536"/>
                    <a:pt x="1323" y="1538"/>
                    <a:pt x="1312" y="1538"/>
                  </a:cubicBezTo>
                  <a:cubicBezTo>
                    <a:pt x="1305" y="1538"/>
                    <a:pt x="1299" y="1538"/>
                    <a:pt x="1293" y="1536"/>
                  </a:cubicBezTo>
                  <a:lnTo>
                    <a:pt x="1106" y="1507"/>
                  </a:lnTo>
                  <a:cubicBezTo>
                    <a:pt x="1021" y="1494"/>
                    <a:pt x="932" y="1482"/>
                    <a:pt x="848" y="1464"/>
                  </a:cubicBezTo>
                  <a:cubicBezTo>
                    <a:pt x="644" y="1423"/>
                    <a:pt x="492" y="1366"/>
                    <a:pt x="370" y="1286"/>
                  </a:cubicBezTo>
                  <a:cubicBezTo>
                    <a:pt x="216" y="1183"/>
                    <a:pt x="112" y="1038"/>
                    <a:pt x="79" y="888"/>
                  </a:cubicBezTo>
                  <a:cubicBezTo>
                    <a:pt x="49" y="744"/>
                    <a:pt x="91" y="588"/>
                    <a:pt x="187" y="488"/>
                  </a:cubicBezTo>
                  <a:cubicBezTo>
                    <a:pt x="195" y="480"/>
                    <a:pt x="199" y="473"/>
                    <a:pt x="207" y="465"/>
                  </a:cubicBezTo>
                  <a:cubicBezTo>
                    <a:pt x="290" y="382"/>
                    <a:pt x="411" y="333"/>
                    <a:pt x="536" y="333"/>
                  </a:cubicBezTo>
                  <a:cubicBezTo>
                    <a:pt x="589" y="333"/>
                    <a:pt x="641" y="343"/>
                    <a:pt x="690" y="357"/>
                  </a:cubicBezTo>
                  <a:cubicBezTo>
                    <a:pt x="702" y="361"/>
                    <a:pt x="711" y="367"/>
                    <a:pt x="723" y="370"/>
                  </a:cubicBezTo>
                  <a:cubicBezTo>
                    <a:pt x="763" y="390"/>
                    <a:pt x="807" y="399"/>
                    <a:pt x="852" y="399"/>
                  </a:cubicBezTo>
                  <a:cubicBezTo>
                    <a:pt x="965" y="399"/>
                    <a:pt x="1065" y="342"/>
                    <a:pt x="1124" y="247"/>
                  </a:cubicBezTo>
                  <a:cubicBezTo>
                    <a:pt x="1168" y="174"/>
                    <a:pt x="1226" y="120"/>
                    <a:pt x="1297" y="87"/>
                  </a:cubicBezTo>
                  <a:cubicBezTo>
                    <a:pt x="1345" y="64"/>
                    <a:pt x="1398" y="52"/>
                    <a:pt x="1457" y="52"/>
                  </a:cubicBezTo>
                  <a:close/>
                  <a:moveTo>
                    <a:pt x="1456" y="1"/>
                  </a:moveTo>
                  <a:cubicBezTo>
                    <a:pt x="1391" y="1"/>
                    <a:pt x="1329" y="15"/>
                    <a:pt x="1275" y="42"/>
                  </a:cubicBezTo>
                  <a:cubicBezTo>
                    <a:pt x="1195" y="79"/>
                    <a:pt x="1130" y="141"/>
                    <a:pt x="1080" y="220"/>
                  </a:cubicBezTo>
                  <a:cubicBezTo>
                    <a:pt x="1032" y="300"/>
                    <a:pt x="944" y="348"/>
                    <a:pt x="851" y="348"/>
                  </a:cubicBezTo>
                  <a:cubicBezTo>
                    <a:pt x="810" y="348"/>
                    <a:pt x="775" y="340"/>
                    <a:pt x="739" y="325"/>
                  </a:cubicBezTo>
                  <a:cubicBezTo>
                    <a:pt x="727" y="322"/>
                    <a:pt x="715" y="316"/>
                    <a:pt x="703" y="313"/>
                  </a:cubicBezTo>
                  <a:cubicBezTo>
                    <a:pt x="650" y="294"/>
                    <a:pt x="595" y="284"/>
                    <a:pt x="536" y="284"/>
                  </a:cubicBezTo>
                  <a:cubicBezTo>
                    <a:pt x="399" y="284"/>
                    <a:pt x="266" y="339"/>
                    <a:pt x="174" y="431"/>
                  </a:cubicBezTo>
                  <a:cubicBezTo>
                    <a:pt x="166" y="438"/>
                    <a:pt x="159" y="446"/>
                    <a:pt x="153" y="453"/>
                  </a:cubicBezTo>
                  <a:cubicBezTo>
                    <a:pt x="47" y="563"/>
                    <a:pt x="0" y="737"/>
                    <a:pt x="34" y="897"/>
                  </a:cubicBezTo>
                  <a:cubicBezTo>
                    <a:pt x="68" y="1061"/>
                    <a:pt x="183" y="1218"/>
                    <a:pt x="346" y="1325"/>
                  </a:cubicBezTo>
                  <a:cubicBezTo>
                    <a:pt x="474" y="1411"/>
                    <a:pt x="632" y="1470"/>
                    <a:pt x="840" y="1512"/>
                  </a:cubicBezTo>
                  <a:cubicBezTo>
                    <a:pt x="928" y="1528"/>
                    <a:pt x="1017" y="1542"/>
                    <a:pt x="1101" y="1554"/>
                  </a:cubicBezTo>
                  <a:cubicBezTo>
                    <a:pt x="1163" y="1562"/>
                    <a:pt x="1223" y="1572"/>
                    <a:pt x="1285" y="1583"/>
                  </a:cubicBezTo>
                  <a:cubicBezTo>
                    <a:pt x="1296" y="1584"/>
                    <a:pt x="1303" y="1584"/>
                    <a:pt x="1312" y="1584"/>
                  </a:cubicBezTo>
                  <a:cubicBezTo>
                    <a:pt x="1327" y="1584"/>
                    <a:pt x="1342" y="1583"/>
                    <a:pt x="1359" y="1575"/>
                  </a:cubicBezTo>
                  <a:cubicBezTo>
                    <a:pt x="1391" y="1566"/>
                    <a:pt x="1418" y="1545"/>
                    <a:pt x="1439" y="1519"/>
                  </a:cubicBezTo>
                  <a:cubicBezTo>
                    <a:pt x="1602" y="1295"/>
                    <a:pt x="1738" y="1049"/>
                    <a:pt x="1839" y="791"/>
                  </a:cubicBezTo>
                  <a:cubicBezTo>
                    <a:pt x="1896" y="640"/>
                    <a:pt x="1947" y="465"/>
                    <a:pt x="1894" y="300"/>
                  </a:cubicBezTo>
                  <a:cubicBezTo>
                    <a:pt x="1839" y="128"/>
                    <a:pt x="1653" y="1"/>
                    <a:pt x="14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-2638069" y="393952"/>
              <a:ext cx="96340" cy="116698"/>
            </a:xfrm>
            <a:custGeom>
              <a:avLst/>
              <a:gdLst/>
              <a:ahLst/>
              <a:cxnLst/>
              <a:rect l="l" t="t" r="r" b="b"/>
              <a:pathLst>
                <a:path w="601" h="728" extrusionOk="0">
                  <a:moveTo>
                    <a:pt x="295" y="46"/>
                  </a:moveTo>
                  <a:cubicBezTo>
                    <a:pt x="326" y="46"/>
                    <a:pt x="361" y="53"/>
                    <a:pt x="391" y="68"/>
                  </a:cubicBezTo>
                  <a:cubicBezTo>
                    <a:pt x="455" y="99"/>
                    <a:pt x="506" y="163"/>
                    <a:pt x="530" y="239"/>
                  </a:cubicBezTo>
                  <a:cubicBezTo>
                    <a:pt x="551" y="307"/>
                    <a:pt x="551" y="388"/>
                    <a:pt x="530" y="468"/>
                  </a:cubicBezTo>
                  <a:cubicBezTo>
                    <a:pt x="513" y="528"/>
                    <a:pt x="489" y="578"/>
                    <a:pt x="458" y="614"/>
                  </a:cubicBezTo>
                  <a:cubicBezTo>
                    <a:pt x="421" y="653"/>
                    <a:pt x="370" y="678"/>
                    <a:pt x="323" y="678"/>
                  </a:cubicBezTo>
                  <a:lnTo>
                    <a:pt x="323" y="702"/>
                  </a:lnTo>
                  <a:lnTo>
                    <a:pt x="322" y="678"/>
                  </a:lnTo>
                  <a:cubicBezTo>
                    <a:pt x="263" y="678"/>
                    <a:pt x="203" y="641"/>
                    <a:pt x="156" y="580"/>
                  </a:cubicBezTo>
                  <a:cubicBezTo>
                    <a:pt x="75" y="472"/>
                    <a:pt x="52" y="323"/>
                    <a:pt x="99" y="200"/>
                  </a:cubicBezTo>
                  <a:cubicBezTo>
                    <a:pt x="118" y="147"/>
                    <a:pt x="145" y="109"/>
                    <a:pt x="180" y="82"/>
                  </a:cubicBezTo>
                  <a:cubicBezTo>
                    <a:pt x="212" y="59"/>
                    <a:pt x="251" y="46"/>
                    <a:pt x="295" y="46"/>
                  </a:cubicBezTo>
                  <a:close/>
                  <a:moveTo>
                    <a:pt x="294" y="0"/>
                  </a:moveTo>
                  <a:cubicBezTo>
                    <a:pt x="242" y="0"/>
                    <a:pt x="191" y="15"/>
                    <a:pt x="152" y="44"/>
                  </a:cubicBezTo>
                  <a:cubicBezTo>
                    <a:pt x="108" y="74"/>
                    <a:pt x="76" y="121"/>
                    <a:pt x="54" y="181"/>
                  </a:cubicBezTo>
                  <a:cubicBezTo>
                    <a:pt x="1" y="322"/>
                    <a:pt x="25" y="489"/>
                    <a:pt x="115" y="608"/>
                  </a:cubicBezTo>
                  <a:cubicBezTo>
                    <a:pt x="173" y="684"/>
                    <a:pt x="247" y="724"/>
                    <a:pt x="319" y="727"/>
                  </a:cubicBezTo>
                  <a:lnTo>
                    <a:pt x="322" y="727"/>
                  </a:lnTo>
                  <a:cubicBezTo>
                    <a:pt x="384" y="727"/>
                    <a:pt x="446" y="697"/>
                    <a:pt x="492" y="647"/>
                  </a:cubicBezTo>
                  <a:cubicBezTo>
                    <a:pt x="533" y="607"/>
                    <a:pt x="560" y="549"/>
                    <a:pt x="578" y="482"/>
                  </a:cubicBezTo>
                  <a:cubicBezTo>
                    <a:pt x="601" y="391"/>
                    <a:pt x="601" y="302"/>
                    <a:pt x="575" y="225"/>
                  </a:cubicBezTo>
                  <a:cubicBezTo>
                    <a:pt x="548" y="135"/>
                    <a:pt x="488" y="64"/>
                    <a:pt x="409" y="26"/>
                  </a:cubicBezTo>
                  <a:cubicBezTo>
                    <a:pt x="374" y="9"/>
                    <a:pt x="334" y="0"/>
                    <a:pt x="2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-2739379" y="422165"/>
              <a:ext cx="102913" cy="118141"/>
            </a:xfrm>
            <a:custGeom>
              <a:avLst/>
              <a:gdLst/>
              <a:ahLst/>
              <a:cxnLst/>
              <a:rect l="l" t="t" r="r" b="b"/>
              <a:pathLst>
                <a:path w="642" h="737" extrusionOk="0">
                  <a:moveTo>
                    <a:pt x="284" y="48"/>
                  </a:moveTo>
                  <a:cubicBezTo>
                    <a:pt x="360" y="51"/>
                    <a:pt x="437" y="93"/>
                    <a:pt x="491" y="156"/>
                  </a:cubicBezTo>
                  <a:cubicBezTo>
                    <a:pt x="541" y="215"/>
                    <a:pt x="572" y="295"/>
                    <a:pt x="586" y="382"/>
                  </a:cubicBezTo>
                  <a:cubicBezTo>
                    <a:pt x="594" y="449"/>
                    <a:pt x="589" y="508"/>
                    <a:pt x="572" y="556"/>
                  </a:cubicBezTo>
                  <a:cubicBezTo>
                    <a:pt x="554" y="612"/>
                    <a:pt x="512" y="657"/>
                    <a:pt x="465" y="675"/>
                  </a:cubicBezTo>
                  <a:cubicBezTo>
                    <a:pt x="446" y="683"/>
                    <a:pt x="423" y="687"/>
                    <a:pt x="401" y="687"/>
                  </a:cubicBezTo>
                  <a:cubicBezTo>
                    <a:pt x="358" y="687"/>
                    <a:pt x="307" y="672"/>
                    <a:pt x="262" y="645"/>
                  </a:cubicBezTo>
                  <a:cubicBezTo>
                    <a:pt x="140" y="574"/>
                    <a:pt x="58" y="435"/>
                    <a:pt x="52" y="295"/>
                  </a:cubicBezTo>
                  <a:cubicBezTo>
                    <a:pt x="51" y="236"/>
                    <a:pt x="60" y="186"/>
                    <a:pt x="84" y="147"/>
                  </a:cubicBezTo>
                  <a:cubicBezTo>
                    <a:pt x="122" y="87"/>
                    <a:pt x="195" y="48"/>
                    <a:pt x="272" y="48"/>
                  </a:cubicBezTo>
                  <a:close/>
                  <a:moveTo>
                    <a:pt x="271" y="0"/>
                  </a:moveTo>
                  <a:cubicBezTo>
                    <a:pt x="177" y="0"/>
                    <a:pt x="87" y="48"/>
                    <a:pt x="43" y="123"/>
                  </a:cubicBezTo>
                  <a:cubicBezTo>
                    <a:pt x="14" y="170"/>
                    <a:pt x="1" y="229"/>
                    <a:pt x="4" y="296"/>
                  </a:cubicBezTo>
                  <a:cubicBezTo>
                    <a:pt x="8" y="455"/>
                    <a:pt x="100" y="609"/>
                    <a:pt x="236" y="689"/>
                  </a:cubicBezTo>
                  <a:cubicBezTo>
                    <a:pt x="274" y="711"/>
                    <a:pt x="333" y="737"/>
                    <a:pt x="401" y="737"/>
                  </a:cubicBezTo>
                  <a:cubicBezTo>
                    <a:pt x="429" y="737"/>
                    <a:pt x="458" y="732"/>
                    <a:pt x="482" y="725"/>
                  </a:cubicBezTo>
                  <a:cubicBezTo>
                    <a:pt x="542" y="699"/>
                    <a:pt x="594" y="645"/>
                    <a:pt x="618" y="575"/>
                  </a:cubicBezTo>
                  <a:cubicBezTo>
                    <a:pt x="639" y="518"/>
                    <a:pt x="642" y="453"/>
                    <a:pt x="633" y="379"/>
                  </a:cubicBezTo>
                  <a:cubicBezTo>
                    <a:pt x="619" y="281"/>
                    <a:pt x="583" y="194"/>
                    <a:pt x="529" y="129"/>
                  </a:cubicBezTo>
                  <a:cubicBezTo>
                    <a:pt x="467" y="51"/>
                    <a:pt x="378" y="5"/>
                    <a:pt x="287" y="1"/>
                  </a:cubicBezTo>
                  <a:cubicBezTo>
                    <a:pt x="282" y="1"/>
                    <a:pt x="276" y="0"/>
                    <a:pt x="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-2541087" y="422806"/>
              <a:ext cx="73578" cy="81753"/>
            </a:xfrm>
            <a:custGeom>
              <a:avLst/>
              <a:gdLst/>
              <a:ahLst/>
              <a:cxnLst/>
              <a:rect l="l" t="t" r="r" b="b"/>
              <a:pathLst>
                <a:path w="459" h="510" extrusionOk="0">
                  <a:moveTo>
                    <a:pt x="263" y="50"/>
                  </a:moveTo>
                  <a:cubicBezTo>
                    <a:pt x="285" y="50"/>
                    <a:pt x="308" y="54"/>
                    <a:pt x="329" y="65"/>
                  </a:cubicBezTo>
                  <a:cubicBezTo>
                    <a:pt x="388" y="98"/>
                    <a:pt x="406" y="173"/>
                    <a:pt x="397" y="232"/>
                  </a:cubicBezTo>
                  <a:cubicBezTo>
                    <a:pt x="385" y="291"/>
                    <a:pt x="350" y="348"/>
                    <a:pt x="290" y="404"/>
                  </a:cubicBezTo>
                  <a:cubicBezTo>
                    <a:pt x="248" y="442"/>
                    <a:pt x="210" y="460"/>
                    <a:pt x="177" y="460"/>
                  </a:cubicBezTo>
                  <a:lnTo>
                    <a:pt x="169" y="460"/>
                  </a:lnTo>
                  <a:cubicBezTo>
                    <a:pt x="124" y="457"/>
                    <a:pt x="86" y="416"/>
                    <a:pt x="71" y="377"/>
                  </a:cubicBezTo>
                  <a:cubicBezTo>
                    <a:pt x="50" y="324"/>
                    <a:pt x="53" y="262"/>
                    <a:pt x="79" y="197"/>
                  </a:cubicBezTo>
                  <a:cubicBezTo>
                    <a:pt x="101" y="142"/>
                    <a:pt x="136" y="96"/>
                    <a:pt x="180" y="72"/>
                  </a:cubicBezTo>
                  <a:cubicBezTo>
                    <a:pt x="204" y="57"/>
                    <a:pt x="234" y="50"/>
                    <a:pt x="263" y="50"/>
                  </a:cubicBezTo>
                  <a:close/>
                  <a:moveTo>
                    <a:pt x="262" y="1"/>
                  </a:moveTo>
                  <a:cubicBezTo>
                    <a:pt x="225" y="1"/>
                    <a:pt x="187" y="11"/>
                    <a:pt x="154" y="30"/>
                  </a:cubicBezTo>
                  <a:cubicBezTo>
                    <a:pt x="88" y="69"/>
                    <a:pt x="52" y="134"/>
                    <a:pt x="34" y="181"/>
                  </a:cubicBezTo>
                  <a:cubicBezTo>
                    <a:pt x="3" y="256"/>
                    <a:pt x="0" y="333"/>
                    <a:pt x="26" y="397"/>
                  </a:cubicBezTo>
                  <a:cubicBezTo>
                    <a:pt x="50" y="460"/>
                    <a:pt x="104" y="505"/>
                    <a:pt x="165" y="510"/>
                  </a:cubicBezTo>
                  <a:lnTo>
                    <a:pt x="177" y="510"/>
                  </a:lnTo>
                  <a:cubicBezTo>
                    <a:pt x="224" y="510"/>
                    <a:pt x="270" y="489"/>
                    <a:pt x="322" y="440"/>
                  </a:cubicBezTo>
                  <a:cubicBezTo>
                    <a:pt x="391" y="378"/>
                    <a:pt x="432" y="311"/>
                    <a:pt x="444" y="241"/>
                  </a:cubicBezTo>
                  <a:cubicBezTo>
                    <a:pt x="459" y="151"/>
                    <a:pt x="421" y="62"/>
                    <a:pt x="352" y="23"/>
                  </a:cubicBezTo>
                  <a:cubicBezTo>
                    <a:pt x="325" y="8"/>
                    <a:pt x="294" y="1"/>
                    <a:pt x="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-2813598" y="488209"/>
              <a:ext cx="79349" cy="82394"/>
            </a:xfrm>
            <a:custGeom>
              <a:avLst/>
              <a:gdLst/>
              <a:ahLst/>
              <a:cxnLst/>
              <a:rect l="l" t="t" r="r" b="b"/>
              <a:pathLst>
                <a:path w="495" h="514" extrusionOk="0">
                  <a:moveTo>
                    <a:pt x="167" y="52"/>
                  </a:moveTo>
                  <a:cubicBezTo>
                    <a:pt x="199" y="52"/>
                    <a:pt x="236" y="65"/>
                    <a:pt x="275" y="88"/>
                  </a:cubicBezTo>
                  <a:cubicBezTo>
                    <a:pt x="351" y="133"/>
                    <a:pt x="402" y="194"/>
                    <a:pt x="422" y="260"/>
                  </a:cubicBezTo>
                  <a:cubicBezTo>
                    <a:pt x="438" y="325"/>
                    <a:pt x="419" y="414"/>
                    <a:pt x="354" y="450"/>
                  </a:cubicBezTo>
                  <a:cubicBezTo>
                    <a:pt x="334" y="460"/>
                    <a:pt x="312" y="467"/>
                    <a:pt x="287" y="467"/>
                  </a:cubicBezTo>
                  <a:cubicBezTo>
                    <a:pt x="241" y="467"/>
                    <a:pt x="188" y="444"/>
                    <a:pt x="147" y="408"/>
                  </a:cubicBezTo>
                  <a:cubicBezTo>
                    <a:pt x="84" y="350"/>
                    <a:pt x="49" y="260"/>
                    <a:pt x="58" y="172"/>
                  </a:cubicBezTo>
                  <a:cubicBezTo>
                    <a:pt x="63" y="148"/>
                    <a:pt x="72" y="91"/>
                    <a:pt x="116" y="65"/>
                  </a:cubicBezTo>
                  <a:cubicBezTo>
                    <a:pt x="131" y="56"/>
                    <a:pt x="147" y="52"/>
                    <a:pt x="167" y="52"/>
                  </a:cubicBezTo>
                  <a:close/>
                  <a:moveTo>
                    <a:pt x="167" y="1"/>
                  </a:moveTo>
                  <a:cubicBezTo>
                    <a:pt x="138" y="1"/>
                    <a:pt x="114" y="8"/>
                    <a:pt x="91" y="22"/>
                  </a:cubicBezTo>
                  <a:cubicBezTo>
                    <a:pt x="48" y="49"/>
                    <a:pt x="19" y="102"/>
                    <a:pt x="12" y="165"/>
                  </a:cubicBezTo>
                  <a:cubicBezTo>
                    <a:pt x="1" y="267"/>
                    <a:pt x="40" y="373"/>
                    <a:pt x="116" y="442"/>
                  </a:cubicBezTo>
                  <a:cubicBezTo>
                    <a:pt x="162" y="488"/>
                    <a:pt x="227" y="513"/>
                    <a:pt x="287" y="513"/>
                  </a:cubicBezTo>
                  <a:cubicBezTo>
                    <a:pt x="319" y="513"/>
                    <a:pt x="349" y="509"/>
                    <a:pt x="378" y="489"/>
                  </a:cubicBezTo>
                  <a:cubicBezTo>
                    <a:pt x="455" y="445"/>
                    <a:pt x="494" y="340"/>
                    <a:pt x="468" y="245"/>
                  </a:cubicBezTo>
                  <a:cubicBezTo>
                    <a:pt x="447" y="165"/>
                    <a:pt x="387" y="96"/>
                    <a:pt x="301" y="43"/>
                  </a:cubicBezTo>
                  <a:cubicBezTo>
                    <a:pt x="268" y="23"/>
                    <a:pt x="220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4"/>
          <p:cNvGrpSpPr/>
          <p:nvPr/>
        </p:nvGrpSpPr>
        <p:grpSpPr>
          <a:xfrm rot="472334">
            <a:off x="-527595" y="2945049"/>
            <a:ext cx="1340712" cy="2838951"/>
            <a:chOff x="9521015" y="2298458"/>
            <a:chExt cx="431867" cy="914476"/>
          </a:xfrm>
        </p:grpSpPr>
        <p:sp>
          <p:nvSpPr>
            <p:cNvPr id="95" name="Google Shape;95;p4"/>
            <p:cNvSpPr/>
            <p:nvPr/>
          </p:nvSpPr>
          <p:spPr>
            <a:xfrm>
              <a:off x="9692648" y="2298458"/>
              <a:ext cx="134412" cy="258962"/>
            </a:xfrm>
            <a:custGeom>
              <a:avLst/>
              <a:gdLst/>
              <a:ahLst/>
              <a:cxnLst/>
              <a:rect l="l" t="t" r="r" b="b"/>
              <a:pathLst>
                <a:path w="845" h="1628" extrusionOk="0">
                  <a:moveTo>
                    <a:pt x="638" y="1"/>
                  </a:moveTo>
                  <a:cubicBezTo>
                    <a:pt x="431" y="230"/>
                    <a:pt x="222" y="467"/>
                    <a:pt x="112" y="755"/>
                  </a:cubicBezTo>
                  <a:cubicBezTo>
                    <a:pt x="1" y="1043"/>
                    <a:pt x="12" y="1398"/>
                    <a:pt x="217" y="1627"/>
                  </a:cubicBezTo>
                  <a:cubicBezTo>
                    <a:pt x="416" y="1621"/>
                    <a:pt x="615" y="1521"/>
                    <a:pt x="721" y="1354"/>
                  </a:cubicBezTo>
                  <a:cubicBezTo>
                    <a:pt x="844" y="1157"/>
                    <a:pt x="831" y="905"/>
                    <a:pt x="781" y="679"/>
                  </a:cubicBezTo>
                  <a:cubicBezTo>
                    <a:pt x="730" y="454"/>
                    <a:pt x="645" y="233"/>
                    <a:pt x="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9816084" y="2471046"/>
              <a:ext cx="70944" cy="144910"/>
            </a:xfrm>
            <a:custGeom>
              <a:avLst/>
              <a:gdLst/>
              <a:ahLst/>
              <a:cxnLst/>
              <a:rect l="l" t="t" r="r" b="b"/>
              <a:pathLst>
                <a:path w="446" h="911" extrusionOk="0">
                  <a:moveTo>
                    <a:pt x="310" y="1"/>
                  </a:moveTo>
                  <a:cubicBezTo>
                    <a:pt x="271" y="1"/>
                    <a:pt x="233" y="21"/>
                    <a:pt x="206" y="48"/>
                  </a:cubicBezTo>
                  <a:cubicBezTo>
                    <a:pt x="173" y="82"/>
                    <a:pt x="153" y="125"/>
                    <a:pt x="135" y="170"/>
                  </a:cubicBezTo>
                  <a:cubicBezTo>
                    <a:pt x="40" y="404"/>
                    <a:pt x="1" y="659"/>
                    <a:pt x="17" y="911"/>
                  </a:cubicBezTo>
                  <a:cubicBezTo>
                    <a:pt x="230" y="683"/>
                    <a:pt x="370" y="556"/>
                    <a:pt x="429" y="251"/>
                  </a:cubicBezTo>
                  <a:cubicBezTo>
                    <a:pt x="439" y="201"/>
                    <a:pt x="446" y="152"/>
                    <a:pt x="432" y="105"/>
                  </a:cubicBezTo>
                  <a:cubicBezTo>
                    <a:pt x="419" y="57"/>
                    <a:pt x="382" y="15"/>
                    <a:pt x="334" y="4"/>
                  </a:cubicBezTo>
                  <a:cubicBezTo>
                    <a:pt x="326" y="2"/>
                    <a:pt x="318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9575575" y="2390399"/>
              <a:ext cx="114051" cy="263416"/>
            </a:xfrm>
            <a:custGeom>
              <a:avLst/>
              <a:gdLst/>
              <a:ahLst/>
              <a:cxnLst/>
              <a:rect l="l" t="t" r="r" b="b"/>
              <a:pathLst>
                <a:path w="717" h="1656" extrusionOk="0">
                  <a:moveTo>
                    <a:pt x="255" y="0"/>
                  </a:moveTo>
                  <a:cubicBezTo>
                    <a:pt x="252" y="0"/>
                    <a:pt x="249" y="0"/>
                    <a:pt x="246" y="0"/>
                  </a:cubicBezTo>
                  <a:cubicBezTo>
                    <a:pt x="154" y="6"/>
                    <a:pt x="74" y="76"/>
                    <a:pt x="39" y="161"/>
                  </a:cubicBezTo>
                  <a:cubicBezTo>
                    <a:pt x="2" y="245"/>
                    <a:pt x="1" y="341"/>
                    <a:pt x="8" y="434"/>
                  </a:cubicBezTo>
                  <a:cubicBezTo>
                    <a:pt x="41" y="835"/>
                    <a:pt x="240" y="1221"/>
                    <a:pt x="547" y="1482"/>
                  </a:cubicBezTo>
                  <a:lnTo>
                    <a:pt x="668" y="1656"/>
                  </a:lnTo>
                  <a:cubicBezTo>
                    <a:pt x="694" y="1188"/>
                    <a:pt x="716" y="703"/>
                    <a:pt x="540" y="269"/>
                  </a:cubicBezTo>
                  <a:cubicBezTo>
                    <a:pt x="489" y="140"/>
                    <a:pt x="391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9593868" y="3033187"/>
              <a:ext cx="118664" cy="71421"/>
            </a:xfrm>
            <a:custGeom>
              <a:avLst/>
              <a:gdLst/>
              <a:ahLst/>
              <a:cxnLst/>
              <a:rect l="l" t="t" r="r" b="b"/>
              <a:pathLst>
                <a:path w="746" h="449" extrusionOk="0">
                  <a:moveTo>
                    <a:pt x="365" y="1"/>
                  </a:moveTo>
                  <a:cubicBezTo>
                    <a:pt x="270" y="1"/>
                    <a:pt x="176" y="25"/>
                    <a:pt x="104" y="86"/>
                  </a:cubicBezTo>
                  <a:cubicBezTo>
                    <a:pt x="43" y="138"/>
                    <a:pt x="1" y="218"/>
                    <a:pt x="11" y="297"/>
                  </a:cubicBezTo>
                  <a:cubicBezTo>
                    <a:pt x="20" y="377"/>
                    <a:pt x="90" y="448"/>
                    <a:pt x="170" y="448"/>
                  </a:cubicBezTo>
                  <a:cubicBezTo>
                    <a:pt x="171" y="448"/>
                    <a:pt x="171" y="448"/>
                    <a:pt x="172" y="448"/>
                  </a:cubicBezTo>
                  <a:cubicBezTo>
                    <a:pt x="267" y="446"/>
                    <a:pt x="330" y="354"/>
                    <a:pt x="399" y="290"/>
                  </a:cubicBezTo>
                  <a:cubicBezTo>
                    <a:pt x="505" y="186"/>
                    <a:pt x="564" y="90"/>
                    <a:pt x="685" y="90"/>
                  </a:cubicBezTo>
                  <a:cubicBezTo>
                    <a:pt x="703" y="90"/>
                    <a:pt x="724" y="92"/>
                    <a:pt x="746" y="97"/>
                  </a:cubicBezTo>
                  <a:cubicBezTo>
                    <a:pt x="641" y="56"/>
                    <a:pt x="534" y="14"/>
                    <a:pt x="423" y="4"/>
                  </a:cubicBezTo>
                  <a:cubicBezTo>
                    <a:pt x="404" y="2"/>
                    <a:pt x="384" y="1"/>
                    <a:pt x="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9793974" y="3029211"/>
              <a:ext cx="158908" cy="123436"/>
            </a:xfrm>
            <a:custGeom>
              <a:avLst/>
              <a:gdLst/>
              <a:ahLst/>
              <a:cxnLst/>
              <a:rect l="l" t="t" r="r" b="b"/>
              <a:pathLst>
                <a:path w="999" h="776" extrusionOk="0">
                  <a:moveTo>
                    <a:pt x="373" y="0"/>
                  </a:moveTo>
                  <a:cubicBezTo>
                    <a:pt x="240" y="0"/>
                    <a:pt x="107" y="42"/>
                    <a:pt x="1" y="122"/>
                  </a:cubicBezTo>
                  <a:cubicBezTo>
                    <a:pt x="277" y="329"/>
                    <a:pt x="553" y="537"/>
                    <a:pt x="830" y="744"/>
                  </a:cubicBezTo>
                  <a:cubicBezTo>
                    <a:pt x="851" y="758"/>
                    <a:pt x="875" y="776"/>
                    <a:pt x="897" y="776"/>
                  </a:cubicBezTo>
                  <a:cubicBezTo>
                    <a:pt x="898" y="776"/>
                    <a:pt x="898" y="776"/>
                    <a:pt x="899" y="776"/>
                  </a:cubicBezTo>
                  <a:cubicBezTo>
                    <a:pt x="955" y="776"/>
                    <a:pt x="982" y="707"/>
                    <a:pt x="985" y="650"/>
                  </a:cubicBezTo>
                  <a:cubicBezTo>
                    <a:pt x="999" y="417"/>
                    <a:pt x="868" y="182"/>
                    <a:pt x="662" y="72"/>
                  </a:cubicBezTo>
                  <a:cubicBezTo>
                    <a:pt x="574" y="24"/>
                    <a:pt x="473" y="0"/>
                    <a:pt x="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9521015" y="2601480"/>
              <a:ext cx="146342" cy="221581"/>
            </a:xfrm>
            <a:custGeom>
              <a:avLst/>
              <a:gdLst/>
              <a:ahLst/>
              <a:cxnLst/>
              <a:rect l="l" t="t" r="r" b="b"/>
              <a:pathLst>
                <a:path w="920" h="1393" extrusionOk="0">
                  <a:moveTo>
                    <a:pt x="244" y="1"/>
                  </a:moveTo>
                  <a:lnTo>
                    <a:pt x="244" y="1"/>
                  </a:lnTo>
                  <a:cubicBezTo>
                    <a:pt x="0" y="369"/>
                    <a:pt x="35" y="900"/>
                    <a:pt x="326" y="1232"/>
                  </a:cubicBezTo>
                  <a:cubicBezTo>
                    <a:pt x="400" y="1317"/>
                    <a:pt x="501" y="1393"/>
                    <a:pt x="610" y="1393"/>
                  </a:cubicBezTo>
                  <a:cubicBezTo>
                    <a:pt x="621" y="1393"/>
                    <a:pt x="633" y="1392"/>
                    <a:pt x="644" y="1390"/>
                  </a:cubicBezTo>
                  <a:cubicBezTo>
                    <a:pt x="802" y="1369"/>
                    <a:pt x="890" y="1191"/>
                    <a:pt x="902" y="1033"/>
                  </a:cubicBezTo>
                  <a:cubicBezTo>
                    <a:pt x="920" y="825"/>
                    <a:pt x="850" y="614"/>
                    <a:pt x="716" y="456"/>
                  </a:cubicBezTo>
                  <a:cubicBezTo>
                    <a:pt x="573" y="288"/>
                    <a:pt x="365" y="183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9731779" y="2629794"/>
              <a:ext cx="68876" cy="163840"/>
            </a:xfrm>
            <a:custGeom>
              <a:avLst/>
              <a:gdLst/>
              <a:ahLst/>
              <a:cxnLst/>
              <a:rect l="l" t="t" r="r" b="b"/>
              <a:pathLst>
                <a:path w="433" h="1030" extrusionOk="0">
                  <a:moveTo>
                    <a:pt x="319" y="0"/>
                  </a:moveTo>
                  <a:cubicBezTo>
                    <a:pt x="142" y="76"/>
                    <a:pt x="40" y="271"/>
                    <a:pt x="19" y="460"/>
                  </a:cubicBezTo>
                  <a:cubicBezTo>
                    <a:pt x="0" y="652"/>
                    <a:pt x="50" y="844"/>
                    <a:pt x="97" y="1030"/>
                  </a:cubicBezTo>
                  <a:cubicBezTo>
                    <a:pt x="228" y="1010"/>
                    <a:pt x="335" y="903"/>
                    <a:pt x="383" y="780"/>
                  </a:cubicBezTo>
                  <a:cubicBezTo>
                    <a:pt x="432" y="657"/>
                    <a:pt x="431" y="519"/>
                    <a:pt x="408" y="388"/>
                  </a:cubicBezTo>
                  <a:cubicBezTo>
                    <a:pt x="388" y="256"/>
                    <a:pt x="347" y="129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9787929" y="2705033"/>
              <a:ext cx="139661" cy="290457"/>
            </a:xfrm>
            <a:custGeom>
              <a:avLst/>
              <a:gdLst/>
              <a:ahLst/>
              <a:cxnLst/>
              <a:rect l="l" t="t" r="r" b="b"/>
              <a:pathLst>
                <a:path w="878" h="1826" extrusionOk="0">
                  <a:moveTo>
                    <a:pt x="670" y="0"/>
                  </a:moveTo>
                  <a:cubicBezTo>
                    <a:pt x="581" y="0"/>
                    <a:pt x="490" y="73"/>
                    <a:pt x="431" y="149"/>
                  </a:cubicBezTo>
                  <a:cubicBezTo>
                    <a:pt x="60" y="605"/>
                    <a:pt x="1" y="1245"/>
                    <a:pt x="84" y="1826"/>
                  </a:cubicBezTo>
                  <a:cubicBezTo>
                    <a:pt x="293" y="1609"/>
                    <a:pt x="492" y="1381"/>
                    <a:pt x="640" y="1118"/>
                  </a:cubicBezTo>
                  <a:cubicBezTo>
                    <a:pt x="786" y="856"/>
                    <a:pt x="877" y="554"/>
                    <a:pt x="856" y="255"/>
                  </a:cubicBezTo>
                  <a:cubicBezTo>
                    <a:pt x="847" y="160"/>
                    <a:pt x="820" y="54"/>
                    <a:pt x="735" y="15"/>
                  </a:cubicBezTo>
                  <a:cubicBezTo>
                    <a:pt x="714" y="5"/>
                    <a:pt x="692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9569690" y="2854555"/>
              <a:ext cx="110075" cy="146501"/>
            </a:xfrm>
            <a:custGeom>
              <a:avLst/>
              <a:gdLst/>
              <a:ahLst/>
              <a:cxnLst/>
              <a:rect l="l" t="t" r="r" b="b"/>
              <a:pathLst>
                <a:path w="692" h="921" extrusionOk="0">
                  <a:moveTo>
                    <a:pt x="271" y="0"/>
                  </a:moveTo>
                  <a:cubicBezTo>
                    <a:pt x="157" y="0"/>
                    <a:pt x="50" y="102"/>
                    <a:pt x="28" y="216"/>
                  </a:cubicBezTo>
                  <a:cubicBezTo>
                    <a:pt x="1" y="346"/>
                    <a:pt x="58" y="482"/>
                    <a:pt x="138" y="588"/>
                  </a:cubicBezTo>
                  <a:cubicBezTo>
                    <a:pt x="269" y="764"/>
                    <a:pt x="473" y="886"/>
                    <a:pt x="691" y="920"/>
                  </a:cubicBezTo>
                  <a:lnTo>
                    <a:pt x="648" y="728"/>
                  </a:lnTo>
                  <a:cubicBezTo>
                    <a:pt x="661" y="530"/>
                    <a:pt x="609" y="329"/>
                    <a:pt x="501" y="163"/>
                  </a:cubicBezTo>
                  <a:cubicBezTo>
                    <a:pt x="457" y="93"/>
                    <a:pt x="396" y="26"/>
                    <a:pt x="316" y="6"/>
                  </a:cubicBezTo>
                  <a:cubicBezTo>
                    <a:pt x="301" y="2"/>
                    <a:pt x="286" y="0"/>
                    <a:pt x="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9684377" y="2753866"/>
              <a:ext cx="95281" cy="220308"/>
            </a:xfrm>
            <a:custGeom>
              <a:avLst/>
              <a:gdLst/>
              <a:ahLst/>
              <a:cxnLst/>
              <a:rect l="l" t="t" r="r" b="b"/>
              <a:pathLst>
                <a:path w="599" h="1385" extrusionOk="0">
                  <a:moveTo>
                    <a:pt x="127" y="0"/>
                  </a:moveTo>
                  <a:cubicBezTo>
                    <a:pt x="1" y="422"/>
                    <a:pt x="151" y="1072"/>
                    <a:pt x="462" y="1385"/>
                  </a:cubicBezTo>
                  <a:cubicBezTo>
                    <a:pt x="514" y="1234"/>
                    <a:pt x="567" y="1082"/>
                    <a:pt x="583" y="924"/>
                  </a:cubicBezTo>
                  <a:cubicBezTo>
                    <a:pt x="598" y="765"/>
                    <a:pt x="573" y="597"/>
                    <a:pt x="481" y="469"/>
                  </a:cubicBezTo>
                  <a:cubicBezTo>
                    <a:pt x="421" y="388"/>
                    <a:pt x="340" y="327"/>
                    <a:pt x="269" y="257"/>
                  </a:cubicBezTo>
                  <a:cubicBezTo>
                    <a:pt x="198" y="188"/>
                    <a:pt x="135" y="10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9765183" y="2898140"/>
              <a:ext cx="76671" cy="314795"/>
            </a:xfrm>
            <a:custGeom>
              <a:avLst/>
              <a:gdLst/>
              <a:ahLst/>
              <a:cxnLst/>
              <a:rect l="l" t="t" r="r" b="b"/>
              <a:pathLst>
                <a:path w="482" h="1979" extrusionOk="0">
                  <a:moveTo>
                    <a:pt x="431" y="0"/>
                  </a:moveTo>
                  <a:cubicBezTo>
                    <a:pt x="140" y="620"/>
                    <a:pt x="1" y="1297"/>
                    <a:pt x="25" y="1979"/>
                  </a:cubicBezTo>
                  <a:lnTo>
                    <a:pt x="80" y="1979"/>
                  </a:lnTo>
                  <a:lnTo>
                    <a:pt x="80" y="1976"/>
                  </a:lnTo>
                  <a:cubicBezTo>
                    <a:pt x="58" y="1304"/>
                    <a:pt x="194" y="636"/>
                    <a:pt x="482" y="24"/>
                  </a:cubicBezTo>
                  <a:lnTo>
                    <a:pt x="4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9741005" y="2913887"/>
              <a:ext cx="35472" cy="298729"/>
            </a:xfrm>
            <a:custGeom>
              <a:avLst/>
              <a:gdLst/>
              <a:ahLst/>
              <a:cxnLst/>
              <a:rect l="l" t="t" r="r" b="b"/>
              <a:pathLst>
                <a:path w="223" h="1878" extrusionOk="0">
                  <a:moveTo>
                    <a:pt x="56" y="0"/>
                  </a:moveTo>
                  <a:lnTo>
                    <a:pt x="1" y="11"/>
                  </a:lnTo>
                  <a:cubicBezTo>
                    <a:pt x="115" y="623"/>
                    <a:pt x="165" y="1250"/>
                    <a:pt x="151" y="1877"/>
                  </a:cubicBezTo>
                  <a:lnTo>
                    <a:pt x="208" y="1877"/>
                  </a:lnTo>
                  <a:cubicBezTo>
                    <a:pt x="222" y="1249"/>
                    <a:pt x="172" y="617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9633794" y="2785202"/>
              <a:ext cx="115006" cy="427414"/>
            </a:xfrm>
            <a:custGeom>
              <a:avLst/>
              <a:gdLst/>
              <a:ahLst/>
              <a:cxnLst/>
              <a:rect l="l" t="t" r="r" b="b"/>
              <a:pathLst>
                <a:path w="723" h="2687" extrusionOk="0">
                  <a:moveTo>
                    <a:pt x="53" y="1"/>
                  </a:moveTo>
                  <a:lnTo>
                    <a:pt x="1" y="25"/>
                  </a:lnTo>
                  <a:cubicBezTo>
                    <a:pt x="381" y="862"/>
                    <a:pt x="605" y="1770"/>
                    <a:pt x="663" y="2686"/>
                  </a:cubicBezTo>
                  <a:lnTo>
                    <a:pt x="723" y="2686"/>
                  </a:lnTo>
                  <a:cubicBezTo>
                    <a:pt x="663" y="1760"/>
                    <a:pt x="435" y="846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9659085" y="2975605"/>
              <a:ext cx="87328" cy="237011"/>
            </a:xfrm>
            <a:custGeom>
              <a:avLst/>
              <a:gdLst/>
              <a:ahLst/>
              <a:cxnLst/>
              <a:rect l="l" t="t" r="r" b="b"/>
              <a:pathLst>
                <a:path w="549" h="1490" extrusionOk="0">
                  <a:moveTo>
                    <a:pt x="44" y="1"/>
                  </a:moveTo>
                  <a:lnTo>
                    <a:pt x="0" y="36"/>
                  </a:lnTo>
                  <a:cubicBezTo>
                    <a:pt x="326" y="443"/>
                    <a:pt x="491" y="968"/>
                    <a:pt x="466" y="1489"/>
                  </a:cubicBezTo>
                  <a:lnTo>
                    <a:pt x="523" y="1489"/>
                  </a:lnTo>
                  <a:cubicBezTo>
                    <a:pt x="548" y="956"/>
                    <a:pt x="377" y="419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9665289" y="2585574"/>
              <a:ext cx="88123" cy="627044"/>
            </a:xfrm>
            <a:custGeom>
              <a:avLst/>
              <a:gdLst/>
              <a:ahLst/>
              <a:cxnLst/>
              <a:rect l="l" t="t" r="r" b="b"/>
              <a:pathLst>
                <a:path w="554" h="3942" extrusionOk="0">
                  <a:moveTo>
                    <a:pt x="56" y="1"/>
                  </a:moveTo>
                  <a:lnTo>
                    <a:pt x="0" y="15"/>
                  </a:lnTo>
                  <a:cubicBezTo>
                    <a:pt x="345" y="1294"/>
                    <a:pt x="497" y="2616"/>
                    <a:pt x="456" y="3941"/>
                  </a:cubicBezTo>
                  <a:lnTo>
                    <a:pt x="513" y="3941"/>
                  </a:lnTo>
                  <a:cubicBezTo>
                    <a:pt x="554" y="2611"/>
                    <a:pt x="401" y="1286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9717463" y="2479635"/>
              <a:ext cx="40562" cy="732983"/>
            </a:xfrm>
            <a:custGeom>
              <a:avLst/>
              <a:gdLst/>
              <a:ahLst/>
              <a:cxnLst/>
              <a:rect l="l" t="t" r="r" b="b"/>
              <a:pathLst>
                <a:path w="255" h="4608" extrusionOk="0">
                  <a:moveTo>
                    <a:pt x="162" y="1"/>
                  </a:moveTo>
                  <a:cubicBezTo>
                    <a:pt x="86" y="320"/>
                    <a:pt x="66" y="655"/>
                    <a:pt x="54" y="947"/>
                  </a:cubicBezTo>
                  <a:cubicBezTo>
                    <a:pt x="0" y="2166"/>
                    <a:pt x="48" y="3396"/>
                    <a:pt x="198" y="4607"/>
                  </a:cubicBezTo>
                  <a:lnTo>
                    <a:pt x="255" y="4607"/>
                  </a:lnTo>
                  <a:cubicBezTo>
                    <a:pt x="105" y="3396"/>
                    <a:pt x="57" y="2168"/>
                    <a:pt x="111" y="949"/>
                  </a:cubicBezTo>
                  <a:cubicBezTo>
                    <a:pt x="123" y="660"/>
                    <a:pt x="143" y="327"/>
                    <a:pt x="218" y="13"/>
                  </a:cubicBezTo>
                  <a:lnTo>
                    <a:pt x="1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9734006" y="2532764"/>
              <a:ext cx="118028" cy="679854"/>
            </a:xfrm>
            <a:custGeom>
              <a:avLst/>
              <a:gdLst/>
              <a:ahLst/>
              <a:cxnLst/>
              <a:rect l="l" t="t" r="r" b="b"/>
              <a:pathLst>
                <a:path w="742" h="4274" extrusionOk="0">
                  <a:moveTo>
                    <a:pt x="688" y="1"/>
                  </a:moveTo>
                  <a:cubicBezTo>
                    <a:pt x="221" y="1360"/>
                    <a:pt x="0" y="2833"/>
                    <a:pt x="46" y="4273"/>
                  </a:cubicBezTo>
                  <a:lnTo>
                    <a:pt x="103" y="4273"/>
                  </a:lnTo>
                  <a:cubicBezTo>
                    <a:pt x="57" y="2839"/>
                    <a:pt x="278" y="1373"/>
                    <a:pt x="741" y="20"/>
                  </a:cubicBezTo>
                  <a:lnTo>
                    <a:pt x="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9705533" y="2761501"/>
              <a:ext cx="55355" cy="451115"/>
            </a:xfrm>
            <a:custGeom>
              <a:avLst/>
              <a:gdLst/>
              <a:ahLst/>
              <a:cxnLst/>
              <a:rect l="l" t="t" r="r" b="b"/>
              <a:pathLst>
                <a:path w="348" h="2836" extrusionOk="0">
                  <a:moveTo>
                    <a:pt x="288" y="0"/>
                  </a:moveTo>
                  <a:cubicBezTo>
                    <a:pt x="91" y="930"/>
                    <a:pt x="1" y="1890"/>
                    <a:pt x="26" y="2835"/>
                  </a:cubicBezTo>
                  <a:lnTo>
                    <a:pt x="83" y="2835"/>
                  </a:lnTo>
                  <a:cubicBezTo>
                    <a:pt x="58" y="1890"/>
                    <a:pt x="148" y="931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735755" y="3044958"/>
              <a:ext cx="161613" cy="129958"/>
            </a:xfrm>
            <a:custGeom>
              <a:avLst/>
              <a:gdLst/>
              <a:ahLst/>
              <a:cxnLst/>
              <a:rect l="l" t="t" r="r" b="b"/>
              <a:pathLst>
                <a:path w="1016" h="817" extrusionOk="0">
                  <a:moveTo>
                    <a:pt x="512" y="0"/>
                  </a:moveTo>
                  <a:cubicBezTo>
                    <a:pt x="408" y="0"/>
                    <a:pt x="312" y="27"/>
                    <a:pt x="236" y="78"/>
                  </a:cubicBezTo>
                  <a:cubicBezTo>
                    <a:pt x="132" y="147"/>
                    <a:pt x="58" y="270"/>
                    <a:pt x="27" y="420"/>
                  </a:cubicBezTo>
                  <a:cubicBezTo>
                    <a:pt x="1" y="553"/>
                    <a:pt x="7" y="686"/>
                    <a:pt x="15" y="816"/>
                  </a:cubicBezTo>
                  <a:lnTo>
                    <a:pt x="70" y="811"/>
                  </a:lnTo>
                  <a:cubicBezTo>
                    <a:pt x="64" y="686"/>
                    <a:pt x="56" y="557"/>
                    <a:pt x="82" y="431"/>
                  </a:cubicBezTo>
                  <a:cubicBezTo>
                    <a:pt x="110" y="296"/>
                    <a:pt x="174" y="185"/>
                    <a:pt x="267" y="125"/>
                  </a:cubicBezTo>
                  <a:cubicBezTo>
                    <a:pt x="344" y="72"/>
                    <a:pt x="432" y="57"/>
                    <a:pt x="507" y="57"/>
                  </a:cubicBezTo>
                  <a:cubicBezTo>
                    <a:pt x="554" y="57"/>
                    <a:pt x="596" y="63"/>
                    <a:pt x="628" y="69"/>
                  </a:cubicBezTo>
                  <a:cubicBezTo>
                    <a:pt x="755" y="94"/>
                    <a:pt x="875" y="153"/>
                    <a:pt x="990" y="210"/>
                  </a:cubicBezTo>
                  <a:lnTo>
                    <a:pt x="1015" y="159"/>
                  </a:lnTo>
                  <a:cubicBezTo>
                    <a:pt x="896" y="101"/>
                    <a:pt x="774" y="40"/>
                    <a:pt x="640" y="13"/>
                  </a:cubicBezTo>
                  <a:cubicBezTo>
                    <a:pt x="597" y="5"/>
                    <a:pt x="554" y="0"/>
                    <a:pt x="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>
            <a:spLocks noGrp="1"/>
          </p:cNvSpPr>
          <p:nvPr>
            <p:ph type="title"/>
          </p:nvPr>
        </p:nvSpPr>
        <p:spPr>
          <a:xfrm>
            <a:off x="720000" y="1511825"/>
            <a:ext cx="332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7"/>
          <p:cNvSpPr txBox="1">
            <a:spLocks noGrp="1"/>
          </p:cNvSpPr>
          <p:nvPr>
            <p:ph type="body" idx="1"/>
          </p:nvPr>
        </p:nvSpPr>
        <p:spPr>
          <a:xfrm>
            <a:off x="720000" y="2073025"/>
            <a:ext cx="3322200" cy="19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2" name="Google Shape;212;p7"/>
          <p:cNvSpPr/>
          <p:nvPr/>
        </p:nvSpPr>
        <p:spPr>
          <a:xfrm flipH="1">
            <a:off x="-2108767" y="3145473"/>
            <a:ext cx="4780546" cy="2161964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"/>
          <p:cNvSpPr/>
          <p:nvPr/>
        </p:nvSpPr>
        <p:spPr>
          <a:xfrm rot="-9736384" flipH="1">
            <a:off x="6647483" y="-528151"/>
            <a:ext cx="5411957" cy="3375751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 txBox="1">
            <a:spLocks noGrp="1"/>
          </p:cNvSpPr>
          <p:nvPr>
            <p:ph type="title"/>
          </p:nvPr>
        </p:nvSpPr>
        <p:spPr>
          <a:xfrm>
            <a:off x="720000" y="5454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7"/>
          <p:cNvSpPr txBox="1">
            <a:spLocks noGrp="1"/>
          </p:cNvSpPr>
          <p:nvPr>
            <p:ph type="title" idx="2" hasCustomPrompt="1"/>
          </p:nvPr>
        </p:nvSpPr>
        <p:spPr>
          <a:xfrm>
            <a:off x="751875" y="1302000"/>
            <a:ext cx="8604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88" name="Google Shape;388;p17"/>
          <p:cNvSpPr txBox="1">
            <a:spLocks noGrp="1"/>
          </p:cNvSpPr>
          <p:nvPr>
            <p:ph type="subTitle" idx="1"/>
          </p:nvPr>
        </p:nvSpPr>
        <p:spPr>
          <a:xfrm>
            <a:off x="732002" y="2263408"/>
            <a:ext cx="249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7"/>
          <p:cNvSpPr txBox="1">
            <a:spLocks noGrp="1"/>
          </p:cNvSpPr>
          <p:nvPr>
            <p:ph type="title" idx="3" hasCustomPrompt="1"/>
          </p:nvPr>
        </p:nvSpPr>
        <p:spPr>
          <a:xfrm>
            <a:off x="3323875" y="1302350"/>
            <a:ext cx="8604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0" name="Google Shape;390;p17"/>
          <p:cNvSpPr txBox="1">
            <a:spLocks noGrp="1"/>
          </p:cNvSpPr>
          <p:nvPr>
            <p:ph type="subTitle" idx="4"/>
          </p:nvPr>
        </p:nvSpPr>
        <p:spPr>
          <a:xfrm>
            <a:off x="3322000" y="2263758"/>
            <a:ext cx="249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7"/>
          <p:cNvSpPr txBox="1">
            <a:spLocks noGrp="1"/>
          </p:cNvSpPr>
          <p:nvPr>
            <p:ph type="title" idx="5" hasCustomPrompt="1"/>
          </p:nvPr>
        </p:nvSpPr>
        <p:spPr>
          <a:xfrm>
            <a:off x="5933270" y="1302000"/>
            <a:ext cx="8604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2" name="Google Shape;392;p17"/>
          <p:cNvSpPr txBox="1">
            <a:spLocks noGrp="1"/>
          </p:cNvSpPr>
          <p:nvPr>
            <p:ph type="subTitle" idx="6"/>
          </p:nvPr>
        </p:nvSpPr>
        <p:spPr>
          <a:xfrm>
            <a:off x="5928900" y="2263408"/>
            <a:ext cx="249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17"/>
          <p:cNvSpPr txBox="1">
            <a:spLocks noGrp="1"/>
          </p:cNvSpPr>
          <p:nvPr>
            <p:ph type="title" idx="7" hasCustomPrompt="1"/>
          </p:nvPr>
        </p:nvSpPr>
        <p:spPr>
          <a:xfrm>
            <a:off x="751875" y="3145925"/>
            <a:ext cx="8604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4" name="Google Shape;394;p17"/>
          <p:cNvSpPr txBox="1">
            <a:spLocks noGrp="1"/>
          </p:cNvSpPr>
          <p:nvPr>
            <p:ph type="subTitle" idx="8"/>
          </p:nvPr>
        </p:nvSpPr>
        <p:spPr>
          <a:xfrm>
            <a:off x="732002" y="4120275"/>
            <a:ext cx="249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7"/>
          <p:cNvSpPr txBox="1">
            <a:spLocks noGrp="1"/>
          </p:cNvSpPr>
          <p:nvPr>
            <p:ph type="title" idx="9" hasCustomPrompt="1"/>
          </p:nvPr>
        </p:nvSpPr>
        <p:spPr>
          <a:xfrm>
            <a:off x="3323875" y="3146275"/>
            <a:ext cx="8604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6" name="Google Shape;396;p17"/>
          <p:cNvSpPr txBox="1">
            <a:spLocks noGrp="1"/>
          </p:cNvSpPr>
          <p:nvPr>
            <p:ph type="subTitle" idx="13"/>
          </p:nvPr>
        </p:nvSpPr>
        <p:spPr>
          <a:xfrm>
            <a:off x="3322000" y="4120625"/>
            <a:ext cx="249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7"/>
          <p:cNvSpPr txBox="1">
            <a:spLocks noGrp="1"/>
          </p:cNvSpPr>
          <p:nvPr>
            <p:ph type="title" idx="14" hasCustomPrompt="1"/>
          </p:nvPr>
        </p:nvSpPr>
        <p:spPr>
          <a:xfrm>
            <a:off x="5933270" y="3145925"/>
            <a:ext cx="860400" cy="59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8" name="Google Shape;398;p17"/>
          <p:cNvSpPr txBox="1">
            <a:spLocks noGrp="1"/>
          </p:cNvSpPr>
          <p:nvPr>
            <p:ph type="subTitle" idx="15"/>
          </p:nvPr>
        </p:nvSpPr>
        <p:spPr>
          <a:xfrm>
            <a:off x="5928900" y="4120275"/>
            <a:ext cx="24951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7"/>
          <p:cNvSpPr txBox="1">
            <a:spLocks noGrp="1"/>
          </p:cNvSpPr>
          <p:nvPr>
            <p:ph type="subTitle" idx="16"/>
          </p:nvPr>
        </p:nvSpPr>
        <p:spPr>
          <a:xfrm>
            <a:off x="732002" y="1762300"/>
            <a:ext cx="249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400" name="Google Shape;400;p17"/>
          <p:cNvSpPr txBox="1">
            <a:spLocks noGrp="1"/>
          </p:cNvSpPr>
          <p:nvPr>
            <p:ph type="subTitle" idx="17"/>
          </p:nvPr>
        </p:nvSpPr>
        <p:spPr>
          <a:xfrm>
            <a:off x="3322000" y="1762650"/>
            <a:ext cx="249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401" name="Google Shape;401;p17"/>
          <p:cNvSpPr txBox="1">
            <a:spLocks noGrp="1"/>
          </p:cNvSpPr>
          <p:nvPr>
            <p:ph type="subTitle" idx="18"/>
          </p:nvPr>
        </p:nvSpPr>
        <p:spPr>
          <a:xfrm>
            <a:off x="5928900" y="1762300"/>
            <a:ext cx="249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402" name="Google Shape;402;p17"/>
          <p:cNvSpPr txBox="1">
            <a:spLocks noGrp="1"/>
          </p:cNvSpPr>
          <p:nvPr>
            <p:ph type="subTitle" idx="19"/>
          </p:nvPr>
        </p:nvSpPr>
        <p:spPr>
          <a:xfrm>
            <a:off x="732002" y="3622991"/>
            <a:ext cx="249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403" name="Google Shape;403;p17"/>
          <p:cNvSpPr txBox="1">
            <a:spLocks noGrp="1"/>
          </p:cNvSpPr>
          <p:nvPr>
            <p:ph type="subTitle" idx="20"/>
          </p:nvPr>
        </p:nvSpPr>
        <p:spPr>
          <a:xfrm>
            <a:off x="3322000" y="3623341"/>
            <a:ext cx="249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404" name="Google Shape;404;p17"/>
          <p:cNvSpPr txBox="1">
            <a:spLocks noGrp="1"/>
          </p:cNvSpPr>
          <p:nvPr>
            <p:ph type="subTitle" idx="21"/>
          </p:nvPr>
        </p:nvSpPr>
        <p:spPr>
          <a:xfrm>
            <a:off x="5928900" y="3622991"/>
            <a:ext cx="249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 Medium"/>
              <a:buNone/>
              <a:defRPr sz="24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405" name="Google Shape;405;p17"/>
          <p:cNvSpPr/>
          <p:nvPr/>
        </p:nvSpPr>
        <p:spPr>
          <a:xfrm rot="2700000">
            <a:off x="-1676000" y="3608925"/>
            <a:ext cx="3626005" cy="1472111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7"/>
          <p:cNvSpPr/>
          <p:nvPr/>
        </p:nvSpPr>
        <p:spPr>
          <a:xfrm rot="-9112402" flipH="1">
            <a:off x="5545852" y="-694315"/>
            <a:ext cx="4204670" cy="1937101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7"/>
          <p:cNvGrpSpPr/>
          <p:nvPr/>
        </p:nvGrpSpPr>
        <p:grpSpPr>
          <a:xfrm>
            <a:off x="8423993" y="3893426"/>
            <a:ext cx="1467374" cy="1336428"/>
            <a:chOff x="5172963" y="63596"/>
            <a:chExt cx="662202" cy="603081"/>
          </a:xfrm>
        </p:grpSpPr>
        <p:sp>
          <p:nvSpPr>
            <p:cNvPr id="408" name="Google Shape;408;p17"/>
            <p:cNvSpPr/>
            <p:nvPr/>
          </p:nvSpPr>
          <p:spPr>
            <a:xfrm>
              <a:off x="5172963" y="63596"/>
              <a:ext cx="662202" cy="603081"/>
            </a:xfrm>
            <a:custGeom>
              <a:avLst/>
              <a:gdLst/>
              <a:ahLst/>
              <a:cxnLst/>
              <a:rect l="l" t="t" r="r" b="b"/>
              <a:pathLst>
                <a:path w="2845" h="2591" extrusionOk="0">
                  <a:moveTo>
                    <a:pt x="1423" y="0"/>
                  </a:moveTo>
                  <a:cubicBezTo>
                    <a:pt x="1092" y="0"/>
                    <a:pt x="760" y="126"/>
                    <a:pt x="508" y="379"/>
                  </a:cubicBezTo>
                  <a:cubicBezTo>
                    <a:pt x="1" y="886"/>
                    <a:pt x="1" y="1705"/>
                    <a:pt x="508" y="2211"/>
                  </a:cubicBezTo>
                  <a:cubicBezTo>
                    <a:pt x="760" y="2464"/>
                    <a:pt x="1092" y="2590"/>
                    <a:pt x="1423" y="2590"/>
                  </a:cubicBezTo>
                  <a:cubicBezTo>
                    <a:pt x="1754" y="2590"/>
                    <a:pt x="2086" y="2464"/>
                    <a:pt x="2338" y="2211"/>
                  </a:cubicBezTo>
                  <a:cubicBezTo>
                    <a:pt x="2845" y="1705"/>
                    <a:pt x="2845" y="886"/>
                    <a:pt x="2338" y="379"/>
                  </a:cubicBezTo>
                  <a:cubicBezTo>
                    <a:pt x="2086" y="126"/>
                    <a:pt x="1754" y="0"/>
                    <a:pt x="14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5253730" y="91527"/>
              <a:ext cx="353330" cy="197846"/>
            </a:xfrm>
            <a:custGeom>
              <a:avLst/>
              <a:gdLst/>
              <a:ahLst/>
              <a:cxnLst/>
              <a:rect l="l" t="t" r="r" b="b"/>
              <a:pathLst>
                <a:path w="1518" h="850" extrusionOk="0">
                  <a:moveTo>
                    <a:pt x="1041" y="0"/>
                  </a:moveTo>
                  <a:cubicBezTo>
                    <a:pt x="944" y="0"/>
                    <a:pt x="847" y="11"/>
                    <a:pt x="753" y="31"/>
                  </a:cubicBezTo>
                  <a:cubicBezTo>
                    <a:pt x="581" y="66"/>
                    <a:pt x="414" y="131"/>
                    <a:pt x="278" y="239"/>
                  </a:cubicBezTo>
                  <a:cubicBezTo>
                    <a:pt x="143" y="350"/>
                    <a:pt x="37" y="503"/>
                    <a:pt x="10" y="677"/>
                  </a:cubicBezTo>
                  <a:cubicBezTo>
                    <a:pt x="1" y="736"/>
                    <a:pt x="8" y="808"/>
                    <a:pt x="60" y="838"/>
                  </a:cubicBezTo>
                  <a:cubicBezTo>
                    <a:pt x="73" y="846"/>
                    <a:pt x="88" y="849"/>
                    <a:pt x="103" y="849"/>
                  </a:cubicBezTo>
                  <a:cubicBezTo>
                    <a:pt x="147" y="849"/>
                    <a:pt x="193" y="821"/>
                    <a:pt x="231" y="794"/>
                  </a:cubicBezTo>
                  <a:cubicBezTo>
                    <a:pt x="394" y="675"/>
                    <a:pt x="557" y="553"/>
                    <a:pt x="734" y="455"/>
                  </a:cubicBezTo>
                  <a:cubicBezTo>
                    <a:pt x="913" y="357"/>
                    <a:pt x="1109" y="285"/>
                    <a:pt x="1311" y="283"/>
                  </a:cubicBezTo>
                  <a:cubicBezTo>
                    <a:pt x="1385" y="283"/>
                    <a:pt x="1479" y="280"/>
                    <a:pt x="1503" y="209"/>
                  </a:cubicBezTo>
                  <a:cubicBezTo>
                    <a:pt x="1518" y="170"/>
                    <a:pt x="1500" y="125"/>
                    <a:pt x="1468" y="96"/>
                  </a:cubicBezTo>
                  <a:cubicBezTo>
                    <a:pt x="1435" y="69"/>
                    <a:pt x="1396" y="54"/>
                    <a:pt x="1355" y="42"/>
                  </a:cubicBezTo>
                  <a:cubicBezTo>
                    <a:pt x="1253" y="13"/>
                    <a:pt x="1147" y="0"/>
                    <a:pt x="104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5234178" y="102234"/>
              <a:ext cx="572357" cy="564210"/>
            </a:xfrm>
            <a:custGeom>
              <a:avLst/>
              <a:gdLst/>
              <a:ahLst/>
              <a:cxnLst/>
              <a:rect l="l" t="t" r="r" b="b"/>
              <a:pathLst>
                <a:path w="2459" h="2424" extrusionOk="0">
                  <a:moveTo>
                    <a:pt x="1795" y="0"/>
                  </a:moveTo>
                  <a:cubicBezTo>
                    <a:pt x="2197" y="337"/>
                    <a:pt x="2430" y="880"/>
                    <a:pt x="2169" y="1359"/>
                  </a:cubicBezTo>
                  <a:cubicBezTo>
                    <a:pt x="1909" y="1792"/>
                    <a:pt x="1453" y="2095"/>
                    <a:pt x="973" y="2095"/>
                  </a:cubicBezTo>
                  <a:cubicBezTo>
                    <a:pt x="816" y="2095"/>
                    <a:pt x="657" y="2063"/>
                    <a:pt x="501" y="1992"/>
                  </a:cubicBezTo>
                  <a:cubicBezTo>
                    <a:pt x="346" y="1940"/>
                    <a:pt x="153" y="1840"/>
                    <a:pt x="0" y="1698"/>
                  </a:cubicBezTo>
                  <a:lnTo>
                    <a:pt x="0" y="1698"/>
                  </a:lnTo>
                  <a:cubicBezTo>
                    <a:pt x="211" y="2128"/>
                    <a:pt x="652" y="2424"/>
                    <a:pt x="1163" y="2424"/>
                  </a:cubicBezTo>
                  <a:cubicBezTo>
                    <a:pt x="1878" y="2424"/>
                    <a:pt x="2458" y="1845"/>
                    <a:pt x="2458" y="1128"/>
                  </a:cubicBezTo>
                  <a:cubicBezTo>
                    <a:pt x="2457" y="643"/>
                    <a:pt x="2188" y="221"/>
                    <a:pt x="1795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5278402" y="183234"/>
              <a:ext cx="270700" cy="483210"/>
            </a:xfrm>
            <a:custGeom>
              <a:avLst/>
              <a:gdLst/>
              <a:ahLst/>
              <a:cxnLst/>
              <a:rect l="l" t="t" r="r" b="b"/>
              <a:pathLst>
                <a:path w="1163" h="2076" extrusionOk="0">
                  <a:moveTo>
                    <a:pt x="332" y="1"/>
                  </a:moveTo>
                  <a:lnTo>
                    <a:pt x="332" y="1"/>
                  </a:lnTo>
                  <a:cubicBezTo>
                    <a:pt x="325" y="11"/>
                    <a:pt x="317" y="22"/>
                    <a:pt x="309" y="32"/>
                  </a:cubicBezTo>
                  <a:cubicBezTo>
                    <a:pt x="30" y="569"/>
                    <a:pt x="0" y="1187"/>
                    <a:pt x="153" y="1783"/>
                  </a:cubicBezTo>
                  <a:cubicBezTo>
                    <a:pt x="376" y="1967"/>
                    <a:pt x="662" y="2076"/>
                    <a:pt x="971" y="2076"/>
                  </a:cubicBezTo>
                  <a:cubicBezTo>
                    <a:pt x="1038" y="2074"/>
                    <a:pt x="1101" y="2070"/>
                    <a:pt x="1163" y="2061"/>
                  </a:cubicBezTo>
                  <a:cubicBezTo>
                    <a:pt x="985" y="1952"/>
                    <a:pt x="830" y="1798"/>
                    <a:pt x="714" y="1586"/>
                  </a:cubicBezTo>
                  <a:cubicBezTo>
                    <a:pt x="495" y="1111"/>
                    <a:pt x="300" y="544"/>
                    <a:pt x="332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5260713" y="94553"/>
              <a:ext cx="110095" cy="92871"/>
            </a:xfrm>
            <a:custGeom>
              <a:avLst/>
              <a:gdLst/>
              <a:ahLst/>
              <a:cxnLst/>
              <a:rect l="l" t="t" r="r" b="b"/>
              <a:pathLst>
                <a:path w="473" h="399" extrusionOk="0">
                  <a:moveTo>
                    <a:pt x="473" y="0"/>
                  </a:moveTo>
                  <a:lnTo>
                    <a:pt x="473" y="0"/>
                  </a:lnTo>
                  <a:cubicBezTo>
                    <a:pt x="286" y="94"/>
                    <a:pt x="123" y="231"/>
                    <a:pt x="1" y="398"/>
                  </a:cubicBezTo>
                  <a:cubicBezTo>
                    <a:pt x="141" y="346"/>
                    <a:pt x="278" y="315"/>
                    <a:pt x="414" y="305"/>
                  </a:cubicBezTo>
                  <a:cubicBezTo>
                    <a:pt x="425" y="202"/>
                    <a:pt x="443" y="101"/>
                    <a:pt x="473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5369877" y="89665"/>
              <a:ext cx="435494" cy="305148"/>
            </a:xfrm>
            <a:custGeom>
              <a:avLst/>
              <a:gdLst/>
              <a:ahLst/>
              <a:cxnLst/>
              <a:rect l="l" t="t" r="r" b="b"/>
              <a:pathLst>
                <a:path w="1871" h="1311" extrusionOk="0">
                  <a:moveTo>
                    <a:pt x="876" y="1"/>
                  </a:moveTo>
                  <a:cubicBezTo>
                    <a:pt x="531" y="1"/>
                    <a:pt x="206" y="98"/>
                    <a:pt x="1" y="326"/>
                  </a:cubicBezTo>
                  <a:cubicBezTo>
                    <a:pt x="20" y="325"/>
                    <a:pt x="38" y="325"/>
                    <a:pt x="57" y="325"/>
                  </a:cubicBezTo>
                  <a:cubicBezTo>
                    <a:pt x="721" y="325"/>
                    <a:pt x="1323" y="790"/>
                    <a:pt x="1866" y="1311"/>
                  </a:cubicBezTo>
                  <a:cubicBezTo>
                    <a:pt x="1869" y="1270"/>
                    <a:pt x="1871" y="1226"/>
                    <a:pt x="1871" y="1182"/>
                  </a:cubicBezTo>
                  <a:cubicBezTo>
                    <a:pt x="1871" y="673"/>
                    <a:pt x="1575" y="229"/>
                    <a:pt x="1145" y="20"/>
                  </a:cubicBezTo>
                  <a:cubicBezTo>
                    <a:pt x="1055" y="7"/>
                    <a:pt x="965" y="1"/>
                    <a:pt x="876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5313782" y="183234"/>
              <a:ext cx="43526" cy="99621"/>
            </a:xfrm>
            <a:custGeom>
              <a:avLst/>
              <a:gdLst/>
              <a:ahLst/>
              <a:cxnLst/>
              <a:rect l="l" t="t" r="r" b="b"/>
              <a:pathLst>
                <a:path w="187" h="428" extrusionOk="0">
                  <a:moveTo>
                    <a:pt x="180" y="1"/>
                  </a:moveTo>
                  <a:lnTo>
                    <a:pt x="180" y="1"/>
                  </a:lnTo>
                  <a:cubicBezTo>
                    <a:pt x="173" y="11"/>
                    <a:pt x="165" y="22"/>
                    <a:pt x="157" y="32"/>
                  </a:cubicBezTo>
                  <a:cubicBezTo>
                    <a:pt x="91" y="161"/>
                    <a:pt x="38" y="293"/>
                    <a:pt x="1" y="428"/>
                  </a:cubicBezTo>
                  <a:cubicBezTo>
                    <a:pt x="59" y="382"/>
                    <a:pt x="121" y="345"/>
                    <a:pt x="186" y="310"/>
                  </a:cubicBezTo>
                  <a:cubicBezTo>
                    <a:pt x="177" y="206"/>
                    <a:pt x="174" y="102"/>
                    <a:pt x="1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5285385" y="116898"/>
              <a:ext cx="79604" cy="62147"/>
            </a:xfrm>
            <a:custGeom>
              <a:avLst/>
              <a:gdLst/>
              <a:ahLst/>
              <a:cxnLst/>
              <a:rect l="l" t="t" r="r" b="b"/>
              <a:pathLst>
                <a:path w="342" h="267" extrusionOk="0">
                  <a:moveTo>
                    <a:pt x="341" y="1"/>
                  </a:moveTo>
                  <a:lnTo>
                    <a:pt x="341" y="1"/>
                  </a:lnTo>
                  <a:cubicBezTo>
                    <a:pt x="195" y="51"/>
                    <a:pt x="70" y="135"/>
                    <a:pt x="0" y="266"/>
                  </a:cubicBezTo>
                  <a:cubicBezTo>
                    <a:pt x="105" y="234"/>
                    <a:pt x="207" y="216"/>
                    <a:pt x="310" y="209"/>
                  </a:cubicBezTo>
                  <a:cubicBezTo>
                    <a:pt x="316" y="141"/>
                    <a:pt x="326" y="70"/>
                    <a:pt x="3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5369644" y="89898"/>
              <a:ext cx="199475" cy="86354"/>
            </a:xfrm>
            <a:custGeom>
              <a:avLst/>
              <a:gdLst/>
              <a:ahLst/>
              <a:cxnLst/>
              <a:rect l="l" t="t" r="r" b="b"/>
              <a:pathLst>
                <a:path w="857" h="371" extrusionOk="0">
                  <a:moveTo>
                    <a:pt x="843" y="1"/>
                  </a:moveTo>
                  <a:lnTo>
                    <a:pt x="843" y="1"/>
                  </a:lnTo>
                  <a:cubicBezTo>
                    <a:pt x="512" y="5"/>
                    <a:pt x="199" y="103"/>
                    <a:pt x="0" y="325"/>
                  </a:cubicBezTo>
                  <a:cubicBezTo>
                    <a:pt x="20" y="324"/>
                    <a:pt x="39" y="324"/>
                    <a:pt x="58" y="324"/>
                  </a:cubicBezTo>
                  <a:cubicBezTo>
                    <a:pt x="180" y="324"/>
                    <a:pt x="299" y="340"/>
                    <a:pt x="418" y="370"/>
                  </a:cubicBezTo>
                  <a:cubicBezTo>
                    <a:pt x="578" y="328"/>
                    <a:pt x="754" y="314"/>
                    <a:pt x="837" y="145"/>
                  </a:cubicBezTo>
                  <a:cubicBezTo>
                    <a:pt x="857" y="91"/>
                    <a:pt x="857" y="41"/>
                    <a:pt x="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2"/>
          <p:cNvSpPr txBox="1">
            <a:spLocks noGrp="1"/>
          </p:cNvSpPr>
          <p:nvPr>
            <p:ph type="subTitle" idx="1"/>
          </p:nvPr>
        </p:nvSpPr>
        <p:spPr>
          <a:xfrm>
            <a:off x="720000" y="2516650"/>
            <a:ext cx="24579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9pPr>
          </a:lstStyle>
          <a:p>
            <a:endParaRPr/>
          </a:p>
        </p:txBody>
      </p:sp>
      <p:sp>
        <p:nvSpPr>
          <p:cNvPr id="458" name="Google Shape;458;p22"/>
          <p:cNvSpPr txBox="1">
            <a:spLocks noGrp="1"/>
          </p:cNvSpPr>
          <p:nvPr>
            <p:ph type="subTitle" idx="2"/>
          </p:nvPr>
        </p:nvSpPr>
        <p:spPr>
          <a:xfrm>
            <a:off x="720000" y="3114608"/>
            <a:ext cx="2457900" cy="9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2"/>
          <p:cNvSpPr txBox="1">
            <a:spLocks noGrp="1"/>
          </p:cNvSpPr>
          <p:nvPr>
            <p:ph type="subTitle" idx="3"/>
          </p:nvPr>
        </p:nvSpPr>
        <p:spPr>
          <a:xfrm>
            <a:off x="3343050" y="3114608"/>
            <a:ext cx="2457900" cy="9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22"/>
          <p:cNvSpPr txBox="1">
            <a:spLocks noGrp="1"/>
          </p:cNvSpPr>
          <p:nvPr>
            <p:ph type="subTitle" idx="4"/>
          </p:nvPr>
        </p:nvSpPr>
        <p:spPr>
          <a:xfrm>
            <a:off x="5966100" y="3114608"/>
            <a:ext cx="2457900" cy="9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2"/>
          <p:cNvSpPr txBox="1">
            <a:spLocks noGrp="1"/>
          </p:cNvSpPr>
          <p:nvPr>
            <p:ph type="subTitle" idx="5"/>
          </p:nvPr>
        </p:nvSpPr>
        <p:spPr>
          <a:xfrm>
            <a:off x="3343050" y="2516650"/>
            <a:ext cx="24579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9pPr>
          </a:lstStyle>
          <a:p>
            <a:endParaRPr/>
          </a:p>
        </p:txBody>
      </p:sp>
      <p:sp>
        <p:nvSpPr>
          <p:cNvPr id="462" name="Google Shape;462;p22"/>
          <p:cNvSpPr txBox="1">
            <a:spLocks noGrp="1"/>
          </p:cNvSpPr>
          <p:nvPr>
            <p:ph type="subTitle" idx="6"/>
          </p:nvPr>
        </p:nvSpPr>
        <p:spPr>
          <a:xfrm>
            <a:off x="5966100" y="2516650"/>
            <a:ext cx="24579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tr"/>
              <a:buNone/>
              <a:defRPr sz="2400">
                <a:solidFill>
                  <a:schemeClr val="dk1"/>
                </a:solidFill>
                <a:latin typeface="Mitr"/>
                <a:ea typeface="Mitr"/>
                <a:cs typeface="Mitr"/>
                <a:sym typeface="Mitr"/>
              </a:defRPr>
            </a:lvl9pPr>
          </a:lstStyle>
          <a:p>
            <a:endParaRPr/>
          </a:p>
        </p:txBody>
      </p:sp>
      <p:grpSp>
        <p:nvGrpSpPr>
          <p:cNvPr id="463" name="Google Shape;463;p22"/>
          <p:cNvGrpSpPr/>
          <p:nvPr/>
        </p:nvGrpSpPr>
        <p:grpSpPr>
          <a:xfrm rot="1538432" flipH="1">
            <a:off x="-541433" y="-431127"/>
            <a:ext cx="1457643" cy="2608808"/>
            <a:chOff x="1131050" y="2386925"/>
            <a:chExt cx="196675" cy="352000"/>
          </a:xfrm>
        </p:grpSpPr>
        <p:sp>
          <p:nvSpPr>
            <p:cNvPr id="464" name="Google Shape;464;p22"/>
            <p:cNvSpPr/>
            <p:nvPr/>
          </p:nvSpPr>
          <p:spPr>
            <a:xfrm>
              <a:off x="1139250" y="2386925"/>
              <a:ext cx="74550" cy="70350"/>
            </a:xfrm>
            <a:custGeom>
              <a:avLst/>
              <a:gdLst/>
              <a:ahLst/>
              <a:cxnLst/>
              <a:rect l="l" t="t" r="r" b="b"/>
              <a:pathLst>
                <a:path w="2982" h="2814" extrusionOk="0">
                  <a:moveTo>
                    <a:pt x="1526" y="0"/>
                  </a:moveTo>
                  <a:cubicBezTo>
                    <a:pt x="1382" y="0"/>
                    <a:pt x="1237" y="22"/>
                    <a:pt x="1113" y="115"/>
                  </a:cubicBezTo>
                  <a:cubicBezTo>
                    <a:pt x="988" y="211"/>
                    <a:pt x="908" y="368"/>
                    <a:pt x="875" y="525"/>
                  </a:cubicBezTo>
                  <a:cubicBezTo>
                    <a:pt x="867" y="556"/>
                    <a:pt x="863" y="602"/>
                    <a:pt x="860" y="653"/>
                  </a:cubicBezTo>
                  <a:cubicBezTo>
                    <a:pt x="840" y="951"/>
                    <a:pt x="664" y="1238"/>
                    <a:pt x="403" y="1392"/>
                  </a:cubicBezTo>
                  <a:cubicBezTo>
                    <a:pt x="359" y="1417"/>
                    <a:pt x="321" y="1442"/>
                    <a:pt x="296" y="1463"/>
                  </a:cubicBezTo>
                  <a:cubicBezTo>
                    <a:pt x="174" y="1562"/>
                    <a:pt x="68" y="1704"/>
                    <a:pt x="38" y="1859"/>
                  </a:cubicBezTo>
                  <a:cubicBezTo>
                    <a:pt x="0" y="2063"/>
                    <a:pt x="95" y="2244"/>
                    <a:pt x="189" y="2404"/>
                  </a:cubicBezTo>
                  <a:cubicBezTo>
                    <a:pt x="260" y="2523"/>
                    <a:pt x="339" y="2648"/>
                    <a:pt x="468" y="2692"/>
                  </a:cubicBezTo>
                  <a:cubicBezTo>
                    <a:pt x="500" y="2702"/>
                    <a:pt x="533" y="2707"/>
                    <a:pt x="567" y="2707"/>
                  </a:cubicBezTo>
                  <a:cubicBezTo>
                    <a:pt x="690" y="2707"/>
                    <a:pt x="821" y="2645"/>
                    <a:pt x="944" y="2585"/>
                  </a:cubicBezTo>
                  <a:cubicBezTo>
                    <a:pt x="1068" y="2523"/>
                    <a:pt x="1202" y="2460"/>
                    <a:pt x="1327" y="2460"/>
                  </a:cubicBezTo>
                  <a:cubicBezTo>
                    <a:pt x="1359" y="2460"/>
                    <a:pt x="1390" y="2464"/>
                    <a:pt x="1421" y="2473"/>
                  </a:cubicBezTo>
                  <a:cubicBezTo>
                    <a:pt x="1538" y="2509"/>
                    <a:pt x="1615" y="2613"/>
                    <a:pt x="1709" y="2686"/>
                  </a:cubicBezTo>
                  <a:cubicBezTo>
                    <a:pt x="1818" y="2770"/>
                    <a:pt x="1956" y="2814"/>
                    <a:pt x="2100" y="2814"/>
                  </a:cubicBezTo>
                  <a:cubicBezTo>
                    <a:pt x="2200" y="2814"/>
                    <a:pt x="2302" y="2793"/>
                    <a:pt x="2399" y="2750"/>
                  </a:cubicBezTo>
                  <a:cubicBezTo>
                    <a:pt x="2568" y="2677"/>
                    <a:pt x="2719" y="2538"/>
                    <a:pt x="2822" y="2369"/>
                  </a:cubicBezTo>
                  <a:cubicBezTo>
                    <a:pt x="2926" y="2203"/>
                    <a:pt x="2981" y="2005"/>
                    <a:pt x="2972" y="1822"/>
                  </a:cubicBezTo>
                  <a:cubicBezTo>
                    <a:pt x="2959" y="1562"/>
                    <a:pt x="2815" y="1334"/>
                    <a:pt x="2604" y="1235"/>
                  </a:cubicBezTo>
                  <a:cubicBezTo>
                    <a:pt x="2496" y="1182"/>
                    <a:pt x="2369" y="1160"/>
                    <a:pt x="2285" y="1072"/>
                  </a:cubicBezTo>
                  <a:cubicBezTo>
                    <a:pt x="2176" y="959"/>
                    <a:pt x="2172" y="769"/>
                    <a:pt x="2169" y="597"/>
                  </a:cubicBezTo>
                  <a:cubicBezTo>
                    <a:pt x="2169" y="424"/>
                    <a:pt x="2161" y="235"/>
                    <a:pt x="2052" y="122"/>
                  </a:cubicBezTo>
                  <a:cubicBezTo>
                    <a:pt x="1956" y="27"/>
                    <a:pt x="1810" y="14"/>
                    <a:pt x="1669" y="6"/>
                  </a:cubicBezTo>
                  <a:cubicBezTo>
                    <a:pt x="1622" y="3"/>
                    <a:pt x="1574" y="0"/>
                    <a:pt x="1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1214875" y="2422025"/>
              <a:ext cx="49925" cy="38175"/>
            </a:xfrm>
            <a:custGeom>
              <a:avLst/>
              <a:gdLst/>
              <a:ahLst/>
              <a:cxnLst/>
              <a:rect l="l" t="t" r="r" b="b"/>
              <a:pathLst>
                <a:path w="1997" h="1527" extrusionOk="0">
                  <a:moveTo>
                    <a:pt x="845" y="0"/>
                  </a:moveTo>
                  <a:cubicBezTo>
                    <a:pt x="782" y="0"/>
                    <a:pt x="719" y="5"/>
                    <a:pt x="656" y="15"/>
                  </a:cubicBezTo>
                  <a:cubicBezTo>
                    <a:pt x="495" y="42"/>
                    <a:pt x="336" y="101"/>
                    <a:pt x="211" y="206"/>
                  </a:cubicBezTo>
                  <a:cubicBezTo>
                    <a:pt x="88" y="312"/>
                    <a:pt x="0" y="467"/>
                    <a:pt x="2" y="632"/>
                  </a:cubicBezTo>
                  <a:cubicBezTo>
                    <a:pt x="0" y="811"/>
                    <a:pt x="104" y="977"/>
                    <a:pt x="226" y="1108"/>
                  </a:cubicBezTo>
                  <a:cubicBezTo>
                    <a:pt x="424" y="1319"/>
                    <a:pt x="688" y="1476"/>
                    <a:pt x="974" y="1515"/>
                  </a:cubicBezTo>
                  <a:cubicBezTo>
                    <a:pt x="1023" y="1523"/>
                    <a:pt x="1073" y="1526"/>
                    <a:pt x="1123" y="1526"/>
                  </a:cubicBezTo>
                  <a:cubicBezTo>
                    <a:pt x="1364" y="1526"/>
                    <a:pt x="1605" y="1442"/>
                    <a:pt x="1781" y="1279"/>
                  </a:cubicBezTo>
                  <a:cubicBezTo>
                    <a:pt x="1894" y="1173"/>
                    <a:pt x="1981" y="1028"/>
                    <a:pt x="1989" y="873"/>
                  </a:cubicBezTo>
                  <a:cubicBezTo>
                    <a:pt x="1997" y="696"/>
                    <a:pt x="1900" y="532"/>
                    <a:pt x="1779" y="402"/>
                  </a:cubicBezTo>
                  <a:cubicBezTo>
                    <a:pt x="1542" y="147"/>
                    <a:pt x="1194" y="0"/>
                    <a:pt x="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1199775" y="2452750"/>
              <a:ext cx="38450" cy="38150"/>
            </a:xfrm>
            <a:custGeom>
              <a:avLst/>
              <a:gdLst/>
              <a:ahLst/>
              <a:cxnLst/>
              <a:rect l="l" t="t" r="r" b="b"/>
              <a:pathLst>
                <a:path w="1538" h="1526" extrusionOk="0">
                  <a:moveTo>
                    <a:pt x="431" y="1"/>
                  </a:moveTo>
                  <a:cubicBezTo>
                    <a:pt x="374" y="1"/>
                    <a:pt x="318" y="11"/>
                    <a:pt x="266" y="34"/>
                  </a:cubicBezTo>
                  <a:cubicBezTo>
                    <a:pt x="75" y="117"/>
                    <a:pt x="1" y="360"/>
                    <a:pt x="16" y="571"/>
                  </a:cubicBezTo>
                  <a:cubicBezTo>
                    <a:pt x="33" y="807"/>
                    <a:pt x="134" y="1036"/>
                    <a:pt x="295" y="1206"/>
                  </a:cubicBezTo>
                  <a:cubicBezTo>
                    <a:pt x="458" y="1378"/>
                    <a:pt x="679" y="1490"/>
                    <a:pt x="913" y="1520"/>
                  </a:cubicBezTo>
                  <a:cubicBezTo>
                    <a:pt x="946" y="1524"/>
                    <a:pt x="980" y="1526"/>
                    <a:pt x="1013" y="1526"/>
                  </a:cubicBezTo>
                  <a:cubicBezTo>
                    <a:pt x="1172" y="1526"/>
                    <a:pt x="1332" y="1479"/>
                    <a:pt x="1432" y="1360"/>
                  </a:cubicBezTo>
                  <a:cubicBezTo>
                    <a:pt x="1509" y="1266"/>
                    <a:pt x="1537" y="1140"/>
                    <a:pt x="1530" y="1022"/>
                  </a:cubicBezTo>
                  <a:cubicBezTo>
                    <a:pt x="1521" y="902"/>
                    <a:pt x="1477" y="787"/>
                    <a:pt x="1418" y="681"/>
                  </a:cubicBezTo>
                  <a:cubicBezTo>
                    <a:pt x="1259" y="390"/>
                    <a:pt x="990" y="160"/>
                    <a:pt x="678" y="50"/>
                  </a:cubicBezTo>
                  <a:cubicBezTo>
                    <a:pt x="599" y="22"/>
                    <a:pt x="514" y="1"/>
                    <a:pt x="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1166150" y="2457650"/>
              <a:ext cx="27000" cy="30425"/>
            </a:xfrm>
            <a:custGeom>
              <a:avLst/>
              <a:gdLst/>
              <a:ahLst/>
              <a:cxnLst/>
              <a:rect l="l" t="t" r="r" b="b"/>
              <a:pathLst>
                <a:path w="1080" h="1217" extrusionOk="0">
                  <a:moveTo>
                    <a:pt x="413" y="1"/>
                  </a:moveTo>
                  <a:cubicBezTo>
                    <a:pt x="357" y="1"/>
                    <a:pt x="301" y="12"/>
                    <a:pt x="250" y="36"/>
                  </a:cubicBezTo>
                  <a:cubicBezTo>
                    <a:pt x="132" y="93"/>
                    <a:pt x="55" y="212"/>
                    <a:pt x="27" y="339"/>
                  </a:cubicBezTo>
                  <a:cubicBezTo>
                    <a:pt x="1" y="466"/>
                    <a:pt x="19" y="600"/>
                    <a:pt x="58" y="724"/>
                  </a:cubicBezTo>
                  <a:cubicBezTo>
                    <a:pt x="126" y="935"/>
                    <a:pt x="268" y="1138"/>
                    <a:pt x="479" y="1199"/>
                  </a:cubicBezTo>
                  <a:cubicBezTo>
                    <a:pt x="520" y="1211"/>
                    <a:pt x="563" y="1216"/>
                    <a:pt x="606" y="1216"/>
                  </a:cubicBezTo>
                  <a:cubicBezTo>
                    <a:pt x="698" y="1216"/>
                    <a:pt x="790" y="1189"/>
                    <a:pt x="865" y="1137"/>
                  </a:cubicBezTo>
                  <a:cubicBezTo>
                    <a:pt x="976" y="1061"/>
                    <a:pt x="1052" y="933"/>
                    <a:pt x="1065" y="799"/>
                  </a:cubicBezTo>
                  <a:cubicBezTo>
                    <a:pt x="1079" y="651"/>
                    <a:pt x="1020" y="503"/>
                    <a:pt x="943" y="375"/>
                  </a:cubicBezTo>
                  <a:cubicBezTo>
                    <a:pt x="869" y="253"/>
                    <a:pt x="779" y="140"/>
                    <a:pt x="655" y="68"/>
                  </a:cubicBezTo>
                  <a:cubicBezTo>
                    <a:pt x="582" y="25"/>
                    <a:pt x="497" y="1"/>
                    <a:pt x="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2"/>
            <p:cNvSpPr/>
            <p:nvPr/>
          </p:nvSpPr>
          <p:spPr>
            <a:xfrm>
              <a:off x="1202650" y="2392125"/>
              <a:ext cx="36000" cy="24550"/>
            </a:xfrm>
            <a:custGeom>
              <a:avLst/>
              <a:gdLst/>
              <a:ahLst/>
              <a:cxnLst/>
              <a:rect l="l" t="t" r="r" b="b"/>
              <a:pathLst>
                <a:path w="1440" h="982" extrusionOk="0">
                  <a:moveTo>
                    <a:pt x="725" y="0"/>
                  </a:moveTo>
                  <a:cubicBezTo>
                    <a:pt x="563" y="0"/>
                    <a:pt x="401" y="40"/>
                    <a:pt x="260" y="118"/>
                  </a:cubicBezTo>
                  <a:cubicBezTo>
                    <a:pt x="156" y="175"/>
                    <a:pt x="58" y="259"/>
                    <a:pt x="28" y="374"/>
                  </a:cubicBezTo>
                  <a:cubicBezTo>
                    <a:pt x="1" y="480"/>
                    <a:pt x="40" y="594"/>
                    <a:pt x="111" y="680"/>
                  </a:cubicBezTo>
                  <a:cubicBezTo>
                    <a:pt x="180" y="765"/>
                    <a:pt x="276" y="820"/>
                    <a:pt x="374" y="869"/>
                  </a:cubicBezTo>
                  <a:cubicBezTo>
                    <a:pt x="515" y="935"/>
                    <a:pt x="667" y="982"/>
                    <a:pt x="822" y="982"/>
                  </a:cubicBezTo>
                  <a:cubicBezTo>
                    <a:pt x="825" y="982"/>
                    <a:pt x="827" y="982"/>
                    <a:pt x="830" y="982"/>
                  </a:cubicBezTo>
                  <a:cubicBezTo>
                    <a:pt x="988" y="979"/>
                    <a:pt x="1151" y="929"/>
                    <a:pt x="1264" y="819"/>
                  </a:cubicBezTo>
                  <a:cubicBezTo>
                    <a:pt x="1380" y="710"/>
                    <a:pt x="1439" y="538"/>
                    <a:pt x="1395" y="386"/>
                  </a:cubicBezTo>
                  <a:cubicBezTo>
                    <a:pt x="1346" y="210"/>
                    <a:pt x="1177" y="94"/>
                    <a:pt x="1002" y="41"/>
                  </a:cubicBezTo>
                  <a:cubicBezTo>
                    <a:pt x="912" y="14"/>
                    <a:pt x="819" y="0"/>
                    <a:pt x="7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/>
            <p:cNvSpPr/>
            <p:nvPr/>
          </p:nvSpPr>
          <p:spPr>
            <a:xfrm>
              <a:off x="1131050" y="2605525"/>
              <a:ext cx="132500" cy="133400"/>
            </a:xfrm>
            <a:custGeom>
              <a:avLst/>
              <a:gdLst/>
              <a:ahLst/>
              <a:cxnLst/>
              <a:rect l="l" t="t" r="r" b="b"/>
              <a:pathLst>
                <a:path w="5300" h="5336" extrusionOk="0">
                  <a:moveTo>
                    <a:pt x="3509" y="0"/>
                  </a:moveTo>
                  <a:cubicBezTo>
                    <a:pt x="3050" y="0"/>
                    <a:pt x="2635" y="224"/>
                    <a:pt x="2429" y="587"/>
                  </a:cubicBezTo>
                  <a:cubicBezTo>
                    <a:pt x="2320" y="777"/>
                    <a:pt x="2263" y="1005"/>
                    <a:pt x="2094" y="1145"/>
                  </a:cubicBezTo>
                  <a:cubicBezTo>
                    <a:pt x="1943" y="1270"/>
                    <a:pt x="1732" y="1301"/>
                    <a:pt x="1512" y="1301"/>
                  </a:cubicBezTo>
                  <a:cubicBezTo>
                    <a:pt x="1414" y="1301"/>
                    <a:pt x="1315" y="1295"/>
                    <a:pt x="1218" y="1288"/>
                  </a:cubicBezTo>
                  <a:cubicBezTo>
                    <a:pt x="1124" y="1281"/>
                    <a:pt x="1028" y="1276"/>
                    <a:pt x="933" y="1276"/>
                  </a:cubicBezTo>
                  <a:cubicBezTo>
                    <a:pt x="710" y="1276"/>
                    <a:pt x="495" y="1308"/>
                    <a:pt x="345" y="1436"/>
                  </a:cubicBezTo>
                  <a:cubicBezTo>
                    <a:pt x="158" y="1597"/>
                    <a:pt x="114" y="1863"/>
                    <a:pt x="82" y="2113"/>
                  </a:cubicBezTo>
                  <a:cubicBezTo>
                    <a:pt x="39" y="2449"/>
                    <a:pt x="1" y="2817"/>
                    <a:pt x="208" y="3132"/>
                  </a:cubicBezTo>
                  <a:cubicBezTo>
                    <a:pt x="363" y="3374"/>
                    <a:pt x="637" y="3536"/>
                    <a:pt x="913" y="3618"/>
                  </a:cubicBezTo>
                  <a:cubicBezTo>
                    <a:pt x="972" y="3634"/>
                    <a:pt x="1052" y="3650"/>
                    <a:pt x="1144" y="3662"/>
                  </a:cubicBezTo>
                  <a:cubicBezTo>
                    <a:pt x="1682" y="3737"/>
                    <a:pt x="2177" y="4096"/>
                    <a:pt x="2418" y="4584"/>
                  </a:cubicBezTo>
                  <a:cubicBezTo>
                    <a:pt x="2459" y="4667"/>
                    <a:pt x="2497" y="4738"/>
                    <a:pt x="2533" y="4788"/>
                  </a:cubicBezTo>
                  <a:cubicBezTo>
                    <a:pt x="2697" y="5023"/>
                    <a:pt x="2938" y="5234"/>
                    <a:pt x="3216" y="5305"/>
                  </a:cubicBezTo>
                  <a:cubicBezTo>
                    <a:pt x="3296" y="5326"/>
                    <a:pt x="3374" y="5336"/>
                    <a:pt x="3452" y="5336"/>
                  </a:cubicBezTo>
                  <a:cubicBezTo>
                    <a:pt x="3727" y="5336"/>
                    <a:pt x="3985" y="5219"/>
                    <a:pt x="4222" y="5105"/>
                  </a:cubicBezTo>
                  <a:cubicBezTo>
                    <a:pt x="4448" y="4993"/>
                    <a:pt x="4689" y="4868"/>
                    <a:pt x="4783" y="4642"/>
                  </a:cubicBezTo>
                  <a:cubicBezTo>
                    <a:pt x="4890" y="4381"/>
                    <a:pt x="4769" y="4058"/>
                    <a:pt x="4650" y="3766"/>
                  </a:cubicBezTo>
                  <a:cubicBezTo>
                    <a:pt x="4531" y="3473"/>
                    <a:pt x="4409" y="3153"/>
                    <a:pt x="4513" y="2890"/>
                  </a:cubicBezTo>
                  <a:cubicBezTo>
                    <a:pt x="4591" y="2684"/>
                    <a:pt x="4792" y="2558"/>
                    <a:pt x="4936" y="2396"/>
                  </a:cubicBezTo>
                  <a:cubicBezTo>
                    <a:pt x="5218" y="2081"/>
                    <a:pt x="5300" y="1602"/>
                    <a:pt x="5143" y="1158"/>
                  </a:cubicBezTo>
                  <a:cubicBezTo>
                    <a:pt x="5033" y="842"/>
                    <a:pt x="4802" y="551"/>
                    <a:pt x="4513" y="344"/>
                  </a:cubicBezTo>
                  <a:cubicBezTo>
                    <a:pt x="4226" y="135"/>
                    <a:pt x="3875" y="8"/>
                    <a:pt x="3540" y="0"/>
                  </a:cubicBezTo>
                  <a:cubicBezTo>
                    <a:pt x="3530" y="0"/>
                    <a:pt x="3519" y="0"/>
                    <a:pt x="35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1202150" y="2514525"/>
              <a:ext cx="73250" cy="89275"/>
            </a:xfrm>
            <a:custGeom>
              <a:avLst/>
              <a:gdLst/>
              <a:ahLst/>
              <a:cxnLst/>
              <a:rect l="l" t="t" r="r" b="b"/>
              <a:pathLst>
                <a:path w="2930" h="3571" extrusionOk="0">
                  <a:moveTo>
                    <a:pt x="1694" y="1"/>
                  </a:moveTo>
                  <a:cubicBezTo>
                    <a:pt x="1410" y="1"/>
                    <a:pt x="1134" y="142"/>
                    <a:pt x="910" y="323"/>
                  </a:cubicBezTo>
                  <a:cubicBezTo>
                    <a:pt x="328" y="792"/>
                    <a:pt x="1" y="1559"/>
                    <a:pt x="63" y="2304"/>
                  </a:cubicBezTo>
                  <a:cubicBezTo>
                    <a:pt x="87" y="2600"/>
                    <a:pt x="171" y="2895"/>
                    <a:pt x="348" y="3134"/>
                  </a:cubicBezTo>
                  <a:cubicBezTo>
                    <a:pt x="523" y="3370"/>
                    <a:pt x="794" y="3548"/>
                    <a:pt x="1090" y="3568"/>
                  </a:cubicBezTo>
                  <a:cubicBezTo>
                    <a:pt x="1112" y="3570"/>
                    <a:pt x="1134" y="3571"/>
                    <a:pt x="1157" y="3571"/>
                  </a:cubicBezTo>
                  <a:cubicBezTo>
                    <a:pt x="1458" y="3571"/>
                    <a:pt x="1745" y="3414"/>
                    <a:pt x="1981" y="3221"/>
                  </a:cubicBezTo>
                  <a:cubicBezTo>
                    <a:pt x="2391" y="2891"/>
                    <a:pt x="2705" y="2436"/>
                    <a:pt x="2818" y="1923"/>
                  </a:cubicBezTo>
                  <a:cubicBezTo>
                    <a:pt x="2929" y="1410"/>
                    <a:pt x="2825" y="843"/>
                    <a:pt x="2497" y="435"/>
                  </a:cubicBezTo>
                  <a:cubicBezTo>
                    <a:pt x="2319" y="213"/>
                    <a:pt x="2070" y="38"/>
                    <a:pt x="1789" y="6"/>
                  </a:cubicBezTo>
                  <a:cubicBezTo>
                    <a:pt x="1758" y="3"/>
                    <a:pt x="1726" y="1"/>
                    <a:pt x="1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1254475" y="2567250"/>
              <a:ext cx="73250" cy="67025"/>
            </a:xfrm>
            <a:custGeom>
              <a:avLst/>
              <a:gdLst/>
              <a:ahLst/>
              <a:cxnLst/>
              <a:rect l="l" t="t" r="r" b="b"/>
              <a:pathLst>
                <a:path w="2930" h="2681" extrusionOk="0">
                  <a:moveTo>
                    <a:pt x="2041" y="1"/>
                  </a:moveTo>
                  <a:cubicBezTo>
                    <a:pt x="1822" y="1"/>
                    <a:pt x="1608" y="64"/>
                    <a:pt x="1411" y="155"/>
                  </a:cubicBezTo>
                  <a:cubicBezTo>
                    <a:pt x="865" y="406"/>
                    <a:pt x="414" y="860"/>
                    <a:pt x="171" y="1411"/>
                  </a:cubicBezTo>
                  <a:cubicBezTo>
                    <a:pt x="69" y="1643"/>
                    <a:pt x="1" y="1910"/>
                    <a:pt x="88" y="2150"/>
                  </a:cubicBezTo>
                  <a:cubicBezTo>
                    <a:pt x="220" y="2513"/>
                    <a:pt x="649" y="2679"/>
                    <a:pt x="1032" y="2680"/>
                  </a:cubicBezTo>
                  <a:cubicBezTo>
                    <a:pt x="1461" y="2680"/>
                    <a:pt x="1886" y="2530"/>
                    <a:pt x="2216" y="2258"/>
                  </a:cubicBezTo>
                  <a:cubicBezTo>
                    <a:pt x="2546" y="1987"/>
                    <a:pt x="2780" y="1601"/>
                    <a:pt x="2863" y="1180"/>
                  </a:cubicBezTo>
                  <a:cubicBezTo>
                    <a:pt x="2929" y="845"/>
                    <a:pt x="2887" y="461"/>
                    <a:pt x="2640" y="222"/>
                  </a:cubicBezTo>
                  <a:cubicBezTo>
                    <a:pt x="2481" y="72"/>
                    <a:pt x="2260" y="2"/>
                    <a:pt x="2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/>
            <p:cNvSpPr/>
            <p:nvPr/>
          </p:nvSpPr>
          <p:spPr>
            <a:xfrm>
              <a:off x="1258975" y="2648700"/>
              <a:ext cx="57850" cy="46750"/>
            </a:xfrm>
            <a:custGeom>
              <a:avLst/>
              <a:gdLst/>
              <a:ahLst/>
              <a:cxnLst/>
              <a:rect l="l" t="t" r="r" b="b"/>
              <a:pathLst>
                <a:path w="2314" h="1870" extrusionOk="0">
                  <a:moveTo>
                    <a:pt x="1440" y="1"/>
                  </a:moveTo>
                  <a:cubicBezTo>
                    <a:pt x="1220" y="1"/>
                    <a:pt x="999" y="77"/>
                    <a:pt x="800" y="176"/>
                  </a:cubicBezTo>
                  <a:cubicBezTo>
                    <a:pt x="570" y="292"/>
                    <a:pt x="352" y="445"/>
                    <a:pt x="205" y="656"/>
                  </a:cubicBezTo>
                  <a:cubicBezTo>
                    <a:pt x="61" y="868"/>
                    <a:pt x="0" y="1149"/>
                    <a:pt x="95" y="1387"/>
                  </a:cubicBezTo>
                  <a:cubicBezTo>
                    <a:pt x="181" y="1606"/>
                    <a:pt x="389" y="1761"/>
                    <a:pt x="616" y="1828"/>
                  </a:cubicBezTo>
                  <a:cubicBezTo>
                    <a:pt x="716" y="1857"/>
                    <a:pt x="820" y="1870"/>
                    <a:pt x="925" y="1870"/>
                  </a:cubicBezTo>
                  <a:cubicBezTo>
                    <a:pt x="1055" y="1870"/>
                    <a:pt x="1187" y="1850"/>
                    <a:pt x="1314" y="1820"/>
                  </a:cubicBezTo>
                  <a:cubicBezTo>
                    <a:pt x="1704" y="1728"/>
                    <a:pt x="2090" y="1500"/>
                    <a:pt x="2229" y="1126"/>
                  </a:cubicBezTo>
                  <a:cubicBezTo>
                    <a:pt x="2313" y="897"/>
                    <a:pt x="2291" y="632"/>
                    <a:pt x="2169" y="418"/>
                  </a:cubicBezTo>
                  <a:cubicBezTo>
                    <a:pt x="2045" y="207"/>
                    <a:pt x="1826" y="53"/>
                    <a:pt x="1584" y="12"/>
                  </a:cubicBezTo>
                  <a:cubicBezTo>
                    <a:pt x="1536" y="4"/>
                    <a:pt x="1488" y="1"/>
                    <a:pt x="1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1146175" y="2557675"/>
              <a:ext cx="46575" cy="62800"/>
            </a:xfrm>
            <a:custGeom>
              <a:avLst/>
              <a:gdLst/>
              <a:ahLst/>
              <a:cxnLst/>
              <a:rect l="l" t="t" r="r" b="b"/>
              <a:pathLst>
                <a:path w="1863" h="2512" extrusionOk="0">
                  <a:moveTo>
                    <a:pt x="980" y="0"/>
                  </a:moveTo>
                  <a:cubicBezTo>
                    <a:pt x="934" y="0"/>
                    <a:pt x="888" y="5"/>
                    <a:pt x="842" y="14"/>
                  </a:cubicBezTo>
                  <a:cubicBezTo>
                    <a:pt x="521" y="82"/>
                    <a:pt x="284" y="372"/>
                    <a:pt x="167" y="679"/>
                  </a:cubicBezTo>
                  <a:cubicBezTo>
                    <a:pt x="1" y="1111"/>
                    <a:pt x="16" y="1611"/>
                    <a:pt x="207" y="2033"/>
                  </a:cubicBezTo>
                  <a:cubicBezTo>
                    <a:pt x="298" y="2230"/>
                    <a:pt x="438" y="2418"/>
                    <a:pt x="642" y="2486"/>
                  </a:cubicBezTo>
                  <a:cubicBezTo>
                    <a:pt x="694" y="2503"/>
                    <a:pt x="749" y="2511"/>
                    <a:pt x="803" y="2511"/>
                  </a:cubicBezTo>
                  <a:cubicBezTo>
                    <a:pt x="944" y="2511"/>
                    <a:pt x="1086" y="2458"/>
                    <a:pt x="1202" y="2376"/>
                  </a:cubicBezTo>
                  <a:cubicBezTo>
                    <a:pt x="1365" y="2261"/>
                    <a:pt x="1481" y="2095"/>
                    <a:pt x="1578" y="1922"/>
                  </a:cubicBezTo>
                  <a:cubicBezTo>
                    <a:pt x="1720" y="1672"/>
                    <a:pt x="1825" y="1397"/>
                    <a:pt x="1843" y="1111"/>
                  </a:cubicBezTo>
                  <a:cubicBezTo>
                    <a:pt x="1863" y="824"/>
                    <a:pt x="1791" y="527"/>
                    <a:pt x="1607" y="307"/>
                  </a:cubicBezTo>
                  <a:cubicBezTo>
                    <a:pt x="1451" y="121"/>
                    <a:pt x="1218" y="0"/>
                    <a:pt x="9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4" name="Google Shape;474;p22"/>
          <p:cNvSpPr/>
          <p:nvPr/>
        </p:nvSpPr>
        <p:spPr>
          <a:xfrm flipH="1">
            <a:off x="-2279167" y="3401048"/>
            <a:ext cx="4780546" cy="2161964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2"/>
          <p:cNvSpPr/>
          <p:nvPr/>
        </p:nvSpPr>
        <p:spPr>
          <a:xfrm rot="-9942249" flipH="1">
            <a:off x="6457701" y="-814591"/>
            <a:ext cx="5411870" cy="3375725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"/>
          <p:cNvSpPr/>
          <p:nvPr/>
        </p:nvSpPr>
        <p:spPr>
          <a:xfrm rot="570127">
            <a:off x="-3462973" y="2914436"/>
            <a:ext cx="8248016" cy="2431464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6"/>
          <p:cNvSpPr/>
          <p:nvPr/>
        </p:nvSpPr>
        <p:spPr>
          <a:xfrm rot="-1345624" flipH="1">
            <a:off x="3910873" y="3391083"/>
            <a:ext cx="7821087" cy="2434823"/>
          </a:xfrm>
          <a:custGeom>
            <a:avLst/>
            <a:gdLst/>
            <a:ahLst/>
            <a:cxnLst/>
            <a:rect l="l" t="t" r="r" b="b"/>
            <a:pathLst>
              <a:path w="25249" h="8924" extrusionOk="0">
                <a:moveTo>
                  <a:pt x="7550" y="0"/>
                </a:moveTo>
                <a:cubicBezTo>
                  <a:pt x="6828" y="0"/>
                  <a:pt x="6107" y="95"/>
                  <a:pt x="5406" y="292"/>
                </a:cubicBezTo>
                <a:cubicBezTo>
                  <a:pt x="4622" y="512"/>
                  <a:pt x="3842" y="873"/>
                  <a:pt x="3296" y="1525"/>
                </a:cubicBezTo>
                <a:cubicBezTo>
                  <a:pt x="2749" y="2177"/>
                  <a:pt x="2487" y="3168"/>
                  <a:pt x="2817" y="3975"/>
                </a:cubicBezTo>
                <a:cubicBezTo>
                  <a:pt x="2573" y="3762"/>
                  <a:pt x="2271" y="3665"/>
                  <a:pt x="1962" y="3665"/>
                </a:cubicBezTo>
                <a:cubicBezTo>
                  <a:pt x="1494" y="3665"/>
                  <a:pt x="1012" y="3886"/>
                  <a:pt x="688" y="4264"/>
                </a:cubicBezTo>
                <a:cubicBezTo>
                  <a:pt x="150" y="4891"/>
                  <a:pt x="1" y="5825"/>
                  <a:pt x="111" y="6677"/>
                </a:cubicBezTo>
                <a:cubicBezTo>
                  <a:pt x="215" y="7466"/>
                  <a:pt x="512" y="8202"/>
                  <a:pt x="820" y="8924"/>
                </a:cubicBezTo>
                <a:lnTo>
                  <a:pt x="25227" y="8834"/>
                </a:lnTo>
                <a:cubicBezTo>
                  <a:pt x="25248" y="7280"/>
                  <a:pt x="24904" y="5720"/>
                  <a:pt x="24227" y="4352"/>
                </a:cubicBezTo>
                <a:cubicBezTo>
                  <a:pt x="23984" y="3859"/>
                  <a:pt x="23670" y="3363"/>
                  <a:pt x="23196" y="3144"/>
                </a:cubicBezTo>
                <a:cubicBezTo>
                  <a:pt x="23037" y="3071"/>
                  <a:pt x="22865" y="3035"/>
                  <a:pt x="22692" y="3035"/>
                </a:cubicBezTo>
                <a:cubicBezTo>
                  <a:pt x="22396" y="3035"/>
                  <a:pt x="22099" y="3140"/>
                  <a:pt x="21867" y="3340"/>
                </a:cubicBezTo>
                <a:cubicBezTo>
                  <a:pt x="21498" y="3660"/>
                  <a:pt x="21307" y="4202"/>
                  <a:pt x="21383" y="4708"/>
                </a:cubicBezTo>
                <a:cubicBezTo>
                  <a:pt x="20946" y="3736"/>
                  <a:pt x="19962" y="3105"/>
                  <a:pt x="18978" y="3105"/>
                </a:cubicBezTo>
                <a:cubicBezTo>
                  <a:pt x="18793" y="3105"/>
                  <a:pt x="18609" y="3127"/>
                  <a:pt x="18428" y="3173"/>
                </a:cubicBezTo>
                <a:cubicBezTo>
                  <a:pt x="17282" y="3465"/>
                  <a:pt x="16395" y="4689"/>
                  <a:pt x="16400" y="5977"/>
                </a:cubicBezTo>
                <a:cubicBezTo>
                  <a:pt x="15325" y="3907"/>
                  <a:pt x="13715" y="2147"/>
                  <a:pt x="11763" y="1090"/>
                </a:cubicBezTo>
                <a:cubicBezTo>
                  <a:pt x="10459" y="383"/>
                  <a:pt x="9002" y="0"/>
                  <a:pt x="755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8" name="Google Shape;528;p26"/>
          <p:cNvGrpSpPr/>
          <p:nvPr/>
        </p:nvGrpSpPr>
        <p:grpSpPr>
          <a:xfrm>
            <a:off x="8161465" y="300230"/>
            <a:ext cx="1645372" cy="3479781"/>
            <a:chOff x="1955175" y="1066248"/>
            <a:chExt cx="792301" cy="1675630"/>
          </a:xfrm>
        </p:grpSpPr>
        <p:sp>
          <p:nvSpPr>
            <p:cNvPr id="529" name="Google Shape;529;p26"/>
            <p:cNvSpPr/>
            <p:nvPr/>
          </p:nvSpPr>
          <p:spPr>
            <a:xfrm>
              <a:off x="2270369" y="1066248"/>
              <a:ext cx="246401" cy="474754"/>
            </a:xfrm>
            <a:custGeom>
              <a:avLst/>
              <a:gdLst/>
              <a:ahLst/>
              <a:cxnLst/>
              <a:rect l="l" t="t" r="r" b="b"/>
              <a:pathLst>
                <a:path w="942" h="1815" extrusionOk="0">
                  <a:moveTo>
                    <a:pt x="709" y="0"/>
                  </a:moveTo>
                  <a:cubicBezTo>
                    <a:pt x="480" y="256"/>
                    <a:pt x="246" y="520"/>
                    <a:pt x="122" y="842"/>
                  </a:cubicBezTo>
                  <a:cubicBezTo>
                    <a:pt x="0" y="1161"/>
                    <a:pt x="12" y="1558"/>
                    <a:pt x="241" y="1814"/>
                  </a:cubicBezTo>
                  <a:cubicBezTo>
                    <a:pt x="465" y="1808"/>
                    <a:pt x="685" y="1695"/>
                    <a:pt x="804" y="1507"/>
                  </a:cubicBezTo>
                  <a:cubicBezTo>
                    <a:pt x="941" y="1289"/>
                    <a:pt x="926" y="1009"/>
                    <a:pt x="869" y="757"/>
                  </a:cubicBezTo>
                  <a:cubicBezTo>
                    <a:pt x="813" y="504"/>
                    <a:pt x="716" y="258"/>
                    <a:pt x="7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2496366" y="1382488"/>
              <a:ext cx="129478" cy="265758"/>
            </a:xfrm>
            <a:custGeom>
              <a:avLst/>
              <a:gdLst/>
              <a:ahLst/>
              <a:cxnLst/>
              <a:rect l="l" t="t" r="r" b="b"/>
              <a:pathLst>
                <a:path w="495" h="1016" extrusionOk="0">
                  <a:moveTo>
                    <a:pt x="346" y="0"/>
                  </a:moveTo>
                  <a:cubicBezTo>
                    <a:pt x="302" y="0"/>
                    <a:pt x="261" y="23"/>
                    <a:pt x="229" y="55"/>
                  </a:cubicBezTo>
                  <a:cubicBezTo>
                    <a:pt x="192" y="92"/>
                    <a:pt x="169" y="141"/>
                    <a:pt x="151" y="190"/>
                  </a:cubicBezTo>
                  <a:cubicBezTo>
                    <a:pt x="45" y="450"/>
                    <a:pt x="0" y="735"/>
                    <a:pt x="20" y="1015"/>
                  </a:cubicBezTo>
                  <a:cubicBezTo>
                    <a:pt x="258" y="760"/>
                    <a:pt x="412" y="620"/>
                    <a:pt x="478" y="279"/>
                  </a:cubicBezTo>
                  <a:cubicBezTo>
                    <a:pt x="490" y="227"/>
                    <a:pt x="495" y="169"/>
                    <a:pt x="480" y="117"/>
                  </a:cubicBezTo>
                  <a:cubicBezTo>
                    <a:pt x="465" y="64"/>
                    <a:pt x="425" y="16"/>
                    <a:pt x="373" y="3"/>
                  </a:cubicBezTo>
                  <a:cubicBezTo>
                    <a:pt x="364" y="1"/>
                    <a:pt x="355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2055618" y="1235224"/>
              <a:ext cx="208996" cy="482863"/>
            </a:xfrm>
            <a:custGeom>
              <a:avLst/>
              <a:gdLst/>
              <a:ahLst/>
              <a:cxnLst/>
              <a:rect l="l" t="t" r="r" b="b"/>
              <a:pathLst>
                <a:path w="799" h="1846" extrusionOk="0">
                  <a:moveTo>
                    <a:pt x="286" y="1"/>
                  </a:moveTo>
                  <a:cubicBezTo>
                    <a:pt x="283" y="1"/>
                    <a:pt x="279" y="1"/>
                    <a:pt x="275" y="1"/>
                  </a:cubicBezTo>
                  <a:cubicBezTo>
                    <a:pt x="173" y="4"/>
                    <a:pt x="84" y="85"/>
                    <a:pt x="43" y="180"/>
                  </a:cubicBezTo>
                  <a:cubicBezTo>
                    <a:pt x="1" y="274"/>
                    <a:pt x="1" y="381"/>
                    <a:pt x="8" y="484"/>
                  </a:cubicBezTo>
                  <a:cubicBezTo>
                    <a:pt x="46" y="933"/>
                    <a:pt x="266" y="1363"/>
                    <a:pt x="609" y="1654"/>
                  </a:cubicBezTo>
                  <a:lnTo>
                    <a:pt x="746" y="1845"/>
                  </a:lnTo>
                  <a:cubicBezTo>
                    <a:pt x="774" y="1323"/>
                    <a:pt x="799" y="784"/>
                    <a:pt x="603" y="300"/>
                  </a:cubicBezTo>
                  <a:cubicBezTo>
                    <a:pt x="545" y="155"/>
                    <a:pt x="439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2089361" y="2413080"/>
              <a:ext cx="217105" cy="130002"/>
            </a:xfrm>
            <a:custGeom>
              <a:avLst/>
              <a:gdLst/>
              <a:ahLst/>
              <a:cxnLst/>
              <a:rect l="l" t="t" r="r" b="b"/>
              <a:pathLst>
                <a:path w="830" h="497" extrusionOk="0">
                  <a:moveTo>
                    <a:pt x="405" y="0"/>
                  </a:moveTo>
                  <a:cubicBezTo>
                    <a:pt x="300" y="0"/>
                    <a:pt x="195" y="28"/>
                    <a:pt x="116" y="94"/>
                  </a:cubicBezTo>
                  <a:cubicBezTo>
                    <a:pt x="47" y="150"/>
                    <a:pt x="0" y="240"/>
                    <a:pt x="12" y="329"/>
                  </a:cubicBezTo>
                  <a:cubicBezTo>
                    <a:pt x="23" y="417"/>
                    <a:pt x="101" y="497"/>
                    <a:pt x="189" y="497"/>
                  </a:cubicBezTo>
                  <a:cubicBezTo>
                    <a:pt x="190" y="497"/>
                    <a:pt x="191" y="497"/>
                    <a:pt x="192" y="497"/>
                  </a:cubicBezTo>
                  <a:cubicBezTo>
                    <a:pt x="297" y="494"/>
                    <a:pt x="368" y="393"/>
                    <a:pt x="443" y="320"/>
                  </a:cubicBezTo>
                  <a:cubicBezTo>
                    <a:pt x="562" y="205"/>
                    <a:pt x="627" y="98"/>
                    <a:pt x="762" y="98"/>
                  </a:cubicBezTo>
                  <a:cubicBezTo>
                    <a:pt x="782" y="98"/>
                    <a:pt x="805" y="101"/>
                    <a:pt x="829" y="106"/>
                  </a:cubicBezTo>
                  <a:cubicBezTo>
                    <a:pt x="713" y="61"/>
                    <a:pt x="594" y="16"/>
                    <a:pt x="470" y="4"/>
                  </a:cubicBezTo>
                  <a:cubicBezTo>
                    <a:pt x="449" y="1"/>
                    <a:pt x="427" y="0"/>
                    <a:pt x="4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2455561" y="2405233"/>
              <a:ext cx="291915" cy="226783"/>
            </a:xfrm>
            <a:custGeom>
              <a:avLst/>
              <a:gdLst/>
              <a:ahLst/>
              <a:cxnLst/>
              <a:rect l="l" t="t" r="r" b="b"/>
              <a:pathLst>
                <a:path w="1116" h="867" extrusionOk="0">
                  <a:moveTo>
                    <a:pt x="416" y="0"/>
                  </a:moveTo>
                  <a:cubicBezTo>
                    <a:pt x="267" y="0"/>
                    <a:pt x="119" y="47"/>
                    <a:pt x="1" y="136"/>
                  </a:cubicBezTo>
                  <a:cubicBezTo>
                    <a:pt x="310" y="368"/>
                    <a:pt x="618" y="599"/>
                    <a:pt x="927" y="830"/>
                  </a:cubicBezTo>
                  <a:cubicBezTo>
                    <a:pt x="949" y="846"/>
                    <a:pt x="975" y="865"/>
                    <a:pt x="1002" y="866"/>
                  </a:cubicBezTo>
                  <a:cubicBezTo>
                    <a:pt x="1003" y="866"/>
                    <a:pt x="1003" y="866"/>
                    <a:pt x="1004" y="866"/>
                  </a:cubicBezTo>
                  <a:cubicBezTo>
                    <a:pt x="1065" y="866"/>
                    <a:pt x="1094" y="789"/>
                    <a:pt x="1099" y="727"/>
                  </a:cubicBezTo>
                  <a:cubicBezTo>
                    <a:pt x="1115" y="466"/>
                    <a:pt x="967" y="204"/>
                    <a:pt x="738" y="80"/>
                  </a:cubicBezTo>
                  <a:cubicBezTo>
                    <a:pt x="639" y="27"/>
                    <a:pt x="527" y="0"/>
                    <a:pt x="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1955175" y="1621826"/>
              <a:ext cx="268373" cy="405699"/>
            </a:xfrm>
            <a:custGeom>
              <a:avLst/>
              <a:gdLst/>
              <a:ahLst/>
              <a:cxnLst/>
              <a:rect l="l" t="t" r="r" b="b"/>
              <a:pathLst>
                <a:path w="1026" h="1551" extrusionOk="0">
                  <a:moveTo>
                    <a:pt x="272" y="1"/>
                  </a:moveTo>
                  <a:cubicBezTo>
                    <a:pt x="0" y="412"/>
                    <a:pt x="41" y="1004"/>
                    <a:pt x="365" y="1373"/>
                  </a:cubicBezTo>
                  <a:cubicBezTo>
                    <a:pt x="447" y="1467"/>
                    <a:pt x="559" y="1551"/>
                    <a:pt x="680" y="1551"/>
                  </a:cubicBezTo>
                  <a:cubicBezTo>
                    <a:pt x="693" y="1551"/>
                    <a:pt x="706" y="1550"/>
                    <a:pt x="720" y="1548"/>
                  </a:cubicBezTo>
                  <a:cubicBezTo>
                    <a:pt x="896" y="1524"/>
                    <a:pt x="994" y="1328"/>
                    <a:pt x="1008" y="1151"/>
                  </a:cubicBezTo>
                  <a:cubicBezTo>
                    <a:pt x="1026" y="919"/>
                    <a:pt x="949" y="684"/>
                    <a:pt x="798" y="506"/>
                  </a:cubicBezTo>
                  <a:cubicBezTo>
                    <a:pt x="640" y="322"/>
                    <a:pt x="407" y="203"/>
                    <a:pt x="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2342562" y="1673617"/>
              <a:ext cx="125555" cy="300808"/>
            </a:xfrm>
            <a:custGeom>
              <a:avLst/>
              <a:gdLst/>
              <a:ahLst/>
              <a:cxnLst/>
              <a:rect l="l" t="t" r="r" b="b"/>
              <a:pathLst>
                <a:path w="480" h="1150" extrusionOk="0">
                  <a:moveTo>
                    <a:pt x="354" y="0"/>
                  </a:moveTo>
                  <a:cubicBezTo>
                    <a:pt x="155" y="83"/>
                    <a:pt x="41" y="299"/>
                    <a:pt x="20" y="513"/>
                  </a:cubicBezTo>
                  <a:cubicBezTo>
                    <a:pt x="0" y="729"/>
                    <a:pt x="53" y="941"/>
                    <a:pt x="107" y="1149"/>
                  </a:cubicBezTo>
                  <a:cubicBezTo>
                    <a:pt x="252" y="1127"/>
                    <a:pt x="371" y="1008"/>
                    <a:pt x="425" y="870"/>
                  </a:cubicBezTo>
                  <a:cubicBezTo>
                    <a:pt x="480" y="732"/>
                    <a:pt x="478" y="578"/>
                    <a:pt x="454" y="433"/>
                  </a:cubicBezTo>
                  <a:cubicBezTo>
                    <a:pt x="430" y="287"/>
                    <a:pt x="385" y="147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2444314" y="1811465"/>
              <a:ext cx="256079" cy="532038"/>
            </a:xfrm>
            <a:custGeom>
              <a:avLst/>
              <a:gdLst/>
              <a:ahLst/>
              <a:cxnLst/>
              <a:rect l="l" t="t" r="r" b="b"/>
              <a:pathLst>
                <a:path w="979" h="2034" extrusionOk="0">
                  <a:moveTo>
                    <a:pt x="747" y="0"/>
                  </a:moveTo>
                  <a:cubicBezTo>
                    <a:pt x="648" y="0"/>
                    <a:pt x="549" y="81"/>
                    <a:pt x="481" y="165"/>
                  </a:cubicBezTo>
                  <a:cubicBezTo>
                    <a:pt x="68" y="672"/>
                    <a:pt x="0" y="1385"/>
                    <a:pt x="95" y="2034"/>
                  </a:cubicBezTo>
                  <a:cubicBezTo>
                    <a:pt x="329" y="1792"/>
                    <a:pt x="551" y="1538"/>
                    <a:pt x="715" y="1245"/>
                  </a:cubicBezTo>
                  <a:cubicBezTo>
                    <a:pt x="878" y="953"/>
                    <a:pt x="979" y="618"/>
                    <a:pt x="955" y="285"/>
                  </a:cubicBezTo>
                  <a:cubicBezTo>
                    <a:pt x="947" y="181"/>
                    <a:pt x="915" y="61"/>
                    <a:pt x="820" y="16"/>
                  </a:cubicBezTo>
                  <a:cubicBezTo>
                    <a:pt x="797" y="5"/>
                    <a:pt x="772" y="0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2045156" y="2085592"/>
              <a:ext cx="201411" cy="269420"/>
            </a:xfrm>
            <a:custGeom>
              <a:avLst/>
              <a:gdLst/>
              <a:ahLst/>
              <a:cxnLst/>
              <a:rect l="l" t="t" r="r" b="b"/>
              <a:pathLst>
                <a:path w="770" h="1030" extrusionOk="0">
                  <a:moveTo>
                    <a:pt x="302" y="1"/>
                  </a:moveTo>
                  <a:cubicBezTo>
                    <a:pt x="176" y="1"/>
                    <a:pt x="57" y="113"/>
                    <a:pt x="30" y="242"/>
                  </a:cubicBezTo>
                  <a:cubicBezTo>
                    <a:pt x="0" y="389"/>
                    <a:pt x="63" y="539"/>
                    <a:pt x="152" y="657"/>
                  </a:cubicBezTo>
                  <a:cubicBezTo>
                    <a:pt x="302" y="853"/>
                    <a:pt x="526" y="989"/>
                    <a:pt x="769" y="1029"/>
                  </a:cubicBezTo>
                  <a:lnTo>
                    <a:pt x="722" y="811"/>
                  </a:lnTo>
                  <a:cubicBezTo>
                    <a:pt x="734" y="589"/>
                    <a:pt x="677" y="366"/>
                    <a:pt x="558" y="181"/>
                  </a:cubicBezTo>
                  <a:cubicBezTo>
                    <a:pt x="507" y="104"/>
                    <a:pt x="440" y="28"/>
                    <a:pt x="353" y="7"/>
                  </a:cubicBezTo>
                  <a:cubicBezTo>
                    <a:pt x="336" y="3"/>
                    <a:pt x="319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2255721" y="1900400"/>
              <a:ext cx="173684" cy="404130"/>
            </a:xfrm>
            <a:custGeom>
              <a:avLst/>
              <a:gdLst/>
              <a:ahLst/>
              <a:cxnLst/>
              <a:rect l="l" t="t" r="r" b="b"/>
              <a:pathLst>
                <a:path w="664" h="1545" extrusionOk="0">
                  <a:moveTo>
                    <a:pt x="138" y="0"/>
                  </a:moveTo>
                  <a:lnTo>
                    <a:pt x="138" y="0"/>
                  </a:lnTo>
                  <a:cubicBezTo>
                    <a:pt x="0" y="472"/>
                    <a:pt x="166" y="1196"/>
                    <a:pt x="510" y="1544"/>
                  </a:cubicBezTo>
                  <a:cubicBezTo>
                    <a:pt x="569" y="1377"/>
                    <a:pt x="629" y="1210"/>
                    <a:pt x="646" y="1032"/>
                  </a:cubicBezTo>
                  <a:cubicBezTo>
                    <a:pt x="664" y="855"/>
                    <a:pt x="635" y="668"/>
                    <a:pt x="531" y="525"/>
                  </a:cubicBezTo>
                  <a:cubicBezTo>
                    <a:pt x="465" y="435"/>
                    <a:pt x="374" y="367"/>
                    <a:pt x="296" y="287"/>
                  </a:cubicBezTo>
                  <a:cubicBezTo>
                    <a:pt x="216" y="208"/>
                    <a:pt x="145" y="112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2403509" y="2164587"/>
              <a:ext cx="140464" cy="577029"/>
            </a:xfrm>
            <a:custGeom>
              <a:avLst/>
              <a:gdLst/>
              <a:ahLst/>
              <a:cxnLst/>
              <a:rect l="l" t="t" r="r" b="b"/>
              <a:pathLst>
                <a:path w="537" h="2206" extrusionOk="0">
                  <a:moveTo>
                    <a:pt x="479" y="1"/>
                  </a:moveTo>
                  <a:cubicBezTo>
                    <a:pt x="155" y="691"/>
                    <a:pt x="1" y="1445"/>
                    <a:pt x="25" y="2205"/>
                  </a:cubicBezTo>
                  <a:lnTo>
                    <a:pt x="87" y="2205"/>
                  </a:lnTo>
                  <a:cubicBezTo>
                    <a:pt x="63" y="1456"/>
                    <a:pt x="215" y="709"/>
                    <a:pt x="536" y="28"/>
                  </a:cubicBezTo>
                  <a:lnTo>
                    <a:pt x="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2359041" y="2193360"/>
              <a:ext cx="64870" cy="548256"/>
            </a:xfrm>
            <a:custGeom>
              <a:avLst/>
              <a:gdLst/>
              <a:ahLst/>
              <a:cxnLst/>
              <a:rect l="l" t="t" r="r" b="b"/>
              <a:pathLst>
                <a:path w="248" h="2096" extrusionOk="0">
                  <a:moveTo>
                    <a:pt x="62" y="1"/>
                  </a:moveTo>
                  <a:lnTo>
                    <a:pt x="0" y="11"/>
                  </a:lnTo>
                  <a:cubicBezTo>
                    <a:pt x="127" y="697"/>
                    <a:pt x="183" y="1397"/>
                    <a:pt x="168" y="2095"/>
                  </a:cubicBezTo>
                  <a:lnTo>
                    <a:pt x="233" y="2095"/>
                  </a:lnTo>
                  <a:cubicBezTo>
                    <a:pt x="248" y="1394"/>
                    <a:pt x="190" y="690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2162078" y="1958730"/>
              <a:ext cx="211089" cy="783148"/>
            </a:xfrm>
            <a:custGeom>
              <a:avLst/>
              <a:gdLst/>
              <a:ahLst/>
              <a:cxnLst/>
              <a:rect l="l" t="t" r="r" b="b"/>
              <a:pathLst>
                <a:path w="807" h="2994" extrusionOk="0">
                  <a:moveTo>
                    <a:pt x="60" y="1"/>
                  </a:moveTo>
                  <a:lnTo>
                    <a:pt x="1" y="26"/>
                  </a:lnTo>
                  <a:cubicBezTo>
                    <a:pt x="425" y="960"/>
                    <a:pt x="677" y="1970"/>
                    <a:pt x="743" y="2994"/>
                  </a:cubicBezTo>
                  <a:lnTo>
                    <a:pt x="806" y="2994"/>
                  </a:lnTo>
                  <a:lnTo>
                    <a:pt x="806" y="2992"/>
                  </a:lnTo>
                  <a:cubicBezTo>
                    <a:pt x="740" y="1961"/>
                    <a:pt x="488" y="94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2209161" y="2307405"/>
              <a:ext cx="160082" cy="434210"/>
            </a:xfrm>
            <a:custGeom>
              <a:avLst/>
              <a:gdLst/>
              <a:ahLst/>
              <a:cxnLst/>
              <a:rect l="l" t="t" r="r" b="b"/>
              <a:pathLst>
                <a:path w="612" h="1660" extrusionOk="0">
                  <a:moveTo>
                    <a:pt x="50" y="1"/>
                  </a:moveTo>
                  <a:lnTo>
                    <a:pt x="0" y="40"/>
                  </a:lnTo>
                  <a:cubicBezTo>
                    <a:pt x="361" y="494"/>
                    <a:pt x="548" y="1079"/>
                    <a:pt x="519" y="1659"/>
                  </a:cubicBezTo>
                  <a:lnTo>
                    <a:pt x="582" y="1659"/>
                  </a:lnTo>
                  <a:cubicBezTo>
                    <a:pt x="611" y="1065"/>
                    <a:pt x="421" y="465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2220670" y="1592269"/>
              <a:ext cx="161129" cy="1149350"/>
            </a:xfrm>
            <a:custGeom>
              <a:avLst/>
              <a:gdLst/>
              <a:ahLst/>
              <a:cxnLst/>
              <a:rect l="l" t="t" r="r" b="b"/>
              <a:pathLst>
                <a:path w="616" h="4394" extrusionOk="0">
                  <a:moveTo>
                    <a:pt x="60" y="1"/>
                  </a:moveTo>
                  <a:lnTo>
                    <a:pt x="0" y="17"/>
                  </a:lnTo>
                  <a:cubicBezTo>
                    <a:pt x="383" y="1445"/>
                    <a:pt x="552" y="2917"/>
                    <a:pt x="507" y="4393"/>
                  </a:cubicBezTo>
                  <a:lnTo>
                    <a:pt x="572" y="4393"/>
                  </a:lnTo>
                  <a:cubicBezTo>
                    <a:pt x="615" y="2911"/>
                    <a:pt x="445" y="1433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2315620" y="1398183"/>
              <a:ext cx="74810" cy="1343436"/>
            </a:xfrm>
            <a:custGeom>
              <a:avLst/>
              <a:gdLst/>
              <a:ahLst/>
              <a:cxnLst/>
              <a:rect l="l" t="t" r="r" b="b"/>
              <a:pathLst>
                <a:path w="286" h="5136" extrusionOk="0">
                  <a:moveTo>
                    <a:pt x="183" y="1"/>
                  </a:moveTo>
                  <a:cubicBezTo>
                    <a:pt x="99" y="357"/>
                    <a:pt x="76" y="732"/>
                    <a:pt x="61" y="1053"/>
                  </a:cubicBezTo>
                  <a:cubicBezTo>
                    <a:pt x="1" y="2413"/>
                    <a:pt x="55" y="3783"/>
                    <a:pt x="221" y="5132"/>
                  </a:cubicBezTo>
                  <a:lnTo>
                    <a:pt x="285" y="5132"/>
                  </a:lnTo>
                  <a:cubicBezTo>
                    <a:pt x="120" y="3784"/>
                    <a:pt x="65" y="2414"/>
                    <a:pt x="126" y="1058"/>
                  </a:cubicBezTo>
                  <a:cubicBezTo>
                    <a:pt x="141" y="737"/>
                    <a:pt x="160" y="366"/>
                    <a:pt x="246" y="16"/>
                  </a:cubicBezTo>
                  <a:lnTo>
                    <a:pt x="183" y="1"/>
                  </a:lnTo>
                  <a:close/>
                  <a:moveTo>
                    <a:pt x="285" y="5132"/>
                  </a:moveTo>
                  <a:lnTo>
                    <a:pt x="285" y="5132"/>
                  </a:lnTo>
                  <a:cubicBezTo>
                    <a:pt x="285" y="5133"/>
                    <a:pt x="285" y="5134"/>
                    <a:pt x="286" y="5135"/>
                  </a:cubicBezTo>
                  <a:lnTo>
                    <a:pt x="286" y="51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2345701" y="1495749"/>
              <a:ext cx="216320" cy="1245870"/>
            </a:xfrm>
            <a:custGeom>
              <a:avLst/>
              <a:gdLst/>
              <a:ahLst/>
              <a:cxnLst/>
              <a:rect l="l" t="t" r="r" b="b"/>
              <a:pathLst>
                <a:path w="827" h="4763" extrusionOk="0">
                  <a:moveTo>
                    <a:pt x="766" y="0"/>
                  </a:moveTo>
                  <a:cubicBezTo>
                    <a:pt x="246" y="1516"/>
                    <a:pt x="0" y="3158"/>
                    <a:pt x="51" y="4762"/>
                  </a:cubicBezTo>
                  <a:lnTo>
                    <a:pt x="116" y="4762"/>
                  </a:lnTo>
                  <a:cubicBezTo>
                    <a:pt x="65" y="3164"/>
                    <a:pt x="309" y="1531"/>
                    <a:pt x="827" y="21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2293910" y="1914263"/>
              <a:ext cx="100967" cy="827354"/>
            </a:xfrm>
            <a:custGeom>
              <a:avLst/>
              <a:gdLst/>
              <a:ahLst/>
              <a:cxnLst/>
              <a:rect l="l" t="t" r="r" b="b"/>
              <a:pathLst>
                <a:path w="386" h="3163" extrusionOk="0">
                  <a:moveTo>
                    <a:pt x="322" y="0"/>
                  </a:moveTo>
                  <a:cubicBezTo>
                    <a:pt x="100" y="1038"/>
                    <a:pt x="1" y="2107"/>
                    <a:pt x="29" y="3162"/>
                  </a:cubicBezTo>
                  <a:lnTo>
                    <a:pt x="91" y="3162"/>
                  </a:lnTo>
                  <a:cubicBezTo>
                    <a:pt x="62" y="2108"/>
                    <a:pt x="163" y="1039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2349102" y="2434529"/>
              <a:ext cx="295838" cy="238031"/>
            </a:xfrm>
            <a:custGeom>
              <a:avLst/>
              <a:gdLst/>
              <a:ahLst/>
              <a:cxnLst/>
              <a:rect l="l" t="t" r="r" b="b"/>
              <a:pathLst>
                <a:path w="1131" h="910" extrusionOk="0">
                  <a:moveTo>
                    <a:pt x="569" y="1"/>
                  </a:moveTo>
                  <a:cubicBezTo>
                    <a:pt x="453" y="1"/>
                    <a:pt x="348" y="30"/>
                    <a:pt x="263" y="88"/>
                  </a:cubicBezTo>
                  <a:cubicBezTo>
                    <a:pt x="149" y="164"/>
                    <a:pt x="66" y="300"/>
                    <a:pt x="31" y="468"/>
                  </a:cubicBezTo>
                  <a:cubicBezTo>
                    <a:pt x="1" y="615"/>
                    <a:pt x="10" y="763"/>
                    <a:pt x="17" y="909"/>
                  </a:cubicBezTo>
                  <a:lnTo>
                    <a:pt x="78" y="905"/>
                  </a:lnTo>
                  <a:cubicBezTo>
                    <a:pt x="70" y="766"/>
                    <a:pt x="63" y="620"/>
                    <a:pt x="91" y="481"/>
                  </a:cubicBezTo>
                  <a:cubicBezTo>
                    <a:pt x="121" y="330"/>
                    <a:pt x="195" y="210"/>
                    <a:pt x="296" y="140"/>
                  </a:cubicBezTo>
                  <a:cubicBezTo>
                    <a:pt x="383" y="81"/>
                    <a:pt x="481" y="64"/>
                    <a:pt x="565" y="64"/>
                  </a:cubicBezTo>
                  <a:cubicBezTo>
                    <a:pt x="618" y="64"/>
                    <a:pt x="664" y="71"/>
                    <a:pt x="699" y="77"/>
                  </a:cubicBezTo>
                  <a:cubicBezTo>
                    <a:pt x="839" y="106"/>
                    <a:pt x="973" y="170"/>
                    <a:pt x="1102" y="234"/>
                  </a:cubicBezTo>
                  <a:lnTo>
                    <a:pt x="1130" y="178"/>
                  </a:lnTo>
                  <a:cubicBezTo>
                    <a:pt x="997" y="113"/>
                    <a:pt x="860" y="45"/>
                    <a:pt x="711" y="15"/>
                  </a:cubicBezTo>
                  <a:cubicBezTo>
                    <a:pt x="662" y="6"/>
                    <a:pt x="615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27"/>
          <p:cNvGrpSpPr/>
          <p:nvPr/>
        </p:nvGrpSpPr>
        <p:grpSpPr>
          <a:xfrm rot="1538432" flipH="1">
            <a:off x="-541433" y="-431127"/>
            <a:ext cx="1457643" cy="2608808"/>
            <a:chOff x="1131050" y="2386925"/>
            <a:chExt cx="196675" cy="352000"/>
          </a:xfrm>
        </p:grpSpPr>
        <p:sp>
          <p:nvSpPr>
            <p:cNvPr id="550" name="Google Shape;550;p27"/>
            <p:cNvSpPr/>
            <p:nvPr/>
          </p:nvSpPr>
          <p:spPr>
            <a:xfrm>
              <a:off x="1139250" y="2386925"/>
              <a:ext cx="74550" cy="70350"/>
            </a:xfrm>
            <a:custGeom>
              <a:avLst/>
              <a:gdLst/>
              <a:ahLst/>
              <a:cxnLst/>
              <a:rect l="l" t="t" r="r" b="b"/>
              <a:pathLst>
                <a:path w="2982" h="2814" extrusionOk="0">
                  <a:moveTo>
                    <a:pt x="1526" y="0"/>
                  </a:moveTo>
                  <a:cubicBezTo>
                    <a:pt x="1382" y="0"/>
                    <a:pt x="1237" y="22"/>
                    <a:pt x="1113" y="115"/>
                  </a:cubicBezTo>
                  <a:cubicBezTo>
                    <a:pt x="988" y="211"/>
                    <a:pt x="908" y="368"/>
                    <a:pt x="875" y="525"/>
                  </a:cubicBezTo>
                  <a:cubicBezTo>
                    <a:pt x="867" y="556"/>
                    <a:pt x="863" y="602"/>
                    <a:pt x="860" y="653"/>
                  </a:cubicBezTo>
                  <a:cubicBezTo>
                    <a:pt x="840" y="951"/>
                    <a:pt x="664" y="1238"/>
                    <a:pt x="403" y="1392"/>
                  </a:cubicBezTo>
                  <a:cubicBezTo>
                    <a:pt x="359" y="1417"/>
                    <a:pt x="321" y="1442"/>
                    <a:pt x="296" y="1463"/>
                  </a:cubicBezTo>
                  <a:cubicBezTo>
                    <a:pt x="174" y="1562"/>
                    <a:pt x="68" y="1704"/>
                    <a:pt x="38" y="1859"/>
                  </a:cubicBezTo>
                  <a:cubicBezTo>
                    <a:pt x="0" y="2063"/>
                    <a:pt x="95" y="2244"/>
                    <a:pt x="189" y="2404"/>
                  </a:cubicBezTo>
                  <a:cubicBezTo>
                    <a:pt x="260" y="2523"/>
                    <a:pt x="339" y="2648"/>
                    <a:pt x="468" y="2692"/>
                  </a:cubicBezTo>
                  <a:cubicBezTo>
                    <a:pt x="500" y="2702"/>
                    <a:pt x="533" y="2707"/>
                    <a:pt x="567" y="2707"/>
                  </a:cubicBezTo>
                  <a:cubicBezTo>
                    <a:pt x="690" y="2707"/>
                    <a:pt x="821" y="2645"/>
                    <a:pt x="944" y="2585"/>
                  </a:cubicBezTo>
                  <a:cubicBezTo>
                    <a:pt x="1068" y="2523"/>
                    <a:pt x="1202" y="2460"/>
                    <a:pt x="1327" y="2460"/>
                  </a:cubicBezTo>
                  <a:cubicBezTo>
                    <a:pt x="1359" y="2460"/>
                    <a:pt x="1390" y="2464"/>
                    <a:pt x="1421" y="2473"/>
                  </a:cubicBezTo>
                  <a:cubicBezTo>
                    <a:pt x="1538" y="2509"/>
                    <a:pt x="1615" y="2613"/>
                    <a:pt x="1709" y="2686"/>
                  </a:cubicBezTo>
                  <a:cubicBezTo>
                    <a:pt x="1818" y="2770"/>
                    <a:pt x="1956" y="2814"/>
                    <a:pt x="2100" y="2814"/>
                  </a:cubicBezTo>
                  <a:cubicBezTo>
                    <a:pt x="2200" y="2814"/>
                    <a:pt x="2302" y="2793"/>
                    <a:pt x="2399" y="2750"/>
                  </a:cubicBezTo>
                  <a:cubicBezTo>
                    <a:pt x="2568" y="2677"/>
                    <a:pt x="2719" y="2538"/>
                    <a:pt x="2822" y="2369"/>
                  </a:cubicBezTo>
                  <a:cubicBezTo>
                    <a:pt x="2926" y="2203"/>
                    <a:pt x="2981" y="2005"/>
                    <a:pt x="2972" y="1822"/>
                  </a:cubicBezTo>
                  <a:cubicBezTo>
                    <a:pt x="2959" y="1562"/>
                    <a:pt x="2815" y="1334"/>
                    <a:pt x="2604" y="1235"/>
                  </a:cubicBezTo>
                  <a:cubicBezTo>
                    <a:pt x="2496" y="1182"/>
                    <a:pt x="2369" y="1160"/>
                    <a:pt x="2285" y="1072"/>
                  </a:cubicBezTo>
                  <a:cubicBezTo>
                    <a:pt x="2176" y="959"/>
                    <a:pt x="2172" y="769"/>
                    <a:pt x="2169" y="597"/>
                  </a:cubicBezTo>
                  <a:cubicBezTo>
                    <a:pt x="2169" y="424"/>
                    <a:pt x="2161" y="235"/>
                    <a:pt x="2052" y="122"/>
                  </a:cubicBezTo>
                  <a:cubicBezTo>
                    <a:pt x="1956" y="27"/>
                    <a:pt x="1810" y="14"/>
                    <a:pt x="1669" y="6"/>
                  </a:cubicBezTo>
                  <a:cubicBezTo>
                    <a:pt x="1622" y="3"/>
                    <a:pt x="1574" y="0"/>
                    <a:pt x="1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1214875" y="2422025"/>
              <a:ext cx="49925" cy="38175"/>
            </a:xfrm>
            <a:custGeom>
              <a:avLst/>
              <a:gdLst/>
              <a:ahLst/>
              <a:cxnLst/>
              <a:rect l="l" t="t" r="r" b="b"/>
              <a:pathLst>
                <a:path w="1997" h="1527" extrusionOk="0">
                  <a:moveTo>
                    <a:pt x="845" y="0"/>
                  </a:moveTo>
                  <a:cubicBezTo>
                    <a:pt x="782" y="0"/>
                    <a:pt x="719" y="5"/>
                    <a:pt x="656" y="15"/>
                  </a:cubicBezTo>
                  <a:cubicBezTo>
                    <a:pt x="495" y="42"/>
                    <a:pt x="336" y="101"/>
                    <a:pt x="211" y="206"/>
                  </a:cubicBezTo>
                  <a:cubicBezTo>
                    <a:pt x="88" y="312"/>
                    <a:pt x="0" y="467"/>
                    <a:pt x="2" y="632"/>
                  </a:cubicBezTo>
                  <a:cubicBezTo>
                    <a:pt x="0" y="811"/>
                    <a:pt x="104" y="977"/>
                    <a:pt x="226" y="1108"/>
                  </a:cubicBezTo>
                  <a:cubicBezTo>
                    <a:pt x="424" y="1319"/>
                    <a:pt x="688" y="1476"/>
                    <a:pt x="974" y="1515"/>
                  </a:cubicBezTo>
                  <a:cubicBezTo>
                    <a:pt x="1023" y="1523"/>
                    <a:pt x="1073" y="1526"/>
                    <a:pt x="1123" y="1526"/>
                  </a:cubicBezTo>
                  <a:cubicBezTo>
                    <a:pt x="1364" y="1526"/>
                    <a:pt x="1605" y="1442"/>
                    <a:pt x="1781" y="1279"/>
                  </a:cubicBezTo>
                  <a:cubicBezTo>
                    <a:pt x="1894" y="1173"/>
                    <a:pt x="1981" y="1028"/>
                    <a:pt x="1989" y="873"/>
                  </a:cubicBezTo>
                  <a:cubicBezTo>
                    <a:pt x="1997" y="696"/>
                    <a:pt x="1900" y="532"/>
                    <a:pt x="1779" y="402"/>
                  </a:cubicBezTo>
                  <a:cubicBezTo>
                    <a:pt x="1542" y="147"/>
                    <a:pt x="1194" y="0"/>
                    <a:pt x="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1199775" y="2452750"/>
              <a:ext cx="38450" cy="38150"/>
            </a:xfrm>
            <a:custGeom>
              <a:avLst/>
              <a:gdLst/>
              <a:ahLst/>
              <a:cxnLst/>
              <a:rect l="l" t="t" r="r" b="b"/>
              <a:pathLst>
                <a:path w="1538" h="1526" extrusionOk="0">
                  <a:moveTo>
                    <a:pt x="431" y="1"/>
                  </a:moveTo>
                  <a:cubicBezTo>
                    <a:pt x="374" y="1"/>
                    <a:pt x="318" y="11"/>
                    <a:pt x="266" y="34"/>
                  </a:cubicBezTo>
                  <a:cubicBezTo>
                    <a:pt x="75" y="117"/>
                    <a:pt x="1" y="360"/>
                    <a:pt x="16" y="571"/>
                  </a:cubicBezTo>
                  <a:cubicBezTo>
                    <a:pt x="33" y="807"/>
                    <a:pt x="134" y="1036"/>
                    <a:pt x="295" y="1206"/>
                  </a:cubicBezTo>
                  <a:cubicBezTo>
                    <a:pt x="458" y="1378"/>
                    <a:pt x="679" y="1490"/>
                    <a:pt x="913" y="1520"/>
                  </a:cubicBezTo>
                  <a:cubicBezTo>
                    <a:pt x="946" y="1524"/>
                    <a:pt x="980" y="1526"/>
                    <a:pt x="1013" y="1526"/>
                  </a:cubicBezTo>
                  <a:cubicBezTo>
                    <a:pt x="1172" y="1526"/>
                    <a:pt x="1332" y="1479"/>
                    <a:pt x="1432" y="1360"/>
                  </a:cubicBezTo>
                  <a:cubicBezTo>
                    <a:pt x="1509" y="1266"/>
                    <a:pt x="1537" y="1140"/>
                    <a:pt x="1530" y="1022"/>
                  </a:cubicBezTo>
                  <a:cubicBezTo>
                    <a:pt x="1521" y="902"/>
                    <a:pt x="1477" y="787"/>
                    <a:pt x="1418" y="681"/>
                  </a:cubicBezTo>
                  <a:cubicBezTo>
                    <a:pt x="1259" y="390"/>
                    <a:pt x="990" y="160"/>
                    <a:pt x="678" y="50"/>
                  </a:cubicBezTo>
                  <a:cubicBezTo>
                    <a:pt x="599" y="22"/>
                    <a:pt x="514" y="1"/>
                    <a:pt x="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1166150" y="2457650"/>
              <a:ext cx="27000" cy="30425"/>
            </a:xfrm>
            <a:custGeom>
              <a:avLst/>
              <a:gdLst/>
              <a:ahLst/>
              <a:cxnLst/>
              <a:rect l="l" t="t" r="r" b="b"/>
              <a:pathLst>
                <a:path w="1080" h="1217" extrusionOk="0">
                  <a:moveTo>
                    <a:pt x="413" y="1"/>
                  </a:moveTo>
                  <a:cubicBezTo>
                    <a:pt x="357" y="1"/>
                    <a:pt x="301" y="12"/>
                    <a:pt x="250" y="36"/>
                  </a:cubicBezTo>
                  <a:cubicBezTo>
                    <a:pt x="132" y="93"/>
                    <a:pt x="55" y="212"/>
                    <a:pt x="27" y="339"/>
                  </a:cubicBezTo>
                  <a:cubicBezTo>
                    <a:pt x="1" y="466"/>
                    <a:pt x="19" y="600"/>
                    <a:pt x="58" y="724"/>
                  </a:cubicBezTo>
                  <a:cubicBezTo>
                    <a:pt x="126" y="935"/>
                    <a:pt x="268" y="1138"/>
                    <a:pt x="479" y="1199"/>
                  </a:cubicBezTo>
                  <a:cubicBezTo>
                    <a:pt x="520" y="1211"/>
                    <a:pt x="563" y="1216"/>
                    <a:pt x="606" y="1216"/>
                  </a:cubicBezTo>
                  <a:cubicBezTo>
                    <a:pt x="698" y="1216"/>
                    <a:pt x="790" y="1189"/>
                    <a:pt x="865" y="1137"/>
                  </a:cubicBezTo>
                  <a:cubicBezTo>
                    <a:pt x="976" y="1061"/>
                    <a:pt x="1052" y="933"/>
                    <a:pt x="1065" y="799"/>
                  </a:cubicBezTo>
                  <a:cubicBezTo>
                    <a:pt x="1079" y="651"/>
                    <a:pt x="1020" y="503"/>
                    <a:pt x="943" y="375"/>
                  </a:cubicBezTo>
                  <a:cubicBezTo>
                    <a:pt x="869" y="253"/>
                    <a:pt x="779" y="140"/>
                    <a:pt x="655" y="68"/>
                  </a:cubicBezTo>
                  <a:cubicBezTo>
                    <a:pt x="582" y="25"/>
                    <a:pt x="497" y="1"/>
                    <a:pt x="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1202650" y="2392125"/>
              <a:ext cx="36000" cy="24550"/>
            </a:xfrm>
            <a:custGeom>
              <a:avLst/>
              <a:gdLst/>
              <a:ahLst/>
              <a:cxnLst/>
              <a:rect l="l" t="t" r="r" b="b"/>
              <a:pathLst>
                <a:path w="1440" h="982" extrusionOk="0">
                  <a:moveTo>
                    <a:pt x="725" y="0"/>
                  </a:moveTo>
                  <a:cubicBezTo>
                    <a:pt x="563" y="0"/>
                    <a:pt x="401" y="40"/>
                    <a:pt x="260" y="118"/>
                  </a:cubicBezTo>
                  <a:cubicBezTo>
                    <a:pt x="156" y="175"/>
                    <a:pt x="58" y="259"/>
                    <a:pt x="28" y="374"/>
                  </a:cubicBezTo>
                  <a:cubicBezTo>
                    <a:pt x="1" y="480"/>
                    <a:pt x="40" y="594"/>
                    <a:pt x="111" y="680"/>
                  </a:cubicBezTo>
                  <a:cubicBezTo>
                    <a:pt x="180" y="765"/>
                    <a:pt x="276" y="820"/>
                    <a:pt x="374" y="869"/>
                  </a:cubicBezTo>
                  <a:cubicBezTo>
                    <a:pt x="515" y="935"/>
                    <a:pt x="667" y="982"/>
                    <a:pt x="822" y="982"/>
                  </a:cubicBezTo>
                  <a:cubicBezTo>
                    <a:pt x="825" y="982"/>
                    <a:pt x="827" y="982"/>
                    <a:pt x="830" y="982"/>
                  </a:cubicBezTo>
                  <a:cubicBezTo>
                    <a:pt x="988" y="979"/>
                    <a:pt x="1151" y="929"/>
                    <a:pt x="1264" y="819"/>
                  </a:cubicBezTo>
                  <a:cubicBezTo>
                    <a:pt x="1380" y="710"/>
                    <a:pt x="1439" y="538"/>
                    <a:pt x="1395" y="386"/>
                  </a:cubicBezTo>
                  <a:cubicBezTo>
                    <a:pt x="1346" y="210"/>
                    <a:pt x="1177" y="94"/>
                    <a:pt x="1002" y="41"/>
                  </a:cubicBezTo>
                  <a:cubicBezTo>
                    <a:pt x="912" y="14"/>
                    <a:pt x="819" y="0"/>
                    <a:pt x="7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1131050" y="2605525"/>
              <a:ext cx="132500" cy="133400"/>
            </a:xfrm>
            <a:custGeom>
              <a:avLst/>
              <a:gdLst/>
              <a:ahLst/>
              <a:cxnLst/>
              <a:rect l="l" t="t" r="r" b="b"/>
              <a:pathLst>
                <a:path w="5300" h="5336" extrusionOk="0">
                  <a:moveTo>
                    <a:pt x="3509" y="0"/>
                  </a:moveTo>
                  <a:cubicBezTo>
                    <a:pt x="3050" y="0"/>
                    <a:pt x="2635" y="224"/>
                    <a:pt x="2429" y="587"/>
                  </a:cubicBezTo>
                  <a:cubicBezTo>
                    <a:pt x="2320" y="777"/>
                    <a:pt x="2263" y="1005"/>
                    <a:pt x="2094" y="1145"/>
                  </a:cubicBezTo>
                  <a:cubicBezTo>
                    <a:pt x="1943" y="1270"/>
                    <a:pt x="1732" y="1301"/>
                    <a:pt x="1512" y="1301"/>
                  </a:cubicBezTo>
                  <a:cubicBezTo>
                    <a:pt x="1414" y="1301"/>
                    <a:pt x="1315" y="1295"/>
                    <a:pt x="1218" y="1288"/>
                  </a:cubicBezTo>
                  <a:cubicBezTo>
                    <a:pt x="1124" y="1281"/>
                    <a:pt x="1028" y="1276"/>
                    <a:pt x="933" y="1276"/>
                  </a:cubicBezTo>
                  <a:cubicBezTo>
                    <a:pt x="710" y="1276"/>
                    <a:pt x="495" y="1308"/>
                    <a:pt x="345" y="1436"/>
                  </a:cubicBezTo>
                  <a:cubicBezTo>
                    <a:pt x="158" y="1597"/>
                    <a:pt x="114" y="1863"/>
                    <a:pt x="82" y="2113"/>
                  </a:cubicBezTo>
                  <a:cubicBezTo>
                    <a:pt x="39" y="2449"/>
                    <a:pt x="1" y="2817"/>
                    <a:pt x="208" y="3132"/>
                  </a:cubicBezTo>
                  <a:cubicBezTo>
                    <a:pt x="363" y="3374"/>
                    <a:pt x="637" y="3536"/>
                    <a:pt x="913" y="3618"/>
                  </a:cubicBezTo>
                  <a:cubicBezTo>
                    <a:pt x="972" y="3634"/>
                    <a:pt x="1052" y="3650"/>
                    <a:pt x="1144" y="3662"/>
                  </a:cubicBezTo>
                  <a:cubicBezTo>
                    <a:pt x="1682" y="3737"/>
                    <a:pt x="2177" y="4096"/>
                    <a:pt x="2418" y="4584"/>
                  </a:cubicBezTo>
                  <a:cubicBezTo>
                    <a:pt x="2459" y="4667"/>
                    <a:pt x="2497" y="4738"/>
                    <a:pt x="2533" y="4788"/>
                  </a:cubicBezTo>
                  <a:cubicBezTo>
                    <a:pt x="2697" y="5023"/>
                    <a:pt x="2938" y="5234"/>
                    <a:pt x="3216" y="5305"/>
                  </a:cubicBezTo>
                  <a:cubicBezTo>
                    <a:pt x="3296" y="5326"/>
                    <a:pt x="3374" y="5336"/>
                    <a:pt x="3452" y="5336"/>
                  </a:cubicBezTo>
                  <a:cubicBezTo>
                    <a:pt x="3727" y="5336"/>
                    <a:pt x="3985" y="5219"/>
                    <a:pt x="4222" y="5105"/>
                  </a:cubicBezTo>
                  <a:cubicBezTo>
                    <a:pt x="4448" y="4993"/>
                    <a:pt x="4689" y="4868"/>
                    <a:pt x="4783" y="4642"/>
                  </a:cubicBezTo>
                  <a:cubicBezTo>
                    <a:pt x="4890" y="4381"/>
                    <a:pt x="4769" y="4058"/>
                    <a:pt x="4650" y="3766"/>
                  </a:cubicBezTo>
                  <a:cubicBezTo>
                    <a:pt x="4531" y="3473"/>
                    <a:pt x="4409" y="3153"/>
                    <a:pt x="4513" y="2890"/>
                  </a:cubicBezTo>
                  <a:cubicBezTo>
                    <a:pt x="4591" y="2684"/>
                    <a:pt x="4792" y="2558"/>
                    <a:pt x="4936" y="2396"/>
                  </a:cubicBezTo>
                  <a:cubicBezTo>
                    <a:pt x="5218" y="2081"/>
                    <a:pt x="5300" y="1602"/>
                    <a:pt x="5143" y="1158"/>
                  </a:cubicBezTo>
                  <a:cubicBezTo>
                    <a:pt x="5033" y="842"/>
                    <a:pt x="4802" y="551"/>
                    <a:pt x="4513" y="344"/>
                  </a:cubicBezTo>
                  <a:cubicBezTo>
                    <a:pt x="4226" y="135"/>
                    <a:pt x="3875" y="8"/>
                    <a:pt x="3540" y="0"/>
                  </a:cubicBezTo>
                  <a:cubicBezTo>
                    <a:pt x="3530" y="0"/>
                    <a:pt x="3519" y="0"/>
                    <a:pt x="35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1202150" y="2514525"/>
              <a:ext cx="73250" cy="89275"/>
            </a:xfrm>
            <a:custGeom>
              <a:avLst/>
              <a:gdLst/>
              <a:ahLst/>
              <a:cxnLst/>
              <a:rect l="l" t="t" r="r" b="b"/>
              <a:pathLst>
                <a:path w="2930" h="3571" extrusionOk="0">
                  <a:moveTo>
                    <a:pt x="1694" y="1"/>
                  </a:moveTo>
                  <a:cubicBezTo>
                    <a:pt x="1410" y="1"/>
                    <a:pt x="1134" y="142"/>
                    <a:pt x="910" y="323"/>
                  </a:cubicBezTo>
                  <a:cubicBezTo>
                    <a:pt x="328" y="792"/>
                    <a:pt x="1" y="1559"/>
                    <a:pt x="63" y="2304"/>
                  </a:cubicBezTo>
                  <a:cubicBezTo>
                    <a:pt x="87" y="2600"/>
                    <a:pt x="171" y="2895"/>
                    <a:pt x="348" y="3134"/>
                  </a:cubicBezTo>
                  <a:cubicBezTo>
                    <a:pt x="523" y="3370"/>
                    <a:pt x="794" y="3548"/>
                    <a:pt x="1090" y="3568"/>
                  </a:cubicBezTo>
                  <a:cubicBezTo>
                    <a:pt x="1112" y="3570"/>
                    <a:pt x="1134" y="3571"/>
                    <a:pt x="1157" y="3571"/>
                  </a:cubicBezTo>
                  <a:cubicBezTo>
                    <a:pt x="1458" y="3571"/>
                    <a:pt x="1745" y="3414"/>
                    <a:pt x="1981" y="3221"/>
                  </a:cubicBezTo>
                  <a:cubicBezTo>
                    <a:pt x="2391" y="2891"/>
                    <a:pt x="2705" y="2436"/>
                    <a:pt x="2818" y="1923"/>
                  </a:cubicBezTo>
                  <a:cubicBezTo>
                    <a:pt x="2929" y="1410"/>
                    <a:pt x="2825" y="843"/>
                    <a:pt x="2497" y="435"/>
                  </a:cubicBezTo>
                  <a:cubicBezTo>
                    <a:pt x="2319" y="213"/>
                    <a:pt x="2070" y="38"/>
                    <a:pt x="1789" y="6"/>
                  </a:cubicBezTo>
                  <a:cubicBezTo>
                    <a:pt x="1758" y="3"/>
                    <a:pt x="1726" y="1"/>
                    <a:pt x="1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1254475" y="2567250"/>
              <a:ext cx="73250" cy="67025"/>
            </a:xfrm>
            <a:custGeom>
              <a:avLst/>
              <a:gdLst/>
              <a:ahLst/>
              <a:cxnLst/>
              <a:rect l="l" t="t" r="r" b="b"/>
              <a:pathLst>
                <a:path w="2930" h="2681" extrusionOk="0">
                  <a:moveTo>
                    <a:pt x="2041" y="1"/>
                  </a:moveTo>
                  <a:cubicBezTo>
                    <a:pt x="1822" y="1"/>
                    <a:pt x="1608" y="64"/>
                    <a:pt x="1411" y="155"/>
                  </a:cubicBezTo>
                  <a:cubicBezTo>
                    <a:pt x="865" y="406"/>
                    <a:pt x="414" y="860"/>
                    <a:pt x="171" y="1411"/>
                  </a:cubicBezTo>
                  <a:cubicBezTo>
                    <a:pt x="69" y="1643"/>
                    <a:pt x="1" y="1910"/>
                    <a:pt x="88" y="2150"/>
                  </a:cubicBezTo>
                  <a:cubicBezTo>
                    <a:pt x="220" y="2513"/>
                    <a:pt x="649" y="2679"/>
                    <a:pt x="1032" y="2680"/>
                  </a:cubicBezTo>
                  <a:cubicBezTo>
                    <a:pt x="1461" y="2680"/>
                    <a:pt x="1886" y="2530"/>
                    <a:pt x="2216" y="2258"/>
                  </a:cubicBezTo>
                  <a:cubicBezTo>
                    <a:pt x="2546" y="1987"/>
                    <a:pt x="2780" y="1601"/>
                    <a:pt x="2863" y="1180"/>
                  </a:cubicBezTo>
                  <a:cubicBezTo>
                    <a:pt x="2929" y="845"/>
                    <a:pt x="2887" y="461"/>
                    <a:pt x="2640" y="222"/>
                  </a:cubicBezTo>
                  <a:cubicBezTo>
                    <a:pt x="2481" y="72"/>
                    <a:pt x="2260" y="2"/>
                    <a:pt x="2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1258975" y="2648700"/>
              <a:ext cx="57850" cy="46750"/>
            </a:xfrm>
            <a:custGeom>
              <a:avLst/>
              <a:gdLst/>
              <a:ahLst/>
              <a:cxnLst/>
              <a:rect l="l" t="t" r="r" b="b"/>
              <a:pathLst>
                <a:path w="2314" h="1870" extrusionOk="0">
                  <a:moveTo>
                    <a:pt x="1440" y="1"/>
                  </a:moveTo>
                  <a:cubicBezTo>
                    <a:pt x="1220" y="1"/>
                    <a:pt x="999" y="77"/>
                    <a:pt x="800" y="176"/>
                  </a:cubicBezTo>
                  <a:cubicBezTo>
                    <a:pt x="570" y="292"/>
                    <a:pt x="352" y="445"/>
                    <a:pt x="205" y="656"/>
                  </a:cubicBezTo>
                  <a:cubicBezTo>
                    <a:pt x="61" y="868"/>
                    <a:pt x="0" y="1149"/>
                    <a:pt x="95" y="1387"/>
                  </a:cubicBezTo>
                  <a:cubicBezTo>
                    <a:pt x="181" y="1606"/>
                    <a:pt x="389" y="1761"/>
                    <a:pt x="616" y="1828"/>
                  </a:cubicBezTo>
                  <a:cubicBezTo>
                    <a:pt x="716" y="1857"/>
                    <a:pt x="820" y="1870"/>
                    <a:pt x="925" y="1870"/>
                  </a:cubicBezTo>
                  <a:cubicBezTo>
                    <a:pt x="1055" y="1870"/>
                    <a:pt x="1187" y="1850"/>
                    <a:pt x="1314" y="1820"/>
                  </a:cubicBezTo>
                  <a:cubicBezTo>
                    <a:pt x="1704" y="1728"/>
                    <a:pt x="2090" y="1500"/>
                    <a:pt x="2229" y="1126"/>
                  </a:cubicBezTo>
                  <a:cubicBezTo>
                    <a:pt x="2313" y="897"/>
                    <a:pt x="2291" y="632"/>
                    <a:pt x="2169" y="418"/>
                  </a:cubicBezTo>
                  <a:cubicBezTo>
                    <a:pt x="2045" y="207"/>
                    <a:pt x="1826" y="53"/>
                    <a:pt x="1584" y="12"/>
                  </a:cubicBezTo>
                  <a:cubicBezTo>
                    <a:pt x="1536" y="4"/>
                    <a:pt x="1488" y="1"/>
                    <a:pt x="1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1146175" y="2557675"/>
              <a:ext cx="46575" cy="62800"/>
            </a:xfrm>
            <a:custGeom>
              <a:avLst/>
              <a:gdLst/>
              <a:ahLst/>
              <a:cxnLst/>
              <a:rect l="l" t="t" r="r" b="b"/>
              <a:pathLst>
                <a:path w="1863" h="2512" extrusionOk="0">
                  <a:moveTo>
                    <a:pt x="980" y="0"/>
                  </a:moveTo>
                  <a:cubicBezTo>
                    <a:pt x="934" y="0"/>
                    <a:pt x="888" y="5"/>
                    <a:pt x="842" y="14"/>
                  </a:cubicBezTo>
                  <a:cubicBezTo>
                    <a:pt x="521" y="82"/>
                    <a:pt x="284" y="372"/>
                    <a:pt x="167" y="679"/>
                  </a:cubicBezTo>
                  <a:cubicBezTo>
                    <a:pt x="1" y="1111"/>
                    <a:pt x="16" y="1611"/>
                    <a:pt x="207" y="2033"/>
                  </a:cubicBezTo>
                  <a:cubicBezTo>
                    <a:pt x="298" y="2230"/>
                    <a:pt x="438" y="2418"/>
                    <a:pt x="642" y="2486"/>
                  </a:cubicBezTo>
                  <a:cubicBezTo>
                    <a:pt x="694" y="2503"/>
                    <a:pt x="749" y="2511"/>
                    <a:pt x="803" y="2511"/>
                  </a:cubicBezTo>
                  <a:cubicBezTo>
                    <a:pt x="944" y="2511"/>
                    <a:pt x="1086" y="2458"/>
                    <a:pt x="1202" y="2376"/>
                  </a:cubicBezTo>
                  <a:cubicBezTo>
                    <a:pt x="1365" y="2261"/>
                    <a:pt x="1481" y="2095"/>
                    <a:pt x="1578" y="1922"/>
                  </a:cubicBezTo>
                  <a:cubicBezTo>
                    <a:pt x="1720" y="1672"/>
                    <a:pt x="1825" y="1397"/>
                    <a:pt x="1843" y="1111"/>
                  </a:cubicBezTo>
                  <a:cubicBezTo>
                    <a:pt x="1863" y="824"/>
                    <a:pt x="1791" y="527"/>
                    <a:pt x="1607" y="307"/>
                  </a:cubicBezTo>
                  <a:cubicBezTo>
                    <a:pt x="1451" y="121"/>
                    <a:pt x="1218" y="0"/>
                    <a:pt x="9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0" name="Google Shape;560;p27"/>
          <p:cNvSpPr/>
          <p:nvPr/>
        </p:nvSpPr>
        <p:spPr>
          <a:xfrm flipH="1">
            <a:off x="-2279167" y="3216573"/>
            <a:ext cx="4780546" cy="2161964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7"/>
          <p:cNvSpPr/>
          <p:nvPr/>
        </p:nvSpPr>
        <p:spPr>
          <a:xfrm rot="-9942249" flipH="1">
            <a:off x="6448676" y="-368816"/>
            <a:ext cx="5411870" cy="3375725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212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1pPr>
            <a:lvl2pPr lvl="1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2pPr>
            <a:lvl3pPr lvl="2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3pPr>
            <a:lvl4pPr lvl="3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4pPr>
            <a:lvl5pPr lvl="4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5pPr>
            <a:lvl6pPr lvl="5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6pPr>
            <a:lvl7pPr lvl="6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7pPr>
            <a:lvl8pPr lvl="7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8pPr>
            <a:lvl9pPr lvl="8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itr Medium"/>
              <a:buNone/>
              <a:defRPr sz="3500">
                <a:solidFill>
                  <a:schemeClr val="dk1"/>
                </a:solidFill>
                <a:latin typeface="Mitr Medium"/>
                <a:ea typeface="Mitr Medium"/>
                <a:cs typeface="Mitr Medium"/>
                <a:sym typeface="Mitr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●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○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■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●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○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■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●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○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iramit"/>
              <a:buChar char="■"/>
              <a:defRPr>
                <a:solidFill>
                  <a:schemeClr val="dk1"/>
                </a:solidFill>
                <a:latin typeface="Niramit"/>
                <a:ea typeface="Niramit"/>
                <a:cs typeface="Niramit"/>
                <a:sym typeface="Nirami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8" r:id="rId6"/>
    <p:sldLayoutId id="2147483663" r:id="rId7"/>
    <p:sldLayoutId id="2147483668" r:id="rId8"/>
    <p:sldLayoutId id="2147483672" r:id="rId9"/>
    <p:sldLayoutId id="2147483673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1"/>
          <p:cNvSpPr txBox="1">
            <a:spLocks noGrp="1"/>
          </p:cNvSpPr>
          <p:nvPr>
            <p:ph type="subTitle" idx="1"/>
          </p:nvPr>
        </p:nvSpPr>
        <p:spPr>
          <a:xfrm>
            <a:off x="1669800" y="3234913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2200"/>
            </a:pPr>
            <a:r>
              <a:rPr lang="bg-BG" sz="1600" dirty="0"/>
              <a:t>Система за осиновяване на домашни любимци</a:t>
            </a:r>
          </a:p>
        </p:txBody>
      </p:sp>
      <p:sp>
        <p:nvSpPr>
          <p:cNvPr id="573" name="Google Shape;573;p31"/>
          <p:cNvSpPr txBox="1">
            <a:spLocks noGrp="1"/>
          </p:cNvSpPr>
          <p:nvPr>
            <p:ph type="ctrTitle"/>
          </p:nvPr>
        </p:nvSpPr>
        <p:spPr>
          <a:xfrm>
            <a:off x="1669825" y="1041888"/>
            <a:ext cx="58044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70000"/>
              </a:lnSpc>
            </a:pPr>
            <a:r>
              <a:rPr lang="en-GB" sz="6600" dirty="0"/>
              <a:t>Pet Adoption System</a:t>
            </a:r>
            <a:endParaRPr sz="6600" dirty="0"/>
          </a:p>
        </p:txBody>
      </p:sp>
      <p:grpSp>
        <p:nvGrpSpPr>
          <p:cNvPr id="574" name="Google Shape;574;p31"/>
          <p:cNvGrpSpPr/>
          <p:nvPr/>
        </p:nvGrpSpPr>
        <p:grpSpPr>
          <a:xfrm>
            <a:off x="7224463" y="586711"/>
            <a:ext cx="671996" cy="688706"/>
            <a:chOff x="1330317" y="4540210"/>
            <a:chExt cx="394433" cy="404265"/>
          </a:xfrm>
        </p:grpSpPr>
        <p:sp>
          <p:nvSpPr>
            <p:cNvPr id="575" name="Google Shape;575;p31"/>
            <p:cNvSpPr/>
            <p:nvPr/>
          </p:nvSpPr>
          <p:spPr>
            <a:xfrm>
              <a:off x="1412442" y="4695400"/>
              <a:ext cx="300355" cy="249075"/>
            </a:xfrm>
            <a:custGeom>
              <a:avLst/>
              <a:gdLst/>
              <a:ahLst/>
              <a:cxnLst/>
              <a:rect l="l" t="t" r="r" b="b"/>
              <a:pathLst>
                <a:path w="1558" h="1292" extrusionOk="0">
                  <a:moveTo>
                    <a:pt x="1105" y="0"/>
                  </a:moveTo>
                  <a:cubicBezTo>
                    <a:pt x="959" y="0"/>
                    <a:pt x="817" y="82"/>
                    <a:pt x="735" y="205"/>
                  </a:cubicBezTo>
                  <a:cubicBezTo>
                    <a:pt x="695" y="261"/>
                    <a:pt x="635" y="292"/>
                    <a:pt x="572" y="292"/>
                  </a:cubicBezTo>
                  <a:cubicBezTo>
                    <a:pt x="559" y="292"/>
                    <a:pt x="547" y="291"/>
                    <a:pt x="534" y="288"/>
                  </a:cubicBezTo>
                  <a:cubicBezTo>
                    <a:pt x="500" y="282"/>
                    <a:pt x="466" y="278"/>
                    <a:pt x="432" y="278"/>
                  </a:cubicBezTo>
                  <a:cubicBezTo>
                    <a:pt x="380" y="278"/>
                    <a:pt x="328" y="286"/>
                    <a:pt x="279" y="303"/>
                  </a:cubicBezTo>
                  <a:cubicBezTo>
                    <a:pt x="151" y="349"/>
                    <a:pt x="44" y="459"/>
                    <a:pt x="21" y="591"/>
                  </a:cubicBezTo>
                  <a:cubicBezTo>
                    <a:pt x="0" y="709"/>
                    <a:pt x="44" y="830"/>
                    <a:pt x="118" y="922"/>
                  </a:cubicBezTo>
                  <a:cubicBezTo>
                    <a:pt x="193" y="1013"/>
                    <a:pt x="294" y="1080"/>
                    <a:pt x="400" y="1133"/>
                  </a:cubicBezTo>
                  <a:cubicBezTo>
                    <a:pt x="591" y="1226"/>
                    <a:pt x="799" y="1282"/>
                    <a:pt x="1010" y="1291"/>
                  </a:cubicBezTo>
                  <a:cubicBezTo>
                    <a:pt x="1014" y="1291"/>
                    <a:pt x="1017" y="1291"/>
                    <a:pt x="1021" y="1291"/>
                  </a:cubicBezTo>
                  <a:cubicBezTo>
                    <a:pt x="1096" y="1291"/>
                    <a:pt x="1163" y="1244"/>
                    <a:pt x="1194" y="1176"/>
                  </a:cubicBezTo>
                  <a:cubicBezTo>
                    <a:pt x="1247" y="1057"/>
                    <a:pt x="1324" y="950"/>
                    <a:pt x="1392" y="839"/>
                  </a:cubicBezTo>
                  <a:cubicBezTo>
                    <a:pt x="1481" y="694"/>
                    <a:pt x="1558" y="526"/>
                    <a:pt x="1529" y="356"/>
                  </a:cubicBezTo>
                  <a:cubicBezTo>
                    <a:pt x="1496" y="160"/>
                    <a:pt x="1309" y="6"/>
                    <a:pt x="1113" y="0"/>
                  </a:cubicBezTo>
                  <a:cubicBezTo>
                    <a:pt x="1110" y="0"/>
                    <a:pt x="1108" y="0"/>
                    <a:pt x="11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1330317" y="4694050"/>
              <a:ext cx="74992" cy="106994"/>
            </a:xfrm>
            <a:custGeom>
              <a:avLst/>
              <a:gdLst/>
              <a:ahLst/>
              <a:cxnLst/>
              <a:rect l="l" t="t" r="r" b="b"/>
              <a:pathLst>
                <a:path w="389" h="555" extrusionOk="0">
                  <a:moveTo>
                    <a:pt x="211" y="0"/>
                  </a:moveTo>
                  <a:cubicBezTo>
                    <a:pt x="164" y="0"/>
                    <a:pt x="120" y="24"/>
                    <a:pt x="87" y="58"/>
                  </a:cubicBezTo>
                  <a:cubicBezTo>
                    <a:pt x="51" y="96"/>
                    <a:pt x="31" y="144"/>
                    <a:pt x="19" y="194"/>
                  </a:cubicBezTo>
                  <a:cubicBezTo>
                    <a:pt x="1" y="273"/>
                    <a:pt x="7" y="357"/>
                    <a:pt x="33" y="432"/>
                  </a:cubicBezTo>
                  <a:cubicBezTo>
                    <a:pt x="54" y="491"/>
                    <a:pt x="96" y="552"/>
                    <a:pt x="159" y="555"/>
                  </a:cubicBezTo>
                  <a:cubicBezTo>
                    <a:pt x="162" y="555"/>
                    <a:pt x="164" y="555"/>
                    <a:pt x="167" y="555"/>
                  </a:cubicBezTo>
                  <a:cubicBezTo>
                    <a:pt x="199" y="555"/>
                    <a:pt x="232" y="538"/>
                    <a:pt x="254" y="514"/>
                  </a:cubicBezTo>
                  <a:cubicBezTo>
                    <a:pt x="281" y="490"/>
                    <a:pt x="298" y="455"/>
                    <a:pt x="315" y="423"/>
                  </a:cubicBezTo>
                  <a:cubicBezTo>
                    <a:pt x="355" y="346"/>
                    <a:pt x="388" y="264"/>
                    <a:pt x="381" y="178"/>
                  </a:cubicBezTo>
                  <a:cubicBezTo>
                    <a:pt x="372" y="96"/>
                    <a:pt x="312" y="9"/>
                    <a:pt x="226" y="1"/>
                  </a:cubicBezTo>
                  <a:cubicBezTo>
                    <a:pt x="221" y="1"/>
                    <a:pt x="216" y="0"/>
                    <a:pt x="2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1410900" y="4584164"/>
              <a:ext cx="111621" cy="144972"/>
            </a:xfrm>
            <a:custGeom>
              <a:avLst/>
              <a:gdLst/>
              <a:ahLst/>
              <a:cxnLst/>
              <a:rect l="l" t="t" r="r" b="b"/>
              <a:pathLst>
                <a:path w="579" h="752" extrusionOk="0">
                  <a:moveTo>
                    <a:pt x="259" y="1"/>
                  </a:moveTo>
                  <a:cubicBezTo>
                    <a:pt x="209" y="1"/>
                    <a:pt x="160" y="15"/>
                    <a:pt x="121" y="45"/>
                  </a:cubicBezTo>
                  <a:cubicBezTo>
                    <a:pt x="64" y="93"/>
                    <a:pt x="35" y="170"/>
                    <a:pt x="20" y="244"/>
                  </a:cubicBezTo>
                  <a:cubicBezTo>
                    <a:pt x="1" y="337"/>
                    <a:pt x="1" y="437"/>
                    <a:pt x="19" y="532"/>
                  </a:cubicBezTo>
                  <a:cubicBezTo>
                    <a:pt x="29" y="598"/>
                    <a:pt x="52" y="666"/>
                    <a:pt x="103" y="708"/>
                  </a:cubicBezTo>
                  <a:cubicBezTo>
                    <a:pt x="139" y="738"/>
                    <a:pt x="186" y="752"/>
                    <a:pt x="234" y="752"/>
                  </a:cubicBezTo>
                  <a:cubicBezTo>
                    <a:pt x="256" y="752"/>
                    <a:pt x="278" y="749"/>
                    <a:pt x="299" y="743"/>
                  </a:cubicBezTo>
                  <a:cubicBezTo>
                    <a:pt x="366" y="723"/>
                    <a:pt x="421" y="677"/>
                    <a:pt x="465" y="624"/>
                  </a:cubicBezTo>
                  <a:cubicBezTo>
                    <a:pt x="539" y="533"/>
                    <a:pt x="578" y="417"/>
                    <a:pt x="565" y="301"/>
                  </a:cubicBezTo>
                  <a:cubicBezTo>
                    <a:pt x="551" y="185"/>
                    <a:pt x="482" y="75"/>
                    <a:pt x="376" y="27"/>
                  </a:cubicBezTo>
                  <a:cubicBezTo>
                    <a:pt x="340" y="10"/>
                    <a:pt x="299" y="1"/>
                    <a:pt x="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1526377" y="4540210"/>
              <a:ext cx="107958" cy="137261"/>
            </a:xfrm>
            <a:custGeom>
              <a:avLst/>
              <a:gdLst/>
              <a:ahLst/>
              <a:cxnLst/>
              <a:rect l="l" t="t" r="r" b="b"/>
              <a:pathLst>
                <a:path w="560" h="712" extrusionOk="0">
                  <a:moveTo>
                    <a:pt x="208" y="1"/>
                  </a:moveTo>
                  <a:cubicBezTo>
                    <a:pt x="185" y="1"/>
                    <a:pt x="162" y="5"/>
                    <a:pt x="140" y="15"/>
                  </a:cubicBezTo>
                  <a:cubicBezTo>
                    <a:pt x="64" y="50"/>
                    <a:pt x="24" y="137"/>
                    <a:pt x="15" y="223"/>
                  </a:cubicBezTo>
                  <a:cubicBezTo>
                    <a:pt x="0" y="336"/>
                    <a:pt x="24" y="452"/>
                    <a:pt x="79" y="552"/>
                  </a:cubicBezTo>
                  <a:cubicBezTo>
                    <a:pt x="125" y="636"/>
                    <a:pt x="209" y="712"/>
                    <a:pt x="301" y="712"/>
                  </a:cubicBezTo>
                  <a:cubicBezTo>
                    <a:pt x="311" y="712"/>
                    <a:pt x="322" y="711"/>
                    <a:pt x="332" y="709"/>
                  </a:cubicBezTo>
                  <a:cubicBezTo>
                    <a:pt x="415" y="692"/>
                    <a:pt x="472" y="618"/>
                    <a:pt x="501" y="540"/>
                  </a:cubicBezTo>
                  <a:cubicBezTo>
                    <a:pt x="560" y="378"/>
                    <a:pt x="508" y="184"/>
                    <a:pt x="380" y="74"/>
                  </a:cubicBezTo>
                  <a:cubicBezTo>
                    <a:pt x="332" y="32"/>
                    <a:pt x="269" y="1"/>
                    <a:pt x="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1650722" y="4597852"/>
              <a:ext cx="74028" cy="69787"/>
            </a:xfrm>
            <a:custGeom>
              <a:avLst/>
              <a:gdLst/>
              <a:ahLst/>
              <a:cxnLst/>
              <a:rect l="l" t="t" r="r" b="b"/>
              <a:pathLst>
                <a:path w="384" h="362" extrusionOk="0">
                  <a:moveTo>
                    <a:pt x="124" y="1"/>
                  </a:moveTo>
                  <a:cubicBezTo>
                    <a:pt x="113" y="1"/>
                    <a:pt x="102" y="2"/>
                    <a:pt x="91" y="4"/>
                  </a:cubicBezTo>
                  <a:cubicBezTo>
                    <a:pt x="56" y="15"/>
                    <a:pt x="22" y="39"/>
                    <a:pt x="11" y="73"/>
                  </a:cubicBezTo>
                  <a:cubicBezTo>
                    <a:pt x="1" y="107"/>
                    <a:pt x="8" y="140"/>
                    <a:pt x="22" y="171"/>
                  </a:cubicBezTo>
                  <a:cubicBezTo>
                    <a:pt x="46" y="229"/>
                    <a:pt x="87" y="280"/>
                    <a:pt x="133" y="318"/>
                  </a:cubicBezTo>
                  <a:cubicBezTo>
                    <a:pt x="167" y="342"/>
                    <a:pt x="207" y="361"/>
                    <a:pt x="248" y="361"/>
                  </a:cubicBezTo>
                  <a:cubicBezTo>
                    <a:pt x="302" y="358"/>
                    <a:pt x="352" y="316"/>
                    <a:pt x="369" y="263"/>
                  </a:cubicBezTo>
                  <a:cubicBezTo>
                    <a:pt x="384" y="211"/>
                    <a:pt x="369" y="150"/>
                    <a:pt x="337" y="107"/>
                  </a:cubicBezTo>
                  <a:cubicBezTo>
                    <a:pt x="302" y="63"/>
                    <a:pt x="254" y="33"/>
                    <a:pt x="201" y="15"/>
                  </a:cubicBezTo>
                  <a:cubicBezTo>
                    <a:pt x="176" y="6"/>
                    <a:pt x="150" y="1"/>
                    <a:pt x="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" name="Google Shape;580;p31"/>
          <p:cNvSpPr/>
          <p:nvPr/>
        </p:nvSpPr>
        <p:spPr>
          <a:xfrm>
            <a:off x="4309844" y="586700"/>
            <a:ext cx="524306" cy="435376"/>
          </a:xfrm>
          <a:custGeom>
            <a:avLst/>
            <a:gdLst/>
            <a:ahLst/>
            <a:cxnLst/>
            <a:rect l="l" t="t" r="r" b="b"/>
            <a:pathLst>
              <a:path w="4263" h="3540" extrusionOk="0">
                <a:moveTo>
                  <a:pt x="2133" y="1387"/>
                </a:moveTo>
                <a:cubicBezTo>
                  <a:pt x="2168" y="1387"/>
                  <a:pt x="2203" y="1393"/>
                  <a:pt x="2236" y="1406"/>
                </a:cubicBezTo>
                <a:cubicBezTo>
                  <a:pt x="2355" y="1454"/>
                  <a:pt x="2407" y="1591"/>
                  <a:pt x="2444" y="1715"/>
                </a:cubicBezTo>
                <a:cubicBezTo>
                  <a:pt x="2681" y="1640"/>
                  <a:pt x="2921" y="1566"/>
                  <a:pt x="3158" y="1490"/>
                </a:cubicBezTo>
                <a:cubicBezTo>
                  <a:pt x="3190" y="1481"/>
                  <a:pt x="3225" y="1471"/>
                  <a:pt x="3258" y="1471"/>
                </a:cubicBezTo>
                <a:cubicBezTo>
                  <a:pt x="3282" y="1471"/>
                  <a:pt x="3306" y="1476"/>
                  <a:pt x="3327" y="1492"/>
                </a:cubicBezTo>
                <a:cubicBezTo>
                  <a:pt x="3367" y="1529"/>
                  <a:pt x="3370" y="1600"/>
                  <a:pt x="3370" y="1661"/>
                </a:cubicBezTo>
                <a:cubicBezTo>
                  <a:pt x="3366" y="1830"/>
                  <a:pt x="3360" y="2003"/>
                  <a:pt x="3305" y="2163"/>
                </a:cubicBezTo>
                <a:cubicBezTo>
                  <a:pt x="3250" y="2324"/>
                  <a:pt x="3132" y="2472"/>
                  <a:pt x="2971" y="2522"/>
                </a:cubicBezTo>
                <a:cubicBezTo>
                  <a:pt x="2844" y="2559"/>
                  <a:pt x="2707" y="2534"/>
                  <a:pt x="2574" y="2561"/>
                </a:cubicBezTo>
                <a:cubicBezTo>
                  <a:pt x="2481" y="2580"/>
                  <a:pt x="2395" y="2623"/>
                  <a:pt x="2312" y="2668"/>
                </a:cubicBezTo>
                <a:cubicBezTo>
                  <a:pt x="2304" y="2656"/>
                  <a:pt x="2297" y="2642"/>
                  <a:pt x="2288" y="2629"/>
                </a:cubicBezTo>
                <a:cubicBezTo>
                  <a:pt x="2202" y="2499"/>
                  <a:pt x="2081" y="2397"/>
                  <a:pt x="1957" y="2298"/>
                </a:cubicBezTo>
                <a:cubicBezTo>
                  <a:pt x="1835" y="2200"/>
                  <a:pt x="1709" y="2107"/>
                  <a:pt x="1608" y="1989"/>
                </a:cubicBezTo>
                <a:cubicBezTo>
                  <a:pt x="1565" y="1943"/>
                  <a:pt x="1528" y="1891"/>
                  <a:pt x="1508" y="1833"/>
                </a:cubicBezTo>
                <a:cubicBezTo>
                  <a:pt x="1487" y="1775"/>
                  <a:pt x="1481" y="1709"/>
                  <a:pt x="1505" y="1650"/>
                </a:cubicBezTo>
                <a:lnTo>
                  <a:pt x="1505" y="1650"/>
                </a:lnTo>
                <a:cubicBezTo>
                  <a:pt x="1421" y="1768"/>
                  <a:pt x="1442" y="1937"/>
                  <a:pt x="1517" y="2059"/>
                </a:cubicBezTo>
                <a:cubicBezTo>
                  <a:pt x="1592" y="2182"/>
                  <a:pt x="1712" y="2273"/>
                  <a:pt x="1826" y="2359"/>
                </a:cubicBezTo>
                <a:cubicBezTo>
                  <a:pt x="1941" y="2448"/>
                  <a:pt x="2058" y="2541"/>
                  <a:pt x="2122" y="2672"/>
                </a:cubicBezTo>
                <a:cubicBezTo>
                  <a:pt x="2150" y="2730"/>
                  <a:pt x="2167" y="2801"/>
                  <a:pt x="2152" y="2861"/>
                </a:cubicBezTo>
                <a:cubicBezTo>
                  <a:pt x="2111" y="2906"/>
                  <a:pt x="2037" y="2917"/>
                  <a:pt x="1975" y="2926"/>
                </a:cubicBezTo>
                <a:cubicBezTo>
                  <a:pt x="1828" y="2951"/>
                  <a:pt x="1686" y="3012"/>
                  <a:pt x="1565" y="3099"/>
                </a:cubicBezTo>
                <a:cubicBezTo>
                  <a:pt x="1521" y="3134"/>
                  <a:pt x="1472" y="3173"/>
                  <a:pt x="1419" y="3173"/>
                </a:cubicBezTo>
                <a:cubicBezTo>
                  <a:pt x="1416" y="3173"/>
                  <a:pt x="1413" y="3173"/>
                  <a:pt x="1410" y="3173"/>
                </a:cubicBezTo>
                <a:cubicBezTo>
                  <a:pt x="1344" y="3170"/>
                  <a:pt x="1294" y="3113"/>
                  <a:pt x="1262" y="3054"/>
                </a:cubicBezTo>
                <a:cubicBezTo>
                  <a:pt x="1164" y="2870"/>
                  <a:pt x="1176" y="2650"/>
                  <a:pt x="1154" y="2440"/>
                </a:cubicBezTo>
                <a:cubicBezTo>
                  <a:pt x="1140" y="2315"/>
                  <a:pt x="1111" y="2193"/>
                  <a:pt x="1072" y="2074"/>
                </a:cubicBezTo>
                <a:cubicBezTo>
                  <a:pt x="1057" y="2029"/>
                  <a:pt x="1041" y="1982"/>
                  <a:pt x="1051" y="1935"/>
                </a:cubicBezTo>
                <a:cubicBezTo>
                  <a:pt x="1060" y="1899"/>
                  <a:pt x="1087" y="1869"/>
                  <a:pt x="1111" y="1840"/>
                </a:cubicBezTo>
                <a:lnTo>
                  <a:pt x="1332" y="1597"/>
                </a:lnTo>
                <a:cubicBezTo>
                  <a:pt x="1383" y="1542"/>
                  <a:pt x="1437" y="1483"/>
                  <a:pt x="1510" y="1454"/>
                </a:cubicBezTo>
                <a:cubicBezTo>
                  <a:pt x="1532" y="1445"/>
                  <a:pt x="1558" y="1440"/>
                  <a:pt x="1584" y="1440"/>
                </a:cubicBezTo>
                <a:cubicBezTo>
                  <a:pt x="1631" y="1440"/>
                  <a:pt x="1678" y="1456"/>
                  <a:pt x="1707" y="1490"/>
                </a:cubicBezTo>
                <a:cubicBezTo>
                  <a:pt x="1801" y="1456"/>
                  <a:pt x="1899" y="1428"/>
                  <a:pt x="1997" y="1406"/>
                </a:cubicBezTo>
                <a:cubicBezTo>
                  <a:pt x="2041" y="1396"/>
                  <a:pt x="2088" y="1387"/>
                  <a:pt x="2133" y="1387"/>
                </a:cubicBezTo>
                <a:close/>
                <a:moveTo>
                  <a:pt x="3004" y="1"/>
                </a:moveTo>
                <a:cubicBezTo>
                  <a:pt x="2896" y="1"/>
                  <a:pt x="2789" y="14"/>
                  <a:pt x="2686" y="41"/>
                </a:cubicBezTo>
                <a:cubicBezTo>
                  <a:pt x="2432" y="107"/>
                  <a:pt x="2196" y="248"/>
                  <a:pt x="2043" y="459"/>
                </a:cubicBezTo>
                <a:cubicBezTo>
                  <a:pt x="1890" y="670"/>
                  <a:pt x="1837" y="959"/>
                  <a:pt x="1932" y="1202"/>
                </a:cubicBezTo>
                <a:cubicBezTo>
                  <a:pt x="1741" y="950"/>
                  <a:pt x="1423" y="804"/>
                  <a:pt x="1106" y="804"/>
                </a:cubicBezTo>
                <a:cubicBezTo>
                  <a:pt x="1032" y="804"/>
                  <a:pt x="958" y="812"/>
                  <a:pt x="885" y="828"/>
                </a:cubicBezTo>
                <a:cubicBezTo>
                  <a:pt x="505" y="919"/>
                  <a:pt x="190" y="1241"/>
                  <a:pt x="106" y="1623"/>
                </a:cubicBezTo>
                <a:cubicBezTo>
                  <a:pt x="0" y="2092"/>
                  <a:pt x="231" y="2591"/>
                  <a:pt x="599" y="2902"/>
                </a:cubicBezTo>
                <a:cubicBezTo>
                  <a:pt x="724" y="3006"/>
                  <a:pt x="860" y="3093"/>
                  <a:pt x="1004" y="3163"/>
                </a:cubicBezTo>
                <a:cubicBezTo>
                  <a:pt x="1059" y="3027"/>
                  <a:pt x="1089" y="2879"/>
                  <a:pt x="1089" y="2733"/>
                </a:cubicBezTo>
                <a:cubicBezTo>
                  <a:pt x="1116" y="2890"/>
                  <a:pt x="1116" y="3072"/>
                  <a:pt x="1237" y="3173"/>
                </a:cubicBezTo>
                <a:cubicBezTo>
                  <a:pt x="1297" y="3225"/>
                  <a:pt x="1375" y="3244"/>
                  <a:pt x="1456" y="3244"/>
                </a:cubicBezTo>
                <a:cubicBezTo>
                  <a:pt x="1528" y="3244"/>
                  <a:pt x="1603" y="3229"/>
                  <a:pt x="1671" y="3209"/>
                </a:cubicBezTo>
                <a:cubicBezTo>
                  <a:pt x="1893" y="3149"/>
                  <a:pt x="2105" y="3058"/>
                  <a:pt x="2303" y="2945"/>
                </a:cubicBezTo>
                <a:lnTo>
                  <a:pt x="2303" y="2945"/>
                </a:lnTo>
                <a:cubicBezTo>
                  <a:pt x="2289" y="3120"/>
                  <a:pt x="2301" y="3297"/>
                  <a:pt x="2331" y="3467"/>
                </a:cubicBezTo>
                <a:cubicBezTo>
                  <a:pt x="2672" y="3494"/>
                  <a:pt x="3016" y="3503"/>
                  <a:pt x="3357" y="3540"/>
                </a:cubicBezTo>
                <a:cubicBezTo>
                  <a:pt x="3358" y="3007"/>
                  <a:pt x="3654" y="2531"/>
                  <a:pt x="3878" y="2050"/>
                </a:cubicBezTo>
                <a:cubicBezTo>
                  <a:pt x="4109" y="1570"/>
                  <a:pt x="4263" y="985"/>
                  <a:pt x="3999" y="525"/>
                </a:cubicBezTo>
                <a:cubicBezTo>
                  <a:pt x="3803" y="182"/>
                  <a:pt x="3402" y="1"/>
                  <a:pt x="30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1"/>
          <p:cNvSpPr/>
          <p:nvPr/>
        </p:nvSpPr>
        <p:spPr>
          <a:xfrm>
            <a:off x="1768975" y="2679474"/>
            <a:ext cx="1394" cy="279"/>
          </a:xfrm>
          <a:custGeom>
            <a:avLst/>
            <a:gdLst/>
            <a:ahLst/>
            <a:cxnLst/>
            <a:rect l="l" t="t" r="r" b="b"/>
            <a:pathLst>
              <a:path w="5" h="1" extrusionOk="0">
                <a:moveTo>
                  <a:pt x="5" y="1"/>
                </a:moveTo>
                <a:lnTo>
                  <a:pt x="0" y="1"/>
                </a:lnTo>
                <a:close/>
              </a:path>
            </a:pathLst>
          </a:custGeom>
          <a:solidFill>
            <a:srgbClr val="BE60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2" name="Google Shape;582;p31"/>
          <p:cNvGrpSpPr/>
          <p:nvPr/>
        </p:nvGrpSpPr>
        <p:grpSpPr>
          <a:xfrm>
            <a:off x="2924823" y="4655079"/>
            <a:ext cx="983175" cy="308192"/>
            <a:chOff x="10435269" y="5294056"/>
            <a:chExt cx="672486" cy="210802"/>
          </a:xfrm>
        </p:grpSpPr>
        <p:sp>
          <p:nvSpPr>
            <p:cNvPr id="583" name="Google Shape;583;p31"/>
            <p:cNvSpPr/>
            <p:nvPr/>
          </p:nvSpPr>
          <p:spPr>
            <a:xfrm>
              <a:off x="10435269" y="5294056"/>
              <a:ext cx="672486" cy="210802"/>
            </a:xfrm>
            <a:custGeom>
              <a:avLst/>
              <a:gdLst/>
              <a:ahLst/>
              <a:cxnLst/>
              <a:rect l="l" t="t" r="r" b="b"/>
              <a:pathLst>
                <a:path w="3557" h="1115" extrusionOk="0">
                  <a:moveTo>
                    <a:pt x="1778" y="0"/>
                  </a:moveTo>
                  <a:cubicBezTo>
                    <a:pt x="958" y="0"/>
                    <a:pt x="269" y="88"/>
                    <a:pt x="236" y="196"/>
                  </a:cubicBezTo>
                  <a:cubicBezTo>
                    <a:pt x="225" y="237"/>
                    <a:pt x="59" y="798"/>
                    <a:pt x="44" y="845"/>
                  </a:cubicBezTo>
                  <a:cubicBezTo>
                    <a:pt x="0" y="990"/>
                    <a:pt x="777" y="1115"/>
                    <a:pt x="1778" y="1115"/>
                  </a:cubicBezTo>
                  <a:cubicBezTo>
                    <a:pt x="2780" y="1115"/>
                    <a:pt x="3556" y="990"/>
                    <a:pt x="3512" y="845"/>
                  </a:cubicBezTo>
                  <a:cubicBezTo>
                    <a:pt x="3499" y="798"/>
                    <a:pt x="3331" y="237"/>
                    <a:pt x="3319" y="196"/>
                  </a:cubicBezTo>
                  <a:cubicBezTo>
                    <a:pt x="3288" y="86"/>
                    <a:pt x="2599" y="0"/>
                    <a:pt x="177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10462116" y="5303509"/>
              <a:ext cx="121377" cy="188493"/>
            </a:xfrm>
            <a:custGeom>
              <a:avLst/>
              <a:gdLst/>
              <a:ahLst/>
              <a:cxnLst/>
              <a:rect l="l" t="t" r="r" b="b"/>
              <a:pathLst>
                <a:path w="642" h="997" extrusionOk="0">
                  <a:moveTo>
                    <a:pt x="641" y="0"/>
                  </a:moveTo>
                  <a:cubicBezTo>
                    <a:pt x="450" y="21"/>
                    <a:pt x="297" y="48"/>
                    <a:pt x="204" y="79"/>
                  </a:cubicBezTo>
                  <a:cubicBezTo>
                    <a:pt x="130" y="350"/>
                    <a:pt x="63" y="621"/>
                    <a:pt x="0" y="893"/>
                  </a:cubicBezTo>
                  <a:cubicBezTo>
                    <a:pt x="97" y="934"/>
                    <a:pt x="257" y="968"/>
                    <a:pt x="463" y="997"/>
                  </a:cubicBezTo>
                  <a:cubicBezTo>
                    <a:pt x="537" y="671"/>
                    <a:pt x="603" y="339"/>
                    <a:pt x="641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10572337" y="5297648"/>
              <a:ext cx="70330" cy="202483"/>
            </a:xfrm>
            <a:custGeom>
              <a:avLst/>
              <a:gdLst/>
              <a:ahLst/>
              <a:cxnLst/>
              <a:rect l="l" t="t" r="r" b="b"/>
              <a:pathLst>
                <a:path w="372" h="1071" extrusionOk="0">
                  <a:moveTo>
                    <a:pt x="372" y="1"/>
                  </a:moveTo>
                  <a:cubicBezTo>
                    <a:pt x="299" y="8"/>
                    <a:pt x="227" y="15"/>
                    <a:pt x="161" y="19"/>
                  </a:cubicBezTo>
                  <a:cubicBezTo>
                    <a:pt x="105" y="357"/>
                    <a:pt x="54" y="702"/>
                    <a:pt x="1" y="1043"/>
                  </a:cubicBezTo>
                  <a:cubicBezTo>
                    <a:pt x="93" y="1055"/>
                    <a:pt x="194" y="1063"/>
                    <a:pt x="299" y="1070"/>
                  </a:cubicBezTo>
                  <a:cubicBezTo>
                    <a:pt x="338" y="716"/>
                    <a:pt x="364" y="363"/>
                    <a:pt x="372" y="1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10941192" y="5301240"/>
              <a:ext cx="129695" cy="191707"/>
            </a:xfrm>
            <a:custGeom>
              <a:avLst/>
              <a:gdLst/>
              <a:ahLst/>
              <a:cxnLst/>
              <a:rect l="l" t="t" r="r" b="b"/>
              <a:pathLst>
                <a:path w="686" h="1014" extrusionOk="0">
                  <a:moveTo>
                    <a:pt x="1" y="0"/>
                  </a:moveTo>
                  <a:lnTo>
                    <a:pt x="1" y="0"/>
                  </a:lnTo>
                  <a:cubicBezTo>
                    <a:pt x="107" y="330"/>
                    <a:pt x="177" y="671"/>
                    <a:pt x="250" y="1013"/>
                  </a:cubicBezTo>
                  <a:cubicBezTo>
                    <a:pt x="434" y="988"/>
                    <a:pt x="583" y="958"/>
                    <a:pt x="686" y="924"/>
                  </a:cubicBezTo>
                  <a:cubicBezTo>
                    <a:pt x="610" y="638"/>
                    <a:pt x="527" y="351"/>
                    <a:pt x="428" y="63"/>
                  </a:cubicBezTo>
                  <a:cubicBezTo>
                    <a:pt x="318" y="38"/>
                    <a:pt x="173" y="18"/>
                    <a:pt x="1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10508246" y="5305210"/>
              <a:ext cx="526154" cy="65037"/>
            </a:xfrm>
            <a:custGeom>
              <a:avLst/>
              <a:gdLst/>
              <a:ahLst/>
              <a:cxnLst/>
              <a:rect l="l" t="t" r="r" b="b"/>
              <a:pathLst>
                <a:path w="2783" h="344" extrusionOk="0">
                  <a:moveTo>
                    <a:pt x="1392" y="0"/>
                  </a:moveTo>
                  <a:cubicBezTo>
                    <a:pt x="625" y="0"/>
                    <a:pt x="0" y="77"/>
                    <a:pt x="0" y="172"/>
                  </a:cubicBezTo>
                  <a:cubicBezTo>
                    <a:pt x="0" y="266"/>
                    <a:pt x="623" y="344"/>
                    <a:pt x="1392" y="344"/>
                  </a:cubicBezTo>
                  <a:cubicBezTo>
                    <a:pt x="2158" y="344"/>
                    <a:pt x="2783" y="266"/>
                    <a:pt x="2783" y="172"/>
                  </a:cubicBezTo>
                  <a:cubicBezTo>
                    <a:pt x="2783" y="77"/>
                    <a:pt x="2161" y="2"/>
                    <a:pt x="1392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" name="Google Shape;588;p31"/>
          <p:cNvGrpSpPr/>
          <p:nvPr/>
        </p:nvGrpSpPr>
        <p:grpSpPr>
          <a:xfrm>
            <a:off x="4130614" y="3963558"/>
            <a:ext cx="882781" cy="882288"/>
            <a:chOff x="8816067" y="4231511"/>
            <a:chExt cx="338606" cy="338417"/>
          </a:xfrm>
        </p:grpSpPr>
        <p:sp>
          <p:nvSpPr>
            <p:cNvPr id="589" name="Google Shape;589;p31"/>
            <p:cNvSpPr/>
            <p:nvPr/>
          </p:nvSpPr>
          <p:spPr>
            <a:xfrm>
              <a:off x="8816067" y="4231511"/>
              <a:ext cx="338039" cy="338039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895" y="1"/>
                  </a:moveTo>
                  <a:cubicBezTo>
                    <a:pt x="402" y="1"/>
                    <a:pt x="1" y="400"/>
                    <a:pt x="1" y="894"/>
                  </a:cubicBezTo>
                  <a:cubicBezTo>
                    <a:pt x="1" y="1387"/>
                    <a:pt x="402" y="1788"/>
                    <a:pt x="895" y="1788"/>
                  </a:cubicBezTo>
                  <a:cubicBezTo>
                    <a:pt x="1388" y="1788"/>
                    <a:pt x="1788" y="1387"/>
                    <a:pt x="1788" y="894"/>
                  </a:cubicBezTo>
                  <a:cubicBezTo>
                    <a:pt x="1788" y="400"/>
                    <a:pt x="1388" y="1"/>
                    <a:pt x="895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8845560" y="4247203"/>
              <a:ext cx="197757" cy="111167"/>
            </a:xfrm>
            <a:custGeom>
              <a:avLst/>
              <a:gdLst/>
              <a:ahLst/>
              <a:cxnLst/>
              <a:rect l="l" t="t" r="r" b="b"/>
              <a:pathLst>
                <a:path w="1046" h="588" extrusionOk="0">
                  <a:moveTo>
                    <a:pt x="717" y="1"/>
                  </a:moveTo>
                  <a:cubicBezTo>
                    <a:pt x="651" y="1"/>
                    <a:pt x="584" y="8"/>
                    <a:pt x="519" y="22"/>
                  </a:cubicBezTo>
                  <a:cubicBezTo>
                    <a:pt x="400" y="46"/>
                    <a:pt x="285" y="91"/>
                    <a:pt x="190" y="167"/>
                  </a:cubicBezTo>
                  <a:cubicBezTo>
                    <a:pt x="97" y="242"/>
                    <a:pt x="24" y="349"/>
                    <a:pt x="6" y="468"/>
                  </a:cubicBezTo>
                  <a:cubicBezTo>
                    <a:pt x="0" y="509"/>
                    <a:pt x="5" y="559"/>
                    <a:pt x="39" y="580"/>
                  </a:cubicBezTo>
                  <a:cubicBezTo>
                    <a:pt x="49" y="585"/>
                    <a:pt x="59" y="587"/>
                    <a:pt x="70" y="587"/>
                  </a:cubicBezTo>
                  <a:cubicBezTo>
                    <a:pt x="100" y="587"/>
                    <a:pt x="132" y="569"/>
                    <a:pt x="159" y="550"/>
                  </a:cubicBezTo>
                  <a:cubicBezTo>
                    <a:pt x="272" y="468"/>
                    <a:pt x="383" y="381"/>
                    <a:pt x="505" y="316"/>
                  </a:cubicBezTo>
                  <a:cubicBezTo>
                    <a:pt x="628" y="250"/>
                    <a:pt x="762" y="198"/>
                    <a:pt x="902" y="197"/>
                  </a:cubicBezTo>
                  <a:cubicBezTo>
                    <a:pt x="952" y="197"/>
                    <a:pt x="1017" y="192"/>
                    <a:pt x="1035" y="146"/>
                  </a:cubicBezTo>
                  <a:cubicBezTo>
                    <a:pt x="1045" y="117"/>
                    <a:pt x="1032" y="87"/>
                    <a:pt x="1011" y="67"/>
                  </a:cubicBezTo>
                  <a:cubicBezTo>
                    <a:pt x="989" y="48"/>
                    <a:pt x="962" y="37"/>
                    <a:pt x="934" y="29"/>
                  </a:cubicBezTo>
                  <a:cubicBezTo>
                    <a:pt x="864" y="10"/>
                    <a:pt x="790" y="1"/>
                    <a:pt x="717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8833838" y="4252875"/>
              <a:ext cx="320835" cy="316675"/>
            </a:xfrm>
            <a:custGeom>
              <a:avLst/>
              <a:gdLst/>
              <a:ahLst/>
              <a:cxnLst/>
              <a:rect l="l" t="t" r="r" b="b"/>
              <a:pathLst>
                <a:path w="1697" h="1675" extrusionOk="0">
                  <a:moveTo>
                    <a:pt x="1238" y="1"/>
                  </a:moveTo>
                  <a:cubicBezTo>
                    <a:pt x="1516" y="233"/>
                    <a:pt x="1677" y="610"/>
                    <a:pt x="1496" y="939"/>
                  </a:cubicBezTo>
                  <a:cubicBezTo>
                    <a:pt x="1318" y="1239"/>
                    <a:pt x="1004" y="1448"/>
                    <a:pt x="673" y="1448"/>
                  </a:cubicBezTo>
                  <a:cubicBezTo>
                    <a:pt x="564" y="1448"/>
                    <a:pt x="454" y="1425"/>
                    <a:pt x="346" y="1376"/>
                  </a:cubicBezTo>
                  <a:cubicBezTo>
                    <a:pt x="237" y="1342"/>
                    <a:pt x="104" y="1271"/>
                    <a:pt x="0" y="1176"/>
                  </a:cubicBezTo>
                  <a:lnTo>
                    <a:pt x="0" y="1176"/>
                  </a:lnTo>
                  <a:cubicBezTo>
                    <a:pt x="145" y="1471"/>
                    <a:pt x="451" y="1675"/>
                    <a:pt x="803" y="1675"/>
                  </a:cubicBezTo>
                  <a:cubicBezTo>
                    <a:pt x="1297" y="1675"/>
                    <a:pt x="1697" y="1275"/>
                    <a:pt x="1697" y="781"/>
                  </a:cubicBezTo>
                  <a:cubicBezTo>
                    <a:pt x="1695" y="446"/>
                    <a:pt x="1510" y="155"/>
                    <a:pt x="12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8858605" y="4298817"/>
              <a:ext cx="151815" cy="271112"/>
            </a:xfrm>
            <a:custGeom>
              <a:avLst/>
              <a:gdLst/>
              <a:ahLst/>
              <a:cxnLst/>
              <a:rect l="l" t="t" r="r" b="b"/>
              <a:pathLst>
                <a:path w="803" h="1434" extrusionOk="0">
                  <a:moveTo>
                    <a:pt x="230" y="1"/>
                  </a:moveTo>
                  <a:lnTo>
                    <a:pt x="230" y="1"/>
                  </a:lnTo>
                  <a:cubicBezTo>
                    <a:pt x="224" y="8"/>
                    <a:pt x="218" y="16"/>
                    <a:pt x="215" y="23"/>
                  </a:cubicBezTo>
                  <a:cubicBezTo>
                    <a:pt x="22" y="394"/>
                    <a:pt x="1" y="821"/>
                    <a:pt x="106" y="1231"/>
                  </a:cubicBezTo>
                  <a:cubicBezTo>
                    <a:pt x="261" y="1358"/>
                    <a:pt x="458" y="1433"/>
                    <a:pt x="672" y="1433"/>
                  </a:cubicBezTo>
                  <a:cubicBezTo>
                    <a:pt x="715" y="1432"/>
                    <a:pt x="761" y="1427"/>
                    <a:pt x="803" y="1423"/>
                  </a:cubicBezTo>
                  <a:cubicBezTo>
                    <a:pt x="679" y="1347"/>
                    <a:pt x="572" y="1242"/>
                    <a:pt x="491" y="1094"/>
                  </a:cubicBezTo>
                  <a:cubicBezTo>
                    <a:pt x="340" y="767"/>
                    <a:pt x="207" y="375"/>
                    <a:pt x="230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8849152" y="4248905"/>
              <a:ext cx="61634" cy="51802"/>
            </a:xfrm>
            <a:custGeom>
              <a:avLst/>
              <a:gdLst/>
              <a:ahLst/>
              <a:cxnLst/>
              <a:rect l="l" t="t" r="r" b="b"/>
              <a:pathLst>
                <a:path w="326" h="274" extrusionOk="0">
                  <a:moveTo>
                    <a:pt x="325" y="1"/>
                  </a:moveTo>
                  <a:lnTo>
                    <a:pt x="325" y="1"/>
                  </a:lnTo>
                  <a:cubicBezTo>
                    <a:pt x="197" y="66"/>
                    <a:pt x="84" y="159"/>
                    <a:pt x="1" y="274"/>
                  </a:cubicBezTo>
                  <a:cubicBezTo>
                    <a:pt x="96" y="239"/>
                    <a:pt x="192" y="218"/>
                    <a:pt x="284" y="210"/>
                  </a:cubicBezTo>
                  <a:cubicBezTo>
                    <a:pt x="290" y="141"/>
                    <a:pt x="304" y="70"/>
                    <a:pt x="325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8910029" y="4246258"/>
              <a:ext cx="244455" cy="171099"/>
            </a:xfrm>
            <a:custGeom>
              <a:avLst/>
              <a:gdLst/>
              <a:ahLst/>
              <a:cxnLst/>
              <a:rect l="l" t="t" r="r" b="b"/>
              <a:pathLst>
                <a:path w="1293" h="905" extrusionOk="0">
                  <a:moveTo>
                    <a:pt x="603" y="0"/>
                  </a:moveTo>
                  <a:cubicBezTo>
                    <a:pt x="365" y="0"/>
                    <a:pt x="141" y="68"/>
                    <a:pt x="0" y="224"/>
                  </a:cubicBezTo>
                  <a:cubicBezTo>
                    <a:pt x="12" y="224"/>
                    <a:pt x="23" y="224"/>
                    <a:pt x="35" y="224"/>
                  </a:cubicBezTo>
                  <a:cubicBezTo>
                    <a:pt x="496" y="224"/>
                    <a:pt x="911" y="544"/>
                    <a:pt x="1288" y="905"/>
                  </a:cubicBezTo>
                  <a:cubicBezTo>
                    <a:pt x="1292" y="876"/>
                    <a:pt x="1292" y="846"/>
                    <a:pt x="1292" y="816"/>
                  </a:cubicBezTo>
                  <a:cubicBezTo>
                    <a:pt x="1292" y="464"/>
                    <a:pt x="1086" y="158"/>
                    <a:pt x="790" y="13"/>
                  </a:cubicBezTo>
                  <a:cubicBezTo>
                    <a:pt x="728" y="5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8878267" y="4298627"/>
              <a:ext cx="24200" cy="55962"/>
            </a:xfrm>
            <a:custGeom>
              <a:avLst/>
              <a:gdLst/>
              <a:ahLst/>
              <a:cxnLst/>
              <a:rect l="l" t="t" r="r" b="b"/>
              <a:pathLst>
                <a:path w="128" h="296" extrusionOk="0">
                  <a:moveTo>
                    <a:pt x="126" y="0"/>
                  </a:moveTo>
                  <a:lnTo>
                    <a:pt x="126" y="0"/>
                  </a:lnTo>
                  <a:cubicBezTo>
                    <a:pt x="120" y="8"/>
                    <a:pt x="114" y="15"/>
                    <a:pt x="111" y="23"/>
                  </a:cubicBezTo>
                  <a:cubicBezTo>
                    <a:pt x="66" y="110"/>
                    <a:pt x="29" y="202"/>
                    <a:pt x="1" y="296"/>
                  </a:cubicBezTo>
                  <a:cubicBezTo>
                    <a:pt x="40" y="264"/>
                    <a:pt x="84" y="237"/>
                    <a:pt x="127" y="213"/>
                  </a:cubicBezTo>
                  <a:cubicBezTo>
                    <a:pt x="123" y="144"/>
                    <a:pt x="121" y="71"/>
                    <a:pt x="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8862575" y="4261572"/>
              <a:ext cx="44618" cy="34598"/>
            </a:xfrm>
            <a:custGeom>
              <a:avLst/>
              <a:gdLst/>
              <a:ahLst/>
              <a:cxnLst/>
              <a:rect l="l" t="t" r="r" b="b"/>
              <a:pathLst>
                <a:path w="236" h="183" extrusionOk="0">
                  <a:moveTo>
                    <a:pt x="236" y="0"/>
                  </a:moveTo>
                  <a:lnTo>
                    <a:pt x="236" y="0"/>
                  </a:lnTo>
                  <a:cubicBezTo>
                    <a:pt x="135" y="33"/>
                    <a:pt x="51" y="92"/>
                    <a:pt x="1" y="183"/>
                  </a:cubicBezTo>
                  <a:cubicBezTo>
                    <a:pt x="73" y="162"/>
                    <a:pt x="144" y="150"/>
                    <a:pt x="213" y="143"/>
                  </a:cubicBezTo>
                  <a:cubicBezTo>
                    <a:pt x="218" y="97"/>
                    <a:pt x="225" y="48"/>
                    <a:pt x="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8910029" y="4246447"/>
              <a:ext cx="111924" cy="48588"/>
            </a:xfrm>
            <a:custGeom>
              <a:avLst/>
              <a:gdLst/>
              <a:ahLst/>
              <a:cxnLst/>
              <a:rect l="l" t="t" r="r" b="b"/>
              <a:pathLst>
                <a:path w="592" h="257" extrusionOk="0">
                  <a:moveTo>
                    <a:pt x="581" y="0"/>
                  </a:moveTo>
                  <a:lnTo>
                    <a:pt x="581" y="0"/>
                  </a:lnTo>
                  <a:cubicBezTo>
                    <a:pt x="351" y="5"/>
                    <a:pt x="136" y="73"/>
                    <a:pt x="0" y="225"/>
                  </a:cubicBezTo>
                  <a:cubicBezTo>
                    <a:pt x="14" y="224"/>
                    <a:pt x="27" y="224"/>
                    <a:pt x="41" y="224"/>
                  </a:cubicBezTo>
                  <a:cubicBezTo>
                    <a:pt x="125" y="224"/>
                    <a:pt x="208" y="236"/>
                    <a:pt x="290" y="257"/>
                  </a:cubicBezTo>
                  <a:cubicBezTo>
                    <a:pt x="397" y="227"/>
                    <a:pt x="519" y="217"/>
                    <a:pt x="578" y="101"/>
                  </a:cubicBezTo>
                  <a:cubicBezTo>
                    <a:pt x="591" y="64"/>
                    <a:pt x="591" y="29"/>
                    <a:pt x="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31"/>
          <p:cNvGrpSpPr/>
          <p:nvPr/>
        </p:nvGrpSpPr>
        <p:grpSpPr>
          <a:xfrm>
            <a:off x="60684" y="2352455"/>
            <a:ext cx="2757428" cy="2742673"/>
            <a:chOff x="7620000" y="2551482"/>
            <a:chExt cx="2402568" cy="2389712"/>
          </a:xfrm>
        </p:grpSpPr>
        <p:sp>
          <p:nvSpPr>
            <p:cNvPr id="599" name="Google Shape;599;p31"/>
            <p:cNvSpPr/>
            <p:nvPr/>
          </p:nvSpPr>
          <p:spPr>
            <a:xfrm>
              <a:off x="7642876" y="4305765"/>
              <a:ext cx="23443" cy="65604"/>
            </a:xfrm>
            <a:custGeom>
              <a:avLst/>
              <a:gdLst/>
              <a:ahLst/>
              <a:cxnLst/>
              <a:rect l="l" t="t" r="r" b="b"/>
              <a:pathLst>
                <a:path w="124" h="347" extrusionOk="0">
                  <a:moveTo>
                    <a:pt x="9" y="0"/>
                  </a:moveTo>
                  <a:lnTo>
                    <a:pt x="9" y="0"/>
                  </a:lnTo>
                  <a:cubicBezTo>
                    <a:pt x="0" y="125"/>
                    <a:pt x="41" y="253"/>
                    <a:pt x="124" y="347"/>
                  </a:cubicBezTo>
                  <a:cubicBezTo>
                    <a:pt x="121" y="223"/>
                    <a:pt x="82" y="103"/>
                    <a:pt x="9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7668777" y="4328641"/>
              <a:ext cx="38757" cy="96610"/>
            </a:xfrm>
            <a:custGeom>
              <a:avLst/>
              <a:gdLst/>
              <a:ahLst/>
              <a:cxnLst/>
              <a:rect l="l" t="t" r="r" b="b"/>
              <a:pathLst>
                <a:path w="205" h="511" extrusionOk="0">
                  <a:moveTo>
                    <a:pt x="31" y="0"/>
                  </a:moveTo>
                  <a:cubicBezTo>
                    <a:pt x="28" y="0"/>
                    <a:pt x="25" y="2"/>
                    <a:pt x="25" y="4"/>
                  </a:cubicBezTo>
                  <a:cubicBezTo>
                    <a:pt x="0" y="188"/>
                    <a:pt x="68" y="383"/>
                    <a:pt x="204" y="511"/>
                  </a:cubicBezTo>
                  <a:cubicBezTo>
                    <a:pt x="175" y="315"/>
                    <a:pt x="40" y="206"/>
                    <a:pt x="38" y="6"/>
                  </a:cubicBezTo>
                  <a:cubicBezTo>
                    <a:pt x="38" y="2"/>
                    <a:pt x="34" y="0"/>
                    <a:pt x="3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8179049" y="2794234"/>
              <a:ext cx="119297" cy="168831"/>
            </a:xfrm>
            <a:custGeom>
              <a:avLst/>
              <a:gdLst/>
              <a:ahLst/>
              <a:cxnLst/>
              <a:rect l="l" t="t" r="r" b="b"/>
              <a:pathLst>
                <a:path w="631" h="893" extrusionOk="0">
                  <a:moveTo>
                    <a:pt x="167" y="0"/>
                  </a:moveTo>
                  <a:lnTo>
                    <a:pt x="1" y="172"/>
                  </a:lnTo>
                  <a:cubicBezTo>
                    <a:pt x="103" y="490"/>
                    <a:pt x="337" y="757"/>
                    <a:pt x="631" y="893"/>
                  </a:cubicBezTo>
                  <a:cubicBezTo>
                    <a:pt x="452" y="611"/>
                    <a:pt x="295" y="311"/>
                    <a:pt x="167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1"/>
            <p:cNvSpPr/>
            <p:nvPr/>
          </p:nvSpPr>
          <p:spPr>
            <a:xfrm>
              <a:off x="8387393" y="2893302"/>
              <a:ext cx="379443" cy="376229"/>
            </a:xfrm>
            <a:custGeom>
              <a:avLst/>
              <a:gdLst/>
              <a:ahLst/>
              <a:cxnLst/>
              <a:rect l="l" t="t" r="r" b="b"/>
              <a:pathLst>
                <a:path w="2007" h="1990" extrusionOk="0">
                  <a:moveTo>
                    <a:pt x="998" y="1"/>
                  </a:moveTo>
                  <a:cubicBezTo>
                    <a:pt x="649" y="132"/>
                    <a:pt x="322" y="292"/>
                    <a:pt x="1" y="467"/>
                  </a:cubicBezTo>
                  <a:cubicBezTo>
                    <a:pt x="126" y="702"/>
                    <a:pt x="217" y="957"/>
                    <a:pt x="269" y="1218"/>
                  </a:cubicBezTo>
                  <a:cubicBezTo>
                    <a:pt x="232" y="1243"/>
                    <a:pt x="194" y="1272"/>
                    <a:pt x="159" y="1302"/>
                  </a:cubicBezTo>
                  <a:cubicBezTo>
                    <a:pt x="113" y="1346"/>
                    <a:pt x="67" y="1394"/>
                    <a:pt x="42" y="1453"/>
                  </a:cubicBezTo>
                  <a:cubicBezTo>
                    <a:pt x="13" y="1512"/>
                    <a:pt x="4" y="1580"/>
                    <a:pt x="22" y="1641"/>
                  </a:cubicBezTo>
                  <a:cubicBezTo>
                    <a:pt x="43" y="1711"/>
                    <a:pt x="97" y="1764"/>
                    <a:pt x="156" y="1807"/>
                  </a:cubicBezTo>
                  <a:cubicBezTo>
                    <a:pt x="303" y="1914"/>
                    <a:pt x="483" y="1973"/>
                    <a:pt x="667" y="1987"/>
                  </a:cubicBezTo>
                  <a:cubicBezTo>
                    <a:pt x="696" y="1989"/>
                    <a:pt x="725" y="1990"/>
                    <a:pt x="754" y="1990"/>
                  </a:cubicBezTo>
                  <a:cubicBezTo>
                    <a:pt x="907" y="1990"/>
                    <a:pt x="1060" y="1963"/>
                    <a:pt x="1207" y="1919"/>
                  </a:cubicBezTo>
                  <a:cubicBezTo>
                    <a:pt x="1403" y="1860"/>
                    <a:pt x="1592" y="1770"/>
                    <a:pt x="1741" y="1632"/>
                  </a:cubicBezTo>
                  <a:cubicBezTo>
                    <a:pt x="1890" y="1494"/>
                    <a:pt x="1997" y="1302"/>
                    <a:pt x="2005" y="1099"/>
                  </a:cubicBezTo>
                  <a:cubicBezTo>
                    <a:pt x="2006" y="1002"/>
                    <a:pt x="1987" y="897"/>
                    <a:pt x="1911" y="841"/>
                  </a:cubicBezTo>
                  <a:cubicBezTo>
                    <a:pt x="1857" y="800"/>
                    <a:pt x="1789" y="792"/>
                    <a:pt x="1722" y="792"/>
                  </a:cubicBezTo>
                  <a:cubicBezTo>
                    <a:pt x="1708" y="792"/>
                    <a:pt x="1695" y="792"/>
                    <a:pt x="1682" y="792"/>
                  </a:cubicBezTo>
                  <a:cubicBezTo>
                    <a:pt x="1631" y="796"/>
                    <a:pt x="1581" y="800"/>
                    <a:pt x="1530" y="809"/>
                  </a:cubicBezTo>
                  <a:cubicBezTo>
                    <a:pt x="1254" y="602"/>
                    <a:pt x="1144" y="369"/>
                    <a:pt x="998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1"/>
            <p:cNvSpPr/>
            <p:nvPr/>
          </p:nvSpPr>
          <p:spPr>
            <a:xfrm>
              <a:off x="7798850" y="4141661"/>
              <a:ext cx="2044684" cy="571528"/>
            </a:xfrm>
            <a:custGeom>
              <a:avLst/>
              <a:gdLst/>
              <a:ahLst/>
              <a:cxnLst/>
              <a:rect l="l" t="t" r="r" b="b"/>
              <a:pathLst>
                <a:path w="10815" h="3023" extrusionOk="0">
                  <a:moveTo>
                    <a:pt x="3768" y="1"/>
                  </a:moveTo>
                  <a:cubicBezTo>
                    <a:pt x="2839" y="265"/>
                    <a:pt x="1392" y="690"/>
                    <a:pt x="662" y="1242"/>
                  </a:cubicBezTo>
                  <a:cubicBezTo>
                    <a:pt x="460" y="1394"/>
                    <a:pt x="264" y="1562"/>
                    <a:pt x="146" y="1770"/>
                  </a:cubicBezTo>
                  <a:cubicBezTo>
                    <a:pt x="29" y="1976"/>
                    <a:pt x="0" y="2231"/>
                    <a:pt x="134" y="2433"/>
                  </a:cubicBezTo>
                  <a:cubicBezTo>
                    <a:pt x="314" y="2703"/>
                    <a:pt x="713" y="2798"/>
                    <a:pt x="1077" y="2840"/>
                  </a:cubicBezTo>
                  <a:cubicBezTo>
                    <a:pt x="1354" y="2872"/>
                    <a:pt x="1633" y="2886"/>
                    <a:pt x="1912" y="2886"/>
                  </a:cubicBezTo>
                  <a:cubicBezTo>
                    <a:pt x="2869" y="2886"/>
                    <a:pt x="3827" y="2718"/>
                    <a:pt x="4753" y="2495"/>
                  </a:cubicBezTo>
                  <a:cubicBezTo>
                    <a:pt x="4942" y="2450"/>
                    <a:pt x="5138" y="2397"/>
                    <a:pt x="5282" y="2285"/>
                  </a:cubicBezTo>
                  <a:cubicBezTo>
                    <a:pt x="5427" y="2397"/>
                    <a:pt x="5622" y="2450"/>
                    <a:pt x="5812" y="2495"/>
                  </a:cubicBezTo>
                  <a:cubicBezTo>
                    <a:pt x="6170" y="2583"/>
                    <a:pt x="6532" y="2659"/>
                    <a:pt x="6899" y="2723"/>
                  </a:cubicBezTo>
                  <a:cubicBezTo>
                    <a:pt x="7556" y="2906"/>
                    <a:pt x="8226" y="3022"/>
                    <a:pt x="8899" y="3022"/>
                  </a:cubicBezTo>
                  <a:cubicBezTo>
                    <a:pt x="9072" y="3022"/>
                    <a:pt x="9244" y="3015"/>
                    <a:pt x="9417" y="2999"/>
                  </a:cubicBezTo>
                  <a:cubicBezTo>
                    <a:pt x="9701" y="2972"/>
                    <a:pt x="9985" y="2922"/>
                    <a:pt x="10236" y="2788"/>
                  </a:cubicBezTo>
                  <a:cubicBezTo>
                    <a:pt x="10486" y="2653"/>
                    <a:pt x="10697" y="2427"/>
                    <a:pt x="10756" y="2148"/>
                  </a:cubicBezTo>
                  <a:cubicBezTo>
                    <a:pt x="10815" y="1841"/>
                    <a:pt x="10681" y="1516"/>
                    <a:pt x="10464" y="1289"/>
                  </a:cubicBezTo>
                  <a:cubicBezTo>
                    <a:pt x="10246" y="1061"/>
                    <a:pt x="9960" y="916"/>
                    <a:pt x="9670" y="796"/>
                  </a:cubicBezTo>
                  <a:cubicBezTo>
                    <a:pt x="9302" y="645"/>
                    <a:pt x="8919" y="529"/>
                    <a:pt x="8535" y="429"/>
                  </a:cubicBezTo>
                  <a:cubicBezTo>
                    <a:pt x="8164" y="257"/>
                    <a:pt x="7776" y="114"/>
                    <a:pt x="737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7816811" y="4146955"/>
              <a:ext cx="1976055" cy="545816"/>
            </a:xfrm>
            <a:custGeom>
              <a:avLst/>
              <a:gdLst/>
              <a:ahLst/>
              <a:cxnLst/>
              <a:rect l="l" t="t" r="r" b="b"/>
              <a:pathLst>
                <a:path w="10452" h="2887" extrusionOk="0">
                  <a:moveTo>
                    <a:pt x="4568" y="0"/>
                  </a:moveTo>
                  <a:cubicBezTo>
                    <a:pt x="4102" y="47"/>
                    <a:pt x="3645" y="152"/>
                    <a:pt x="3222" y="312"/>
                  </a:cubicBezTo>
                  <a:cubicBezTo>
                    <a:pt x="3078" y="362"/>
                    <a:pt x="3610" y="459"/>
                    <a:pt x="3610" y="652"/>
                  </a:cubicBezTo>
                  <a:cubicBezTo>
                    <a:pt x="3655" y="974"/>
                    <a:pt x="3090" y="860"/>
                    <a:pt x="2867" y="1056"/>
                  </a:cubicBezTo>
                  <a:cubicBezTo>
                    <a:pt x="2633" y="977"/>
                    <a:pt x="2390" y="929"/>
                    <a:pt x="2145" y="929"/>
                  </a:cubicBezTo>
                  <a:cubicBezTo>
                    <a:pt x="2118" y="929"/>
                    <a:pt x="2091" y="929"/>
                    <a:pt x="2064" y="931"/>
                  </a:cubicBezTo>
                  <a:cubicBezTo>
                    <a:pt x="1752" y="946"/>
                    <a:pt x="1440" y="1048"/>
                    <a:pt x="1200" y="1249"/>
                  </a:cubicBezTo>
                  <a:cubicBezTo>
                    <a:pt x="1287" y="1242"/>
                    <a:pt x="1373" y="1238"/>
                    <a:pt x="1460" y="1238"/>
                  </a:cubicBezTo>
                  <a:cubicBezTo>
                    <a:pt x="1697" y="1238"/>
                    <a:pt x="1934" y="1264"/>
                    <a:pt x="2165" y="1314"/>
                  </a:cubicBezTo>
                  <a:cubicBezTo>
                    <a:pt x="1344" y="1381"/>
                    <a:pt x="507" y="1659"/>
                    <a:pt x="0" y="2244"/>
                  </a:cubicBezTo>
                  <a:cubicBezTo>
                    <a:pt x="14" y="2310"/>
                    <a:pt x="38" y="2375"/>
                    <a:pt x="77" y="2432"/>
                  </a:cubicBezTo>
                  <a:cubicBezTo>
                    <a:pt x="256" y="2702"/>
                    <a:pt x="656" y="2799"/>
                    <a:pt x="1019" y="2840"/>
                  </a:cubicBezTo>
                  <a:cubicBezTo>
                    <a:pt x="1299" y="2871"/>
                    <a:pt x="1580" y="2886"/>
                    <a:pt x="1861" y="2886"/>
                  </a:cubicBezTo>
                  <a:cubicBezTo>
                    <a:pt x="2815" y="2886"/>
                    <a:pt x="3772" y="2718"/>
                    <a:pt x="4696" y="2496"/>
                  </a:cubicBezTo>
                  <a:cubicBezTo>
                    <a:pt x="4884" y="2450"/>
                    <a:pt x="5080" y="2398"/>
                    <a:pt x="5225" y="2286"/>
                  </a:cubicBezTo>
                  <a:cubicBezTo>
                    <a:pt x="5370" y="2398"/>
                    <a:pt x="5564" y="2450"/>
                    <a:pt x="5754" y="2496"/>
                  </a:cubicBezTo>
                  <a:cubicBezTo>
                    <a:pt x="6675" y="2718"/>
                    <a:pt x="7631" y="2887"/>
                    <a:pt x="8586" y="2887"/>
                  </a:cubicBezTo>
                  <a:cubicBezTo>
                    <a:pt x="8868" y="2887"/>
                    <a:pt x="9150" y="2872"/>
                    <a:pt x="9431" y="2840"/>
                  </a:cubicBezTo>
                  <a:cubicBezTo>
                    <a:pt x="9794" y="2799"/>
                    <a:pt x="10194" y="2702"/>
                    <a:pt x="10373" y="2432"/>
                  </a:cubicBezTo>
                  <a:cubicBezTo>
                    <a:pt x="10414" y="2371"/>
                    <a:pt x="10438" y="2303"/>
                    <a:pt x="10451" y="2235"/>
                  </a:cubicBezTo>
                  <a:cubicBezTo>
                    <a:pt x="9789" y="1745"/>
                    <a:pt x="8968" y="1461"/>
                    <a:pt x="8123" y="1304"/>
                  </a:cubicBezTo>
                  <a:cubicBezTo>
                    <a:pt x="8437" y="1209"/>
                    <a:pt x="8765" y="1160"/>
                    <a:pt x="9093" y="1160"/>
                  </a:cubicBezTo>
                  <a:cubicBezTo>
                    <a:pt x="9348" y="1160"/>
                    <a:pt x="9604" y="1189"/>
                    <a:pt x="9853" y="1250"/>
                  </a:cubicBezTo>
                  <a:cubicBezTo>
                    <a:pt x="9601" y="1051"/>
                    <a:pt x="9273" y="964"/>
                    <a:pt x="8952" y="964"/>
                  </a:cubicBezTo>
                  <a:cubicBezTo>
                    <a:pt x="8921" y="964"/>
                    <a:pt x="8890" y="965"/>
                    <a:pt x="8859" y="967"/>
                  </a:cubicBezTo>
                  <a:cubicBezTo>
                    <a:pt x="8508" y="988"/>
                    <a:pt x="8167" y="1104"/>
                    <a:pt x="7849" y="1252"/>
                  </a:cubicBezTo>
                  <a:cubicBezTo>
                    <a:pt x="7846" y="1253"/>
                    <a:pt x="7843" y="1253"/>
                    <a:pt x="7841" y="1255"/>
                  </a:cubicBezTo>
                  <a:cubicBezTo>
                    <a:pt x="7256" y="1167"/>
                    <a:pt x="6670" y="1133"/>
                    <a:pt x="6125" y="1133"/>
                  </a:cubicBezTo>
                  <a:cubicBezTo>
                    <a:pt x="6513" y="938"/>
                    <a:pt x="6900" y="938"/>
                    <a:pt x="7336" y="891"/>
                  </a:cubicBezTo>
                  <a:cubicBezTo>
                    <a:pt x="6997" y="747"/>
                    <a:pt x="6611" y="747"/>
                    <a:pt x="6272" y="747"/>
                  </a:cubicBezTo>
                  <a:cubicBezTo>
                    <a:pt x="6465" y="505"/>
                    <a:pt x="7240" y="456"/>
                    <a:pt x="6950" y="361"/>
                  </a:cubicBezTo>
                  <a:cubicBezTo>
                    <a:pt x="6523" y="164"/>
                    <a:pt x="6063" y="47"/>
                    <a:pt x="559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7816433" y="4146577"/>
              <a:ext cx="997102" cy="545816"/>
            </a:xfrm>
            <a:custGeom>
              <a:avLst/>
              <a:gdLst/>
              <a:ahLst/>
              <a:cxnLst/>
              <a:rect l="l" t="t" r="r" b="b"/>
              <a:pathLst>
                <a:path w="5274" h="2887" extrusionOk="0">
                  <a:moveTo>
                    <a:pt x="4567" y="1"/>
                  </a:moveTo>
                  <a:cubicBezTo>
                    <a:pt x="4102" y="47"/>
                    <a:pt x="3645" y="153"/>
                    <a:pt x="3223" y="313"/>
                  </a:cubicBezTo>
                  <a:cubicBezTo>
                    <a:pt x="3078" y="363"/>
                    <a:pt x="3609" y="458"/>
                    <a:pt x="3609" y="652"/>
                  </a:cubicBezTo>
                  <a:cubicBezTo>
                    <a:pt x="3654" y="975"/>
                    <a:pt x="3089" y="860"/>
                    <a:pt x="2867" y="1056"/>
                  </a:cubicBezTo>
                  <a:cubicBezTo>
                    <a:pt x="2634" y="978"/>
                    <a:pt x="2393" y="929"/>
                    <a:pt x="2151" y="929"/>
                  </a:cubicBezTo>
                  <a:cubicBezTo>
                    <a:pt x="2122" y="929"/>
                    <a:pt x="2092" y="930"/>
                    <a:pt x="2063" y="931"/>
                  </a:cubicBezTo>
                  <a:cubicBezTo>
                    <a:pt x="1753" y="946"/>
                    <a:pt x="1441" y="1047"/>
                    <a:pt x="1201" y="1249"/>
                  </a:cubicBezTo>
                  <a:cubicBezTo>
                    <a:pt x="1287" y="1242"/>
                    <a:pt x="1374" y="1239"/>
                    <a:pt x="1461" y="1239"/>
                  </a:cubicBezTo>
                  <a:cubicBezTo>
                    <a:pt x="1697" y="1239"/>
                    <a:pt x="1934" y="1264"/>
                    <a:pt x="2166" y="1314"/>
                  </a:cubicBezTo>
                  <a:cubicBezTo>
                    <a:pt x="1344" y="1382"/>
                    <a:pt x="507" y="1658"/>
                    <a:pt x="1" y="2244"/>
                  </a:cubicBezTo>
                  <a:cubicBezTo>
                    <a:pt x="13" y="2311"/>
                    <a:pt x="38" y="2374"/>
                    <a:pt x="77" y="2433"/>
                  </a:cubicBezTo>
                  <a:cubicBezTo>
                    <a:pt x="257" y="2703"/>
                    <a:pt x="657" y="2799"/>
                    <a:pt x="1020" y="2840"/>
                  </a:cubicBezTo>
                  <a:cubicBezTo>
                    <a:pt x="1299" y="2872"/>
                    <a:pt x="1580" y="2886"/>
                    <a:pt x="1861" y="2886"/>
                  </a:cubicBezTo>
                  <a:cubicBezTo>
                    <a:pt x="2815" y="2886"/>
                    <a:pt x="3772" y="2718"/>
                    <a:pt x="4695" y="2495"/>
                  </a:cubicBezTo>
                  <a:cubicBezTo>
                    <a:pt x="4874" y="2452"/>
                    <a:pt x="5060" y="2401"/>
                    <a:pt x="5203" y="2302"/>
                  </a:cubicBezTo>
                  <a:cubicBezTo>
                    <a:pt x="5105" y="1528"/>
                    <a:pt x="5099" y="759"/>
                    <a:pt x="5274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8597816" y="4471570"/>
              <a:ext cx="422927" cy="224225"/>
            </a:xfrm>
            <a:custGeom>
              <a:avLst/>
              <a:gdLst/>
              <a:ahLst/>
              <a:cxnLst/>
              <a:rect l="l" t="t" r="r" b="b"/>
              <a:pathLst>
                <a:path w="2237" h="1186" extrusionOk="0">
                  <a:moveTo>
                    <a:pt x="1083" y="1"/>
                  </a:moveTo>
                  <a:cubicBezTo>
                    <a:pt x="1067" y="1"/>
                    <a:pt x="1050" y="2"/>
                    <a:pt x="1034" y="7"/>
                  </a:cubicBezTo>
                  <a:cubicBezTo>
                    <a:pt x="988" y="20"/>
                    <a:pt x="952" y="56"/>
                    <a:pt x="918" y="88"/>
                  </a:cubicBezTo>
                  <a:cubicBezTo>
                    <a:pt x="636" y="366"/>
                    <a:pt x="352" y="645"/>
                    <a:pt x="70" y="922"/>
                  </a:cubicBezTo>
                  <a:cubicBezTo>
                    <a:pt x="37" y="955"/>
                    <a:pt x="1" y="1000"/>
                    <a:pt x="19" y="1044"/>
                  </a:cubicBezTo>
                  <a:cubicBezTo>
                    <a:pt x="37" y="1081"/>
                    <a:pt x="85" y="1090"/>
                    <a:pt x="129" y="1090"/>
                  </a:cubicBezTo>
                  <a:cubicBezTo>
                    <a:pt x="133" y="1090"/>
                    <a:pt x="137" y="1089"/>
                    <a:pt x="141" y="1089"/>
                  </a:cubicBezTo>
                  <a:cubicBezTo>
                    <a:pt x="298" y="1083"/>
                    <a:pt x="454" y="1080"/>
                    <a:pt x="611" y="1080"/>
                  </a:cubicBezTo>
                  <a:cubicBezTo>
                    <a:pt x="1147" y="1080"/>
                    <a:pt x="1682" y="1116"/>
                    <a:pt x="2213" y="1186"/>
                  </a:cubicBezTo>
                  <a:cubicBezTo>
                    <a:pt x="2169" y="819"/>
                    <a:pt x="2180" y="447"/>
                    <a:pt x="2237" y="82"/>
                  </a:cubicBezTo>
                  <a:lnTo>
                    <a:pt x="2237" y="82"/>
                  </a:lnTo>
                  <a:cubicBezTo>
                    <a:pt x="2124" y="95"/>
                    <a:pt x="2010" y="102"/>
                    <a:pt x="1896" y="102"/>
                  </a:cubicBezTo>
                  <a:cubicBezTo>
                    <a:pt x="1660" y="102"/>
                    <a:pt x="1423" y="74"/>
                    <a:pt x="1194" y="19"/>
                  </a:cubicBezTo>
                  <a:cubicBezTo>
                    <a:pt x="1157" y="9"/>
                    <a:pt x="1120" y="1"/>
                    <a:pt x="1083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8149178" y="4365886"/>
              <a:ext cx="659063" cy="344845"/>
            </a:xfrm>
            <a:custGeom>
              <a:avLst/>
              <a:gdLst/>
              <a:ahLst/>
              <a:cxnLst/>
              <a:rect l="l" t="t" r="r" b="b"/>
              <a:pathLst>
                <a:path w="3486" h="1824" extrusionOk="0">
                  <a:moveTo>
                    <a:pt x="2785" y="0"/>
                  </a:moveTo>
                  <a:cubicBezTo>
                    <a:pt x="2748" y="0"/>
                    <a:pt x="2712" y="4"/>
                    <a:pt x="2677" y="11"/>
                  </a:cubicBezTo>
                  <a:cubicBezTo>
                    <a:pt x="2503" y="44"/>
                    <a:pt x="2347" y="137"/>
                    <a:pt x="2176" y="183"/>
                  </a:cubicBezTo>
                  <a:cubicBezTo>
                    <a:pt x="2049" y="217"/>
                    <a:pt x="1918" y="224"/>
                    <a:pt x="1785" y="224"/>
                  </a:cubicBezTo>
                  <a:cubicBezTo>
                    <a:pt x="1684" y="224"/>
                    <a:pt x="1583" y="220"/>
                    <a:pt x="1481" y="220"/>
                  </a:cubicBezTo>
                  <a:cubicBezTo>
                    <a:pt x="1463" y="220"/>
                    <a:pt x="1445" y="220"/>
                    <a:pt x="1427" y="220"/>
                  </a:cubicBezTo>
                  <a:cubicBezTo>
                    <a:pt x="1074" y="225"/>
                    <a:pt x="714" y="311"/>
                    <a:pt x="438" y="531"/>
                  </a:cubicBezTo>
                  <a:cubicBezTo>
                    <a:pt x="165" y="753"/>
                    <a:pt x="0" y="1130"/>
                    <a:pt x="100" y="1467"/>
                  </a:cubicBezTo>
                  <a:cubicBezTo>
                    <a:pt x="135" y="1582"/>
                    <a:pt x="199" y="1691"/>
                    <a:pt x="300" y="1754"/>
                  </a:cubicBezTo>
                  <a:cubicBezTo>
                    <a:pt x="384" y="1807"/>
                    <a:pt x="481" y="1823"/>
                    <a:pt x="582" y="1823"/>
                  </a:cubicBezTo>
                  <a:cubicBezTo>
                    <a:pt x="649" y="1823"/>
                    <a:pt x="717" y="1816"/>
                    <a:pt x="783" y="1808"/>
                  </a:cubicBezTo>
                  <a:cubicBezTo>
                    <a:pt x="1314" y="1751"/>
                    <a:pt x="1844" y="1692"/>
                    <a:pt x="2375" y="1633"/>
                  </a:cubicBezTo>
                  <a:cubicBezTo>
                    <a:pt x="2601" y="1609"/>
                    <a:pt x="2835" y="1581"/>
                    <a:pt x="3033" y="1469"/>
                  </a:cubicBezTo>
                  <a:cubicBezTo>
                    <a:pt x="3221" y="1362"/>
                    <a:pt x="3364" y="1179"/>
                    <a:pt x="3425" y="971"/>
                  </a:cubicBezTo>
                  <a:cubicBezTo>
                    <a:pt x="3485" y="765"/>
                    <a:pt x="3461" y="533"/>
                    <a:pt x="3357" y="343"/>
                  </a:cubicBezTo>
                  <a:lnTo>
                    <a:pt x="3137" y="184"/>
                  </a:lnTo>
                  <a:cubicBezTo>
                    <a:pt x="3077" y="57"/>
                    <a:pt x="2930" y="0"/>
                    <a:pt x="2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8167894" y="4379498"/>
              <a:ext cx="668705" cy="338039"/>
            </a:xfrm>
            <a:custGeom>
              <a:avLst/>
              <a:gdLst/>
              <a:ahLst/>
              <a:cxnLst/>
              <a:rect l="l" t="t" r="r" b="b"/>
              <a:pathLst>
                <a:path w="3537" h="1788" extrusionOk="0">
                  <a:moveTo>
                    <a:pt x="2834" y="0"/>
                  </a:moveTo>
                  <a:cubicBezTo>
                    <a:pt x="2812" y="0"/>
                    <a:pt x="2790" y="3"/>
                    <a:pt x="2768" y="8"/>
                  </a:cubicBezTo>
                  <a:cubicBezTo>
                    <a:pt x="2617" y="46"/>
                    <a:pt x="2527" y="203"/>
                    <a:pt x="2386" y="263"/>
                  </a:cubicBezTo>
                  <a:cubicBezTo>
                    <a:pt x="2336" y="284"/>
                    <a:pt x="2283" y="291"/>
                    <a:pt x="2229" y="291"/>
                  </a:cubicBezTo>
                  <a:cubicBezTo>
                    <a:pt x="2149" y="291"/>
                    <a:pt x="2066" y="275"/>
                    <a:pt x="1987" y="266"/>
                  </a:cubicBezTo>
                  <a:cubicBezTo>
                    <a:pt x="1925" y="259"/>
                    <a:pt x="1864" y="255"/>
                    <a:pt x="1803" y="255"/>
                  </a:cubicBezTo>
                  <a:cubicBezTo>
                    <a:pt x="1283" y="255"/>
                    <a:pt x="781" y="499"/>
                    <a:pt x="310" y="738"/>
                  </a:cubicBezTo>
                  <a:cubicBezTo>
                    <a:pt x="207" y="791"/>
                    <a:pt x="96" y="848"/>
                    <a:pt x="46" y="955"/>
                  </a:cubicBezTo>
                  <a:cubicBezTo>
                    <a:pt x="1" y="1053"/>
                    <a:pt x="20" y="1169"/>
                    <a:pt x="42" y="1275"/>
                  </a:cubicBezTo>
                  <a:cubicBezTo>
                    <a:pt x="67" y="1417"/>
                    <a:pt x="99" y="1569"/>
                    <a:pt x="203" y="1668"/>
                  </a:cubicBezTo>
                  <a:cubicBezTo>
                    <a:pt x="300" y="1761"/>
                    <a:pt x="432" y="1787"/>
                    <a:pt x="570" y="1787"/>
                  </a:cubicBezTo>
                  <a:cubicBezTo>
                    <a:pt x="649" y="1787"/>
                    <a:pt x="730" y="1779"/>
                    <a:pt x="806" y="1769"/>
                  </a:cubicBezTo>
                  <a:cubicBezTo>
                    <a:pt x="1456" y="1689"/>
                    <a:pt x="2110" y="1649"/>
                    <a:pt x="2766" y="1644"/>
                  </a:cubicBezTo>
                  <a:cubicBezTo>
                    <a:pt x="2735" y="1605"/>
                    <a:pt x="2708" y="1557"/>
                    <a:pt x="2685" y="1502"/>
                  </a:cubicBezTo>
                  <a:cubicBezTo>
                    <a:pt x="2540" y="1017"/>
                    <a:pt x="3170" y="920"/>
                    <a:pt x="3460" y="631"/>
                  </a:cubicBezTo>
                  <a:cubicBezTo>
                    <a:pt x="3490" y="572"/>
                    <a:pt x="3519" y="513"/>
                    <a:pt x="3537" y="453"/>
                  </a:cubicBezTo>
                  <a:cubicBezTo>
                    <a:pt x="3406" y="414"/>
                    <a:pt x="3300" y="299"/>
                    <a:pt x="3201" y="198"/>
                  </a:cubicBezTo>
                  <a:cubicBezTo>
                    <a:pt x="3099" y="98"/>
                    <a:pt x="2971" y="0"/>
                    <a:pt x="2834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8359790" y="4563453"/>
              <a:ext cx="387006" cy="117406"/>
            </a:xfrm>
            <a:custGeom>
              <a:avLst/>
              <a:gdLst/>
              <a:ahLst/>
              <a:cxnLst/>
              <a:rect l="l" t="t" r="r" b="b"/>
              <a:pathLst>
                <a:path w="2047" h="621" extrusionOk="0">
                  <a:moveTo>
                    <a:pt x="1611" y="0"/>
                  </a:moveTo>
                  <a:cubicBezTo>
                    <a:pt x="1588" y="0"/>
                    <a:pt x="1566" y="1"/>
                    <a:pt x="1543" y="2"/>
                  </a:cubicBezTo>
                  <a:cubicBezTo>
                    <a:pt x="1276" y="13"/>
                    <a:pt x="1008" y="56"/>
                    <a:pt x="741" y="56"/>
                  </a:cubicBezTo>
                  <a:cubicBezTo>
                    <a:pt x="711" y="56"/>
                    <a:pt x="681" y="56"/>
                    <a:pt x="651" y="54"/>
                  </a:cubicBezTo>
                  <a:cubicBezTo>
                    <a:pt x="585" y="52"/>
                    <a:pt x="519" y="48"/>
                    <a:pt x="454" y="48"/>
                  </a:cubicBezTo>
                  <a:cubicBezTo>
                    <a:pt x="424" y="48"/>
                    <a:pt x="394" y="49"/>
                    <a:pt x="364" y="51"/>
                  </a:cubicBezTo>
                  <a:cubicBezTo>
                    <a:pt x="268" y="61"/>
                    <a:pt x="171" y="91"/>
                    <a:pt x="103" y="157"/>
                  </a:cubicBezTo>
                  <a:cubicBezTo>
                    <a:pt x="34" y="223"/>
                    <a:pt x="1" y="332"/>
                    <a:pt x="38" y="419"/>
                  </a:cubicBezTo>
                  <a:cubicBezTo>
                    <a:pt x="76" y="507"/>
                    <a:pt x="173" y="554"/>
                    <a:pt x="265" y="579"/>
                  </a:cubicBezTo>
                  <a:cubicBezTo>
                    <a:pt x="379" y="611"/>
                    <a:pt x="496" y="621"/>
                    <a:pt x="614" y="621"/>
                  </a:cubicBezTo>
                  <a:cubicBezTo>
                    <a:pt x="807" y="621"/>
                    <a:pt x="1004" y="595"/>
                    <a:pt x="1198" y="595"/>
                  </a:cubicBezTo>
                  <a:cubicBezTo>
                    <a:pt x="1218" y="595"/>
                    <a:pt x="1239" y="595"/>
                    <a:pt x="1260" y="596"/>
                  </a:cubicBezTo>
                  <a:cubicBezTo>
                    <a:pt x="1360" y="599"/>
                    <a:pt x="1463" y="611"/>
                    <a:pt x="1564" y="611"/>
                  </a:cubicBezTo>
                  <a:cubicBezTo>
                    <a:pt x="1574" y="611"/>
                    <a:pt x="1584" y="611"/>
                    <a:pt x="1595" y="611"/>
                  </a:cubicBezTo>
                  <a:cubicBezTo>
                    <a:pt x="1706" y="605"/>
                    <a:pt x="1821" y="579"/>
                    <a:pt x="1910" y="507"/>
                  </a:cubicBezTo>
                  <a:cubicBezTo>
                    <a:pt x="1996" y="436"/>
                    <a:pt x="2047" y="315"/>
                    <a:pt x="2014" y="210"/>
                  </a:cubicBezTo>
                  <a:cubicBezTo>
                    <a:pt x="1985" y="121"/>
                    <a:pt x="1904" y="59"/>
                    <a:pt x="1818" y="29"/>
                  </a:cubicBezTo>
                  <a:cubicBezTo>
                    <a:pt x="1751" y="6"/>
                    <a:pt x="1681" y="0"/>
                    <a:pt x="1611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8923187" y="4333746"/>
              <a:ext cx="958912" cy="431246"/>
            </a:xfrm>
            <a:custGeom>
              <a:avLst/>
              <a:gdLst/>
              <a:ahLst/>
              <a:cxnLst/>
              <a:rect l="l" t="t" r="r" b="b"/>
              <a:pathLst>
                <a:path w="5072" h="2281" extrusionOk="0">
                  <a:moveTo>
                    <a:pt x="3716" y="0"/>
                  </a:moveTo>
                  <a:cubicBezTo>
                    <a:pt x="3524" y="0"/>
                    <a:pt x="3329" y="27"/>
                    <a:pt x="3138" y="63"/>
                  </a:cubicBezTo>
                  <a:cubicBezTo>
                    <a:pt x="2151" y="255"/>
                    <a:pt x="1199" y="697"/>
                    <a:pt x="196" y="697"/>
                  </a:cubicBezTo>
                  <a:cubicBezTo>
                    <a:pt x="173" y="697"/>
                    <a:pt x="150" y="697"/>
                    <a:pt x="127" y="696"/>
                  </a:cubicBezTo>
                  <a:cubicBezTo>
                    <a:pt x="21" y="1185"/>
                    <a:pt x="0" y="1690"/>
                    <a:pt x="62" y="2186"/>
                  </a:cubicBezTo>
                  <a:cubicBezTo>
                    <a:pt x="737" y="2233"/>
                    <a:pt x="1414" y="2280"/>
                    <a:pt x="2089" y="2280"/>
                  </a:cubicBezTo>
                  <a:cubicBezTo>
                    <a:pt x="2609" y="2280"/>
                    <a:pt x="3128" y="2252"/>
                    <a:pt x="3643" y="2174"/>
                  </a:cubicBezTo>
                  <a:cubicBezTo>
                    <a:pt x="3971" y="2126"/>
                    <a:pt x="4299" y="2054"/>
                    <a:pt x="4577" y="1876"/>
                  </a:cubicBezTo>
                  <a:cubicBezTo>
                    <a:pt x="4854" y="1698"/>
                    <a:pt x="5071" y="1392"/>
                    <a:pt x="5061" y="1064"/>
                  </a:cubicBezTo>
                  <a:cubicBezTo>
                    <a:pt x="5058" y="846"/>
                    <a:pt x="4954" y="638"/>
                    <a:pt x="4811" y="470"/>
                  </a:cubicBezTo>
                  <a:cubicBezTo>
                    <a:pt x="4646" y="280"/>
                    <a:pt x="4431" y="139"/>
                    <a:pt x="4191" y="66"/>
                  </a:cubicBezTo>
                  <a:cubicBezTo>
                    <a:pt x="4036" y="19"/>
                    <a:pt x="3877" y="0"/>
                    <a:pt x="371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1"/>
            <p:cNvSpPr/>
            <p:nvPr/>
          </p:nvSpPr>
          <p:spPr>
            <a:xfrm>
              <a:off x="8927914" y="4467978"/>
              <a:ext cx="954375" cy="297013"/>
            </a:xfrm>
            <a:custGeom>
              <a:avLst/>
              <a:gdLst/>
              <a:ahLst/>
              <a:cxnLst/>
              <a:rect l="l" t="t" r="r" b="b"/>
              <a:pathLst>
                <a:path w="5048" h="1571" extrusionOk="0">
                  <a:moveTo>
                    <a:pt x="4945" y="0"/>
                  </a:moveTo>
                  <a:cubicBezTo>
                    <a:pt x="4899" y="160"/>
                    <a:pt x="4823" y="311"/>
                    <a:pt x="4669" y="403"/>
                  </a:cubicBezTo>
                  <a:cubicBezTo>
                    <a:pt x="3410" y="888"/>
                    <a:pt x="2103" y="597"/>
                    <a:pt x="844" y="1033"/>
                  </a:cubicBezTo>
                  <a:cubicBezTo>
                    <a:pt x="834" y="1036"/>
                    <a:pt x="825" y="1037"/>
                    <a:pt x="817" y="1037"/>
                  </a:cubicBezTo>
                  <a:cubicBezTo>
                    <a:pt x="680" y="1037"/>
                    <a:pt x="928" y="647"/>
                    <a:pt x="699" y="647"/>
                  </a:cubicBezTo>
                  <a:cubicBezTo>
                    <a:pt x="603" y="647"/>
                    <a:pt x="505" y="840"/>
                    <a:pt x="554" y="1033"/>
                  </a:cubicBezTo>
                  <a:cubicBezTo>
                    <a:pt x="458" y="936"/>
                    <a:pt x="505" y="838"/>
                    <a:pt x="458" y="742"/>
                  </a:cubicBezTo>
                  <a:cubicBezTo>
                    <a:pt x="394" y="871"/>
                    <a:pt x="311" y="896"/>
                    <a:pt x="218" y="896"/>
                  </a:cubicBezTo>
                  <a:cubicBezTo>
                    <a:pt x="159" y="896"/>
                    <a:pt x="97" y="886"/>
                    <a:pt x="33" y="886"/>
                  </a:cubicBezTo>
                  <a:cubicBezTo>
                    <a:pt x="23" y="886"/>
                    <a:pt x="14" y="886"/>
                    <a:pt x="4" y="887"/>
                  </a:cubicBezTo>
                  <a:cubicBezTo>
                    <a:pt x="1" y="1084"/>
                    <a:pt x="13" y="1280"/>
                    <a:pt x="39" y="1476"/>
                  </a:cubicBezTo>
                  <a:cubicBezTo>
                    <a:pt x="713" y="1523"/>
                    <a:pt x="1390" y="1570"/>
                    <a:pt x="2065" y="1570"/>
                  </a:cubicBezTo>
                  <a:cubicBezTo>
                    <a:pt x="2586" y="1570"/>
                    <a:pt x="3105" y="1542"/>
                    <a:pt x="3620" y="1464"/>
                  </a:cubicBezTo>
                  <a:cubicBezTo>
                    <a:pt x="3947" y="1416"/>
                    <a:pt x="4276" y="1344"/>
                    <a:pt x="4553" y="1166"/>
                  </a:cubicBezTo>
                  <a:cubicBezTo>
                    <a:pt x="4831" y="988"/>
                    <a:pt x="5048" y="682"/>
                    <a:pt x="5037" y="354"/>
                  </a:cubicBezTo>
                  <a:cubicBezTo>
                    <a:pt x="5034" y="232"/>
                    <a:pt x="5001" y="112"/>
                    <a:pt x="494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1"/>
            <p:cNvSpPr/>
            <p:nvPr/>
          </p:nvSpPr>
          <p:spPr>
            <a:xfrm>
              <a:off x="7872394" y="3146452"/>
              <a:ext cx="527477" cy="1175575"/>
            </a:xfrm>
            <a:custGeom>
              <a:avLst/>
              <a:gdLst/>
              <a:ahLst/>
              <a:cxnLst/>
              <a:rect l="l" t="t" r="r" b="b"/>
              <a:pathLst>
                <a:path w="2790" h="6218" extrusionOk="0">
                  <a:moveTo>
                    <a:pt x="2253" y="1"/>
                  </a:moveTo>
                  <a:cubicBezTo>
                    <a:pt x="1933" y="204"/>
                    <a:pt x="1718" y="541"/>
                    <a:pt x="1583" y="894"/>
                  </a:cubicBezTo>
                  <a:cubicBezTo>
                    <a:pt x="1449" y="1248"/>
                    <a:pt x="1387" y="1623"/>
                    <a:pt x="1320" y="1997"/>
                  </a:cubicBezTo>
                  <a:cubicBezTo>
                    <a:pt x="1127" y="3033"/>
                    <a:pt x="890" y="3673"/>
                    <a:pt x="305" y="4550"/>
                  </a:cubicBezTo>
                  <a:cubicBezTo>
                    <a:pt x="180" y="4742"/>
                    <a:pt x="0" y="5357"/>
                    <a:pt x="29" y="5583"/>
                  </a:cubicBezTo>
                  <a:cubicBezTo>
                    <a:pt x="59" y="5820"/>
                    <a:pt x="269" y="5987"/>
                    <a:pt x="477" y="6099"/>
                  </a:cubicBezTo>
                  <a:cubicBezTo>
                    <a:pt x="595" y="6163"/>
                    <a:pt x="732" y="6217"/>
                    <a:pt x="863" y="6217"/>
                  </a:cubicBezTo>
                  <a:cubicBezTo>
                    <a:pt x="924" y="6217"/>
                    <a:pt x="984" y="6206"/>
                    <a:pt x="1041" y="6177"/>
                  </a:cubicBezTo>
                  <a:cubicBezTo>
                    <a:pt x="1169" y="6111"/>
                    <a:pt x="1240" y="5975"/>
                    <a:pt x="1306" y="5847"/>
                  </a:cubicBezTo>
                  <a:cubicBezTo>
                    <a:pt x="1678" y="5113"/>
                    <a:pt x="2054" y="4375"/>
                    <a:pt x="2331" y="3599"/>
                  </a:cubicBezTo>
                  <a:cubicBezTo>
                    <a:pt x="2609" y="2822"/>
                    <a:pt x="2790" y="2002"/>
                    <a:pt x="2757" y="1179"/>
                  </a:cubicBezTo>
                  <a:cubicBezTo>
                    <a:pt x="2743" y="732"/>
                    <a:pt x="2630" y="236"/>
                    <a:pt x="2253" y="1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1"/>
            <p:cNvSpPr/>
            <p:nvPr/>
          </p:nvSpPr>
          <p:spPr>
            <a:xfrm>
              <a:off x="7875798" y="3261779"/>
              <a:ext cx="524074" cy="1060248"/>
            </a:xfrm>
            <a:custGeom>
              <a:avLst/>
              <a:gdLst/>
              <a:ahLst/>
              <a:cxnLst/>
              <a:rect l="l" t="t" r="r" b="b"/>
              <a:pathLst>
                <a:path w="2772" h="5608" extrusionOk="0">
                  <a:moveTo>
                    <a:pt x="2654" y="0"/>
                  </a:moveTo>
                  <a:cubicBezTo>
                    <a:pt x="2381" y="1706"/>
                    <a:pt x="2016" y="3503"/>
                    <a:pt x="600" y="4653"/>
                  </a:cubicBezTo>
                  <a:cubicBezTo>
                    <a:pt x="481" y="4754"/>
                    <a:pt x="335" y="4779"/>
                    <a:pt x="173" y="4779"/>
                  </a:cubicBezTo>
                  <a:cubicBezTo>
                    <a:pt x="125" y="4779"/>
                    <a:pt x="75" y="4777"/>
                    <a:pt x="24" y="4774"/>
                  </a:cubicBezTo>
                  <a:cubicBezTo>
                    <a:pt x="6" y="4837"/>
                    <a:pt x="0" y="4905"/>
                    <a:pt x="8" y="4973"/>
                  </a:cubicBezTo>
                  <a:cubicBezTo>
                    <a:pt x="38" y="5210"/>
                    <a:pt x="249" y="5377"/>
                    <a:pt x="457" y="5489"/>
                  </a:cubicBezTo>
                  <a:cubicBezTo>
                    <a:pt x="575" y="5553"/>
                    <a:pt x="712" y="5607"/>
                    <a:pt x="843" y="5607"/>
                  </a:cubicBezTo>
                  <a:cubicBezTo>
                    <a:pt x="904" y="5607"/>
                    <a:pt x="964" y="5596"/>
                    <a:pt x="1020" y="5567"/>
                  </a:cubicBezTo>
                  <a:cubicBezTo>
                    <a:pt x="1148" y="5501"/>
                    <a:pt x="1220" y="5365"/>
                    <a:pt x="1286" y="5237"/>
                  </a:cubicBezTo>
                  <a:cubicBezTo>
                    <a:pt x="1659" y="4503"/>
                    <a:pt x="2034" y="3765"/>
                    <a:pt x="2312" y="2989"/>
                  </a:cubicBezTo>
                  <a:cubicBezTo>
                    <a:pt x="2592" y="2212"/>
                    <a:pt x="2772" y="1390"/>
                    <a:pt x="2739" y="567"/>
                  </a:cubicBezTo>
                  <a:cubicBezTo>
                    <a:pt x="2733" y="379"/>
                    <a:pt x="2707" y="183"/>
                    <a:pt x="2654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1"/>
            <p:cNvSpPr/>
            <p:nvPr/>
          </p:nvSpPr>
          <p:spPr>
            <a:xfrm>
              <a:off x="8250135" y="3005414"/>
              <a:ext cx="1025083" cy="1204123"/>
            </a:xfrm>
            <a:custGeom>
              <a:avLst/>
              <a:gdLst/>
              <a:ahLst/>
              <a:cxnLst/>
              <a:rect l="l" t="t" r="r" b="b"/>
              <a:pathLst>
                <a:path w="5422" h="6369" extrusionOk="0">
                  <a:moveTo>
                    <a:pt x="3497" y="0"/>
                  </a:moveTo>
                  <a:cubicBezTo>
                    <a:pt x="2291" y="8"/>
                    <a:pt x="1089" y="310"/>
                    <a:pt x="45" y="864"/>
                  </a:cubicBezTo>
                  <a:cubicBezTo>
                    <a:pt x="0" y="2048"/>
                    <a:pt x="430" y="3137"/>
                    <a:pt x="1110" y="4192"/>
                  </a:cubicBezTo>
                  <a:cubicBezTo>
                    <a:pt x="1262" y="4936"/>
                    <a:pt x="1086" y="5420"/>
                    <a:pt x="955" y="6166"/>
                  </a:cubicBezTo>
                  <a:cubicBezTo>
                    <a:pt x="1741" y="6250"/>
                    <a:pt x="2704" y="6368"/>
                    <a:pt x="3619" y="6368"/>
                  </a:cubicBezTo>
                  <a:cubicBezTo>
                    <a:pt x="4226" y="6368"/>
                    <a:pt x="4812" y="6316"/>
                    <a:pt x="5311" y="6166"/>
                  </a:cubicBezTo>
                  <a:cubicBezTo>
                    <a:pt x="5421" y="5105"/>
                    <a:pt x="5068" y="4205"/>
                    <a:pt x="4767" y="3173"/>
                  </a:cubicBezTo>
                  <a:cubicBezTo>
                    <a:pt x="4729" y="2719"/>
                    <a:pt x="4654" y="2271"/>
                    <a:pt x="4503" y="1837"/>
                  </a:cubicBezTo>
                  <a:cubicBezTo>
                    <a:pt x="4277" y="1183"/>
                    <a:pt x="3885" y="589"/>
                    <a:pt x="3497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8875544" y="3047952"/>
              <a:ext cx="399673" cy="1156480"/>
            </a:xfrm>
            <a:custGeom>
              <a:avLst/>
              <a:gdLst/>
              <a:ahLst/>
              <a:cxnLst/>
              <a:rect l="l" t="t" r="r" b="b"/>
              <a:pathLst>
                <a:path w="2114" h="6117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76" y="1185"/>
                    <a:pt x="0" y="2359"/>
                    <a:pt x="878" y="3414"/>
                  </a:cubicBezTo>
                  <a:cubicBezTo>
                    <a:pt x="1217" y="3753"/>
                    <a:pt x="828" y="4284"/>
                    <a:pt x="926" y="4720"/>
                  </a:cubicBezTo>
                  <a:cubicBezTo>
                    <a:pt x="976" y="4961"/>
                    <a:pt x="1362" y="5106"/>
                    <a:pt x="1266" y="5398"/>
                  </a:cubicBezTo>
                  <a:cubicBezTo>
                    <a:pt x="1178" y="5620"/>
                    <a:pt x="1089" y="5864"/>
                    <a:pt x="1023" y="6116"/>
                  </a:cubicBezTo>
                  <a:cubicBezTo>
                    <a:pt x="1371" y="6086"/>
                    <a:pt x="1706" y="6032"/>
                    <a:pt x="2006" y="5943"/>
                  </a:cubicBezTo>
                  <a:cubicBezTo>
                    <a:pt x="2113" y="4880"/>
                    <a:pt x="1760" y="3980"/>
                    <a:pt x="1459" y="2948"/>
                  </a:cubicBezTo>
                  <a:cubicBezTo>
                    <a:pt x="1421" y="2494"/>
                    <a:pt x="1346" y="2046"/>
                    <a:pt x="1195" y="1612"/>
                  </a:cubicBezTo>
                  <a:cubicBezTo>
                    <a:pt x="997" y="1041"/>
                    <a:pt x="673" y="514"/>
                    <a:pt x="335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1"/>
            <p:cNvSpPr/>
            <p:nvPr/>
          </p:nvSpPr>
          <p:spPr>
            <a:xfrm>
              <a:off x="8433901" y="4114437"/>
              <a:ext cx="820331" cy="64659"/>
            </a:xfrm>
            <a:custGeom>
              <a:avLst/>
              <a:gdLst/>
              <a:ahLst/>
              <a:cxnLst/>
              <a:rect l="l" t="t" r="r" b="b"/>
              <a:pathLst>
                <a:path w="4339" h="342" extrusionOk="0">
                  <a:moveTo>
                    <a:pt x="4316" y="0"/>
                  </a:moveTo>
                  <a:cubicBezTo>
                    <a:pt x="3615" y="164"/>
                    <a:pt x="2879" y="245"/>
                    <a:pt x="2132" y="245"/>
                  </a:cubicBezTo>
                  <a:cubicBezTo>
                    <a:pt x="1431" y="245"/>
                    <a:pt x="721" y="173"/>
                    <a:pt x="19" y="30"/>
                  </a:cubicBezTo>
                  <a:lnTo>
                    <a:pt x="1" y="125"/>
                  </a:lnTo>
                  <a:cubicBezTo>
                    <a:pt x="709" y="270"/>
                    <a:pt x="1426" y="341"/>
                    <a:pt x="2133" y="341"/>
                  </a:cubicBezTo>
                  <a:cubicBezTo>
                    <a:pt x="2887" y="341"/>
                    <a:pt x="3629" y="258"/>
                    <a:pt x="4339" y="95"/>
                  </a:cubicBezTo>
                  <a:lnTo>
                    <a:pt x="4316" y="0"/>
                  </a:lnTo>
                  <a:close/>
                </a:path>
              </a:pathLst>
            </a:custGeom>
            <a:solidFill>
              <a:srgbClr val="607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1"/>
            <p:cNvSpPr/>
            <p:nvPr/>
          </p:nvSpPr>
          <p:spPr>
            <a:xfrm>
              <a:off x="8269798" y="3250813"/>
              <a:ext cx="109655" cy="407613"/>
            </a:xfrm>
            <a:custGeom>
              <a:avLst/>
              <a:gdLst/>
              <a:ahLst/>
              <a:cxnLst/>
              <a:rect l="l" t="t" r="r" b="b"/>
              <a:pathLst>
                <a:path w="580" h="2156" extrusionOk="0">
                  <a:moveTo>
                    <a:pt x="0" y="1"/>
                  </a:moveTo>
                  <a:cubicBezTo>
                    <a:pt x="15" y="747"/>
                    <a:pt x="205" y="1492"/>
                    <a:pt x="548" y="2156"/>
                  </a:cubicBezTo>
                  <a:lnTo>
                    <a:pt x="579" y="2140"/>
                  </a:lnTo>
                  <a:cubicBezTo>
                    <a:pt x="240" y="1482"/>
                    <a:pt x="51" y="743"/>
                    <a:pt x="35" y="1"/>
                  </a:cubicBezTo>
                  <a:close/>
                </a:path>
              </a:pathLst>
            </a:custGeom>
            <a:solidFill>
              <a:srgbClr val="607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1"/>
            <p:cNvSpPr/>
            <p:nvPr/>
          </p:nvSpPr>
          <p:spPr>
            <a:xfrm>
              <a:off x="8350337" y="3014489"/>
              <a:ext cx="490044" cy="438430"/>
            </a:xfrm>
            <a:custGeom>
              <a:avLst/>
              <a:gdLst/>
              <a:ahLst/>
              <a:cxnLst/>
              <a:rect l="l" t="t" r="r" b="b"/>
              <a:pathLst>
                <a:path w="2592" h="2319" extrusionOk="0">
                  <a:moveTo>
                    <a:pt x="1960" y="0"/>
                  </a:moveTo>
                  <a:cubicBezTo>
                    <a:pt x="1917" y="0"/>
                    <a:pt x="1873" y="2"/>
                    <a:pt x="1830" y="5"/>
                  </a:cubicBezTo>
                  <a:cubicBezTo>
                    <a:pt x="1409" y="37"/>
                    <a:pt x="993" y="142"/>
                    <a:pt x="609" y="319"/>
                  </a:cubicBezTo>
                  <a:cubicBezTo>
                    <a:pt x="458" y="388"/>
                    <a:pt x="309" y="470"/>
                    <a:pt x="194" y="590"/>
                  </a:cubicBezTo>
                  <a:cubicBezTo>
                    <a:pt x="78" y="711"/>
                    <a:pt x="1" y="874"/>
                    <a:pt x="21" y="1040"/>
                  </a:cubicBezTo>
                  <a:cubicBezTo>
                    <a:pt x="37" y="1190"/>
                    <a:pt x="131" y="1326"/>
                    <a:pt x="254" y="1417"/>
                  </a:cubicBezTo>
                  <a:cubicBezTo>
                    <a:pt x="376" y="1507"/>
                    <a:pt x="526" y="1557"/>
                    <a:pt x="676" y="1583"/>
                  </a:cubicBezTo>
                  <a:cubicBezTo>
                    <a:pt x="780" y="1603"/>
                    <a:pt x="884" y="1612"/>
                    <a:pt x="988" y="1612"/>
                  </a:cubicBezTo>
                  <a:cubicBezTo>
                    <a:pt x="1056" y="1612"/>
                    <a:pt x="1124" y="1608"/>
                    <a:pt x="1192" y="1601"/>
                  </a:cubicBezTo>
                  <a:cubicBezTo>
                    <a:pt x="1259" y="1852"/>
                    <a:pt x="1363" y="2095"/>
                    <a:pt x="1500" y="2318"/>
                  </a:cubicBezTo>
                  <a:cubicBezTo>
                    <a:pt x="1604" y="2281"/>
                    <a:pt x="1705" y="2244"/>
                    <a:pt x="1809" y="2207"/>
                  </a:cubicBezTo>
                  <a:cubicBezTo>
                    <a:pt x="1673" y="2002"/>
                    <a:pt x="1563" y="1777"/>
                    <a:pt x="1483" y="1545"/>
                  </a:cubicBezTo>
                  <a:cubicBezTo>
                    <a:pt x="1682" y="1492"/>
                    <a:pt x="1872" y="1406"/>
                    <a:pt x="2046" y="1294"/>
                  </a:cubicBezTo>
                  <a:cubicBezTo>
                    <a:pt x="2254" y="1159"/>
                    <a:pt x="2444" y="975"/>
                    <a:pt x="2518" y="738"/>
                  </a:cubicBezTo>
                  <a:cubicBezTo>
                    <a:pt x="2591" y="503"/>
                    <a:pt x="2524" y="209"/>
                    <a:pt x="2313" y="81"/>
                  </a:cubicBezTo>
                  <a:cubicBezTo>
                    <a:pt x="2208" y="17"/>
                    <a:pt x="2084" y="0"/>
                    <a:pt x="1960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1"/>
            <p:cNvSpPr/>
            <p:nvPr/>
          </p:nvSpPr>
          <p:spPr>
            <a:xfrm>
              <a:off x="8598383" y="3324735"/>
              <a:ext cx="24956" cy="24200"/>
            </a:xfrm>
            <a:custGeom>
              <a:avLst/>
              <a:gdLst/>
              <a:ahLst/>
              <a:cxnLst/>
              <a:rect l="l" t="t" r="r" b="b"/>
              <a:pathLst>
                <a:path w="132" h="128" extrusionOk="0">
                  <a:moveTo>
                    <a:pt x="66" y="0"/>
                  </a:moveTo>
                  <a:cubicBezTo>
                    <a:pt x="35" y="0"/>
                    <a:pt x="5" y="27"/>
                    <a:pt x="4" y="59"/>
                  </a:cubicBezTo>
                  <a:cubicBezTo>
                    <a:pt x="1" y="92"/>
                    <a:pt x="29" y="125"/>
                    <a:pt x="64" y="127"/>
                  </a:cubicBezTo>
                  <a:cubicBezTo>
                    <a:pt x="65" y="127"/>
                    <a:pt x="66" y="127"/>
                    <a:pt x="67" y="127"/>
                  </a:cubicBezTo>
                  <a:cubicBezTo>
                    <a:pt x="99" y="127"/>
                    <a:pt x="129" y="98"/>
                    <a:pt x="129" y="65"/>
                  </a:cubicBezTo>
                  <a:cubicBezTo>
                    <a:pt x="132" y="35"/>
                    <a:pt x="102" y="2"/>
                    <a:pt x="69" y="0"/>
                  </a:cubicBezTo>
                  <a:cubicBezTo>
                    <a:pt x="68" y="0"/>
                    <a:pt x="67" y="0"/>
                    <a:pt x="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1"/>
            <p:cNvSpPr/>
            <p:nvPr/>
          </p:nvSpPr>
          <p:spPr>
            <a:xfrm>
              <a:off x="8626931" y="3394498"/>
              <a:ext cx="24956" cy="24200"/>
            </a:xfrm>
            <a:custGeom>
              <a:avLst/>
              <a:gdLst/>
              <a:ahLst/>
              <a:cxnLst/>
              <a:rect l="l" t="t" r="r" b="b"/>
              <a:pathLst>
                <a:path w="132" h="128" extrusionOk="0">
                  <a:moveTo>
                    <a:pt x="66" y="1"/>
                  </a:moveTo>
                  <a:cubicBezTo>
                    <a:pt x="35" y="1"/>
                    <a:pt x="5" y="27"/>
                    <a:pt x="4" y="60"/>
                  </a:cubicBezTo>
                  <a:cubicBezTo>
                    <a:pt x="1" y="93"/>
                    <a:pt x="29" y="126"/>
                    <a:pt x="64" y="127"/>
                  </a:cubicBezTo>
                  <a:cubicBezTo>
                    <a:pt x="65" y="127"/>
                    <a:pt x="66" y="127"/>
                    <a:pt x="66" y="127"/>
                  </a:cubicBezTo>
                  <a:cubicBezTo>
                    <a:pt x="99" y="127"/>
                    <a:pt x="129" y="98"/>
                    <a:pt x="129" y="66"/>
                  </a:cubicBezTo>
                  <a:cubicBezTo>
                    <a:pt x="132" y="32"/>
                    <a:pt x="103" y="2"/>
                    <a:pt x="68" y="1"/>
                  </a:cubicBezTo>
                  <a:cubicBezTo>
                    <a:pt x="68" y="1"/>
                    <a:pt x="67" y="1"/>
                    <a:pt x="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1"/>
            <p:cNvSpPr/>
            <p:nvPr/>
          </p:nvSpPr>
          <p:spPr>
            <a:xfrm>
              <a:off x="8360924" y="3033962"/>
              <a:ext cx="429922" cy="256933"/>
            </a:xfrm>
            <a:custGeom>
              <a:avLst/>
              <a:gdLst/>
              <a:ahLst/>
              <a:cxnLst/>
              <a:rect l="l" t="t" r="r" b="b"/>
              <a:pathLst>
                <a:path w="2274" h="1359" extrusionOk="0">
                  <a:moveTo>
                    <a:pt x="1889" y="1"/>
                  </a:moveTo>
                  <a:cubicBezTo>
                    <a:pt x="1855" y="1"/>
                    <a:pt x="1822" y="3"/>
                    <a:pt x="1789" y="6"/>
                  </a:cubicBezTo>
                  <a:cubicBezTo>
                    <a:pt x="1589" y="23"/>
                    <a:pt x="1389" y="61"/>
                    <a:pt x="1193" y="103"/>
                  </a:cubicBezTo>
                  <a:cubicBezTo>
                    <a:pt x="845" y="175"/>
                    <a:pt x="485" y="264"/>
                    <a:pt x="216" y="496"/>
                  </a:cubicBezTo>
                  <a:cubicBezTo>
                    <a:pt x="144" y="558"/>
                    <a:pt x="78" y="634"/>
                    <a:pt x="41" y="723"/>
                  </a:cubicBezTo>
                  <a:cubicBezTo>
                    <a:pt x="5" y="811"/>
                    <a:pt x="1" y="917"/>
                    <a:pt x="47" y="1001"/>
                  </a:cubicBezTo>
                  <a:cubicBezTo>
                    <a:pt x="108" y="1115"/>
                    <a:pt x="243" y="1166"/>
                    <a:pt x="370" y="1205"/>
                  </a:cubicBezTo>
                  <a:cubicBezTo>
                    <a:pt x="584" y="1273"/>
                    <a:pt x="803" y="1335"/>
                    <a:pt x="1028" y="1353"/>
                  </a:cubicBezTo>
                  <a:cubicBezTo>
                    <a:pt x="1073" y="1357"/>
                    <a:pt x="1119" y="1359"/>
                    <a:pt x="1164" y="1359"/>
                  </a:cubicBezTo>
                  <a:cubicBezTo>
                    <a:pt x="1345" y="1359"/>
                    <a:pt x="1526" y="1326"/>
                    <a:pt x="1684" y="1243"/>
                  </a:cubicBezTo>
                  <a:cubicBezTo>
                    <a:pt x="1961" y="1100"/>
                    <a:pt x="2149" y="816"/>
                    <a:pt x="2228" y="513"/>
                  </a:cubicBezTo>
                  <a:cubicBezTo>
                    <a:pt x="2266" y="370"/>
                    <a:pt x="2273" y="198"/>
                    <a:pt x="2171" y="95"/>
                  </a:cubicBezTo>
                  <a:cubicBezTo>
                    <a:pt x="2100" y="22"/>
                    <a:pt x="1995" y="1"/>
                    <a:pt x="1889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1"/>
            <p:cNvSpPr/>
            <p:nvPr/>
          </p:nvSpPr>
          <p:spPr>
            <a:xfrm>
              <a:off x="7786750" y="4339040"/>
              <a:ext cx="1014307" cy="463008"/>
            </a:xfrm>
            <a:custGeom>
              <a:avLst/>
              <a:gdLst/>
              <a:ahLst/>
              <a:cxnLst/>
              <a:rect l="l" t="t" r="r" b="b"/>
              <a:pathLst>
                <a:path w="5365" h="2449" extrusionOk="0">
                  <a:moveTo>
                    <a:pt x="1567" y="1"/>
                  </a:moveTo>
                  <a:cubicBezTo>
                    <a:pt x="1535" y="1"/>
                    <a:pt x="1504" y="1"/>
                    <a:pt x="1472" y="2"/>
                  </a:cubicBezTo>
                  <a:cubicBezTo>
                    <a:pt x="1086" y="11"/>
                    <a:pt x="688" y="124"/>
                    <a:pt x="409" y="379"/>
                  </a:cubicBezTo>
                  <a:cubicBezTo>
                    <a:pt x="130" y="634"/>
                    <a:pt x="1" y="1048"/>
                    <a:pt x="156" y="1383"/>
                  </a:cubicBezTo>
                  <a:cubicBezTo>
                    <a:pt x="284" y="1659"/>
                    <a:pt x="578" y="1840"/>
                    <a:pt x="884" y="1925"/>
                  </a:cubicBezTo>
                  <a:cubicBezTo>
                    <a:pt x="1190" y="2009"/>
                    <a:pt x="1513" y="2008"/>
                    <a:pt x="1831" y="2018"/>
                  </a:cubicBezTo>
                  <a:cubicBezTo>
                    <a:pt x="2786" y="2051"/>
                    <a:pt x="3739" y="2181"/>
                    <a:pt x="4666" y="2407"/>
                  </a:cubicBezTo>
                  <a:cubicBezTo>
                    <a:pt x="4752" y="2428"/>
                    <a:pt x="4844" y="2449"/>
                    <a:pt x="4931" y="2449"/>
                  </a:cubicBezTo>
                  <a:cubicBezTo>
                    <a:pt x="5001" y="2449"/>
                    <a:pt x="5069" y="2436"/>
                    <a:pt x="5128" y="2398"/>
                  </a:cubicBezTo>
                  <a:cubicBezTo>
                    <a:pt x="5254" y="2317"/>
                    <a:pt x="5288" y="2157"/>
                    <a:pt x="5307" y="2014"/>
                  </a:cubicBezTo>
                  <a:cubicBezTo>
                    <a:pt x="5348" y="1670"/>
                    <a:pt x="5364" y="1324"/>
                    <a:pt x="5355" y="982"/>
                  </a:cubicBezTo>
                  <a:cubicBezTo>
                    <a:pt x="5352" y="860"/>
                    <a:pt x="5342" y="727"/>
                    <a:pt x="5262" y="634"/>
                  </a:cubicBezTo>
                  <a:cubicBezTo>
                    <a:pt x="5156" y="510"/>
                    <a:pt x="4979" y="488"/>
                    <a:pt x="4806" y="488"/>
                  </a:cubicBezTo>
                  <a:cubicBezTo>
                    <a:pt x="4765" y="488"/>
                    <a:pt x="4723" y="489"/>
                    <a:pt x="4683" y="491"/>
                  </a:cubicBezTo>
                  <a:cubicBezTo>
                    <a:pt x="4635" y="492"/>
                    <a:pt x="4588" y="493"/>
                    <a:pt x="4541" y="493"/>
                  </a:cubicBezTo>
                  <a:cubicBezTo>
                    <a:pt x="3892" y="493"/>
                    <a:pt x="3259" y="352"/>
                    <a:pt x="2617" y="162"/>
                  </a:cubicBezTo>
                  <a:cubicBezTo>
                    <a:pt x="2278" y="62"/>
                    <a:pt x="1922" y="1"/>
                    <a:pt x="1567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1"/>
            <p:cNvSpPr/>
            <p:nvPr/>
          </p:nvSpPr>
          <p:spPr>
            <a:xfrm>
              <a:off x="7802442" y="4527721"/>
              <a:ext cx="750190" cy="241051"/>
            </a:xfrm>
            <a:custGeom>
              <a:avLst/>
              <a:gdLst/>
              <a:ahLst/>
              <a:cxnLst/>
              <a:rect l="l" t="t" r="r" b="b"/>
              <a:pathLst>
                <a:path w="3968" h="1275" extrusionOk="0">
                  <a:moveTo>
                    <a:pt x="14" y="1"/>
                  </a:moveTo>
                  <a:lnTo>
                    <a:pt x="14" y="1"/>
                  </a:lnTo>
                  <a:cubicBezTo>
                    <a:pt x="1" y="133"/>
                    <a:pt x="19" y="265"/>
                    <a:pt x="76" y="385"/>
                  </a:cubicBezTo>
                  <a:cubicBezTo>
                    <a:pt x="204" y="661"/>
                    <a:pt x="498" y="841"/>
                    <a:pt x="803" y="927"/>
                  </a:cubicBezTo>
                  <a:cubicBezTo>
                    <a:pt x="1109" y="1011"/>
                    <a:pt x="1433" y="1010"/>
                    <a:pt x="1750" y="1020"/>
                  </a:cubicBezTo>
                  <a:cubicBezTo>
                    <a:pt x="2495" y="1046"/>
                    <a:pt x="3237" y="1132"/>
                    <a:pt x="3968" y="1275"/>
                  </a:cubicBezTo>
                  <a:cubicBezTo>
                    <a:pt x="3823" y="978"/>
                    <a:pt x="3795" y="604"/>
                    <a:pt x="3846" y="281"/>
                  </a:cubicBezTo>
                  <a:lnTo>
                    <a:pt x="3846" y="281"/>
                  </a:lnTo>
                  <a:cubicBezTo>
                    <a:pt x="3507" y="426"/>
                    <a:pt x="3796" y="1008"/>
                    <a:pt x="3507" y="1008"/>
                  </a:cubicBezTo>
                  <a:cubicBezTo>
                    <a:pt x="3265" y="958"/>
                    <a:pt x="3312" y="572"/>
                    <a:pt x="3312" y="281"/>
                  </a:cubicBezTo>
                  <a:lnTo>
                    <a:pt x="3312" y="281"/>
                  </a:lnTo>
                  <a:cubicBezTo>
                    <a:pt x="3023" y="378"/>
                    <a:pt x="3216" y="765"/>
                    <a:pt x="3071" y="765"/>
                  </a:cubicBezTo>
                  <a:cubicBezTo>
                    <a:pt x="2974" y="765"/>
                    <a:pt x="2974" y="524"/>
                    <a:pt x="2974" y="379"/>
                  </a:cubicBezTo>
                  <a:cubicBezTo>
                    <a:pt x="2510" y="379"/>
                    <a:pt x="2031" y="435"/>
                    <a:pt x="1552" y="435"/>
                  </a:cubicBezTo>
                  <a:cubicBezTo>
                    <a:pt x="1135" y="435"/>
                    <a:pt x="719" y="392"/>
                    <a:pt x="313" y="234"/>
                  </a:cubicBezTo>
                  <a:cubicBezTo>
                    <a:pt x="192" y="174"/>
                    <a:pt x="91" y="96"/>
                    <a:pt x="1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1"/>
            <p:cNvSpPr/>
            <p:nvPr/>
          </p:nvSpPr>
          <p:spPr>
            <a:xfrm>
              <a:off x="8539964" y="4452286"/>
              <a:ext cx="257311" cy="327452"/>
            </a:xfrm>
            <a:custGeom>
              <a:avLst/>
              <a:gdLst/>
              <a:ahLst/>
              <a:cxnLst/>
              <a:rect l="l" t="t" r="r" b="b"/>
              <a:pathLst>
                <a:path w="1361" h="1732" extrusionOk="0">
                  <a:moveTo>
                    <a:pt x="1069" y="0"/>
                  </a:moveTo>
                  <a:cubicBezTo>
                    <a:pt x="1050" y="0"/>
                    <a:pt x="1032" y="2"/>
                    <a:pt x="1014" y="6"/>
                  </a:cubicBezTo>
                  <a:cubicBezTo>
                    <a:pt x="949" y="20"/>
                    <a:pt x="890" y="51"/>
                    <a:pt x="841" y="89"/>
                  </a:cubicBezTo>
                  <a:cubicBezTo>
                    <a:pt x="741" y="160"/>
                    <a:pt x="663" y="253"/>
                    <a:pt x="583" y="345"/>
                  </a:cubicBezTo>
                  <a:cubicBezTo>
                    <a:pt x="436" y="517"/>
                    <a:pt x="289" y="688"/>
                    <a:pt x="141" y="860"/>
                  </a:cubicBezTo>
                  <a:cubicBezTo>
                    <a:pt x="99" y="909"/>
                    <a:pt x="55" y="958"/>
                    <a:pt x="37" y="1019"/>
                  </a:cubicBezTo>
                  <a:cubicBezTo>
                    <a:pt x="1" y="1133"/>
                    <a:pt x="58" y="1258"/>
                    <a:pt x="133" y="1348"/>
                  </a:cubicBezTo>
                  <a:cubicBezTo>
                    <a:pt x="239" y="1475"/>
                    <a:pt x="385" y="1562"/>
                    <a:pt x="540" y="1621"/>
                  </a:cubicBezTo>
                  <a:cubicBezTo>
                    <a:pt x="694" y="1678"/>
                    <a:pt x="860" y="1706"/>
                    <a:pt x="1025" y="1727"/>
                  </a:cubicBezTo>
                  <a:cubicBezTo>
                    <a:pt x="1041" y="1729"/>
                    <a:pt x="1058" y="1731"/>
                    <a:pt x="1075" y="1731"/>
                  </a:cubicBezTo>
                  <a:cubicBezTo>
                    <a:pt x="1099" y="1731"/>
                    <a:pt x="1123" y="1727"/>
                    <a:pt x="1144" y="1713"/>
                  </a:cubicBezTo>
                  <a:cubicBezTo>
                    <a:pt x="1177" y="1690"/>
                    <a:pt x="1192" y="1648"/>
                    <a:pt x="1204" y="1608"/>
                  </a:cubicBezTo>
                  <a:cubicBezTo>
                    <a:pt x="1325" y="1182"/>
                    <a:pt x="1361" y="733"/>
                    <a:pt x="1305" y="296"/>
                  </a:cubicBezTo>
                  <a:cubicBezTo>
                    <a:pt x="1294" y="202"/>
                    <a:pt x="1273" y="100"/>
                    <a:pt x="1198" y="42"/>
                  </a:cubicBezTo>
                  <a:cubicBezTo>
                    <a:pt x="1161" y="13"/>
                    <a:pt x="1115" y="0"/>
                    <a:pt x="1069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1"/>
            <p:cNvSpPr/>
            <p:nvPr/>
          </p:nvSpPr>
          <p:spPr>
            <a:xfrm>
              <a:off x="8619558" y="4478187"/>
              <a:ext cx="336338" cy="265818"/>
            </a:xfrm>
            <a:custGeom>
              <a:avLst/>
              <a:gdLst/>
              <a:ahLst/>
              <a:cxnLst/>
              <a:rect l="l" t="t" r="r" b="b"/>
              <a:pathLst>
                <a:path w="1779" h="1406" extrusionOk="0">
                  <a:moveTo>
                    <a:pt x="665" y="0"/>
                  </a:moveTo>
                  <a:cubicBezTo>
                    <a:pt x="648" y="0"/>
                    <a:pt x="630" y="2"/>
                    <a:pt x="613" y="5"/>
                  </a:cubicBezTo>
                  <a:cubicBezTo>
                    <a:pt x="533" y="17"/>
                    <a:pt x="460" y="67"/>
                    <a:pt x="397" y="118"/>
                  </a:cubicBezTo>
                  <a:cubicBezTo>
                    <a:pt x="233" y="248"/>
                    <a:pt x="91" y="415"/>
                    <a:pt x="31" y="617"/>
                  </a:cubicBezTo>
                  <a:cubicBezTo>
                    <a:pt x="9" y="688"/>
                    <a:pt x="0" y="769"/>
                    <a:pt x="43" y="831"/>
                  </a:cubicBezTo>
                  <a:cubicBezTo>
                    <a:pt x="115" y="941"/>
                    <a:pt x="299" y="920"/>
                    <a:pt x="382" y="1024"/>
                  </a:cubicBezTo>
                  <a:cubicBezTo>
                    <a:pt x="453" y="1116"/>
                    <a:pt x="414" y="1265"/>
                    <a:pt x="495" y="1350"/>
                  </a:cubicBezTo>
                  <a:cubicBezTo>
                    <a:pt x="534" y="1392"/>
                    <a:pt x="593" y="1406"/>
                    <a:pt x="654" y="1406"/>
                  </a:cubicBezTo>
                  <a:cubicBezTo>
                    <a:pt x="679" y="1406"/>
                    <a:pt x="704" y="1403"/>
                    <a:pt x="729" y="1400"/>
                  </a:cubicBezTo>
                  <a:cubicBezTo>
                    <a:pt x="914" y="1368"/>
                    <a:pt x="1085" y="1276"/>
                    <a:pt x="1244" y="1180"/>
                  </a:cubicBezTo>
                  <a:cubicBezTo>
                    <a:pt x="1409" y="1078"/>
                    <a:pt x="1575" y="962"/>
                    <a:pt x="1671" y="797"/>
                  </a:cubicBezTo>
                  <a:cubicBezTo>
                    <a:pt x="1766" y="631"/>
                    <a:pt x="1778" y="398"/>
                    <a:pt x="1649" y="255"/>
                  </a:cubicBezTo>
                  <a:cubicBezTo>
                    <a:pt x="1543" y="138"/>
                    <a:pt x="1373" y="109"/>
                    <a:pt x="1216" y="82"/>
                  </a:cubicBezTo>
                  <a:cubicBezTo>
                    <a:pt x="1072" y="59"/>
                    <a:pt x="932" y="37"/>
                    <a:pt x="789" y="14"/>
                  </a:cubicBezTo>
                  <a:cubicBezTo>
                    <a:pt x="748" y="8"/>
                    <a:pt x="706" y="0"/>
                    <a:pt x="66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1"/>
            <p:cNvSpPr/>
            <p:nvPr/>
          </p:nvSpPr>
          <p:spPr>
            <a:xfrm>
              <a:off x="8542232" y="4474028"/>
              <a:ext cx="481725" cy="330855"/>
            </a:xfrm>
            <a:custGeom>
              <a:avLst/>
              <a:gdLst/>
              <a:ahLst/>
              <a:cxnLst/>
              <a:rect l="l" t="t" r="r" b="b"/>
              <a:pathLst>
                <a:path w="2548" h="1750" extrusionOk="0">
                  <a:moveTo>
                    <a:pt x="1798" y="0"/>
                  </a:moveTo>
                  <a:cubicBezTo>
                    <a:pt x="1724" y="0"/>
                    <a:pt x="1648" y="11"/>
                    <a:pt x="1576" y="30"/>
                  </a:cubicBezTo>
                  <a:cubicBezTo>
                    <a:pt x="1436" y="68"/>
                    <a:pt x="1307" y="134"/>
                    <a:pt x="1178" y="200"/>
                  </a:cubicBezTo>
                  <a:cubicBezTo>
                    <a:pt x="1095" y="244"/>
                    <a:pt x="1011" y="285"/>
                    <a:pt x="927" y="324"/>
                  </a:cubicBezTo>
                  <a:cubicBezTo>
                    <a:pt x="779" y="392"/>
                    <a:pt x="627" y="451"/>
                    <a:pt x="485" y="530"/>
                  </a:cubicBezTo>
                  <a:cubicBezTo>
                    <a:pt x="343" y="609"/>
                    <a:pt x="212" y="713"/>
                    <a:pt x="127" y="850"/>
                  </a:cubicBezTo>
                  <a:cubicBezTo>
                    <a:pt x="16" y="1031"/>
                    <a:pt x="1" y="1274"/>
                    <a:pt x="115" y="1452"/>
                  </a:cubicBezTo>
                  <a:cubicBezTo>
                    <a:pt x="233" y="1628"/>
                    <a:pt x="453" y="1710"/>
                    <a:pt x="664" y="1737"/>
                  </a:cubicBezTo>
                  <a:cubicBezTo>
                    <a:pt x="735" y="1746"/>
                    <a:pt x="806" y="1750"/>
                    <a:pt x="877" y="1750"/>
                  </a:cubicBezTo>
                  <a:cubicBezTo>
                    <a:pt x="1301" y="1750"/>
                    <a:pt x="1718" y="1601"/>
                    <a:pt x="2106" y="1420"/>
                  </a:cubicBezTo>
                  <a:cubicBezTo>
                    <a:pt x="2254" y="1349"/>
                    <a:pt x="2404" y="1271"/>
                    <a:pt x="2480" y="1129"/>
                  </a:cubicBezTo>
                  <a:cubicBezTo>
                    <a:pt x="2548" y="1001"/>
                    <a:pt x="2537" y="847"/>
                    <a:pt x="2510" y="705"/>
                  </a:cubicBezTo>
                  <a:cubicBezTo>
                    <a:pt x="2459" y="451"/>
                    <a:pt x="2336" y="191"/>
                    <a:pt x="2106" y="71"/>
                  </a:cubicBezTo>
                  <a:cubicBezTo>
                    <a:pt x="2012" y="22"/>
                    <a:pt x="1906" y="0"/>
                    <a:pt x="1798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1"/>
            <p:cNvSpPr/>
            <p:nvPr/>
          </p:nvSpPr>
          <p:spPr>
            <a:xfrm>
              <a:off x="8549984" y="4491422"/>
              <a:ext cx="483615" cy="357323"/>
            </a:xfrm>
            <a:custGeom>
              <a:avLst/>
              <a:gdLst/>
              <a:ahLst/>
              <a:cxnLst/>
              <a:rect l="l" t="t" r="r" b="b"/>
              <a:pathLst>
                <a:path w="2558" h="1890" extrusionOk="0">
                  <a:moveTo>
                    <a:pt x="2185" y="0"/>
                  </a:moveTo>
                  <a:cubicBezTo>
                    <a:pt x="2104" y="0"/>
                    <a:pt x="2022" y="27"/>
                    <a:pt x="1950" y="63"/>
                  </a:cubicBezTo>
                  <a:cubicBezTo>
                    <a:pt x="1840" y="117"/>
                    <a:pt x="1742" y="193"/>
                    <a:pt x="1629" y="239"/>
                  </a:cubicBezTo>
                  <a:cubicBezTo>
                    <a:pt x="1380" y="343"/>
                    <a:pt x="1092" y="289"/>
                    <a:pt x="825" y="334"/>
                  </a:cubicBezTo>
                  <a:cubicBezTo>
                    <a:pt x="527" y="386"/>
                    <a:pt x="249" y="571"/>
                    <a:pt x="126" y="840"/>
                  </a:cubicBezTo>
                  <a:cubicBezTo>
                    <a:pt x="0" y="1107"/>
                    <a:pt x="46" y="1446"/>
                    <a:pt x="257" y="1655"/>
                  </a:cubicBezTo>
                  <a:cubicBezTo>
                    <a:pt x="408" y="1806"/>
                    <a:pt x="629" y="1882"/>
                    <a:pt x="845" y="1889"/>
                  </a:cubicBezTo>
                  <a:cubicBezTo>
                    <a:pt x="859" y="1890"/>
                    <a:pt x="873" y="1890"/>
                    <a:pt x="886" y="1890"/>
                  </a:cubicBezTo>
                  <a:cubicBezTo>
                    <a:pt x="1090" y="1890"/>
                    <a:pt x="1292" y="1839"/>
                    <a:pt x="1481" y="1767"/>
                  </a:cubicBezTo>
                  <a:cubicBezTo>
                    <a:pt x="1756" y="1663"/>
                    <a:pt x="1983" y="1580"/>
                    <a:pt x="2208" y="1399"/>
                  </a:cubicBezTo>
                  <a:cubicBezTo>
                    <a:pt x="2314" y="1315"/>
                    <a:pt x="2403" y="1132"/>
                    <a:pt x="2458" y="1013"/>
                  </a:cubicBezTo>
                  <a:cubicBezTo>
                    <a:pt x="2540" y="843"/>
                    <a:pt x="2558" y="671"/>
                    <a:pt x="2538" y="485"/>
                  </a:cubicBezTo>
                  <a:cubicBezTo>
                    <a:pt x="2528" y="395"/>
                    <a:pt x="2517" y="304"/>
                    <a:pt x="2484" y="221"/>
                  </a:cubicBezTo>
                  <a:cubicBezTo>
                    <a:pt x="2449" y="138"/>
                    <a:pt x="2389" y="59"/>
                    <a:pt x="2305" y="24"/>
                  </a:cubicBezTo>
                  <a:cubicBezTo>
                    <a:pt x="2266" y="7"/>
                    <a:pt x="2226" y="0"/>
                    <a:pt x="2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1"/>
            <p:cNvSpPr/>
            <p:nvPr/>
          </p:nvSpPr>
          <p:spPr>
            <a:xfrm>
              <a:off x="8611050" y="4501442"/>
              <a:ext cx="428599" cy="347492"/>
            </a:xfrm>
            <a:custGeom>
              <a:avLst/>
              <a:gdLst/>
              <a:ahLst/>
              <a:cxnLst/>
              <a:rect l="l" t="t" r="r" b="b"/>
              <a:pathLst>
                <a:path w="2267" h="1838" extrusionOk="0">
                  <a:moveTo>
                    <a:pt x="1936" y="1"/>
                  </a:moveTo>
                  <a:cubicBezTo>
                    <a:pt x="1897" y="1"/>
                    <a:pt x="1859" y="13"/>
                    <a:pt x="1846" y="46"/>
                  </a:cubicBezTo>
                  <a:cubicBezTo>
                    <a:pt x="1779" y="203"/>
                    <a:pt x="1700" y="386"/>
                    <a:pt x="1413" y="386"/>
                  </a:cubicBezTo>
                  <a:cubicBezTo>
                    <a:pt x="1361" y="386"/>
                    <a:pt x="1303" y="381"/>
                    <a:pt x="1237" y="367"/>
                  </a:cubicBezTo>
                  <a:cubicBezTo>
                    <a:pt x="1204" y="361"/>
                    <a:pt x="1172" y="359"/>
                    <a:pt x="1139" y="359"/>
                  </a:cubicBezTo>
                  <a:cubicBezTo>
                    <a:pt x="946" y="359"/>
                    <a:pt x="756" y="458"/>
                    <a:pt x="579" y="551"/>
                  </a:cubicBezTo>
                  <a:cubicBezTo>
                    <a:pt x="371" y="658"/>
                    <a:pt x="181" y="823"/>
                    <a:pt x="91" y="1046"/>
                  </a:cubicBezTo>
                  <a:cubicBezTo>
                    <a:pt x="0" y="1271"/>
                    <a:pt x="36" y="1559"/>
                    <a:pt x="217" y="1712"/>
                  </a:cubicBezTo>
                  <a:cubicBezTo>
                    <a:pt x="327" y="1807"/>
                    <a:pt x="470" y="1837"/>
                    <a:pt x="615" y="1837"/>
                  </a:cubicBezTo>
                  <a:cubicBezTo>
                    <a:pt x="679" y="1837"/>
                    <a:pt x="742" y="1831"/>
                    <a:pt x="804" y="1823"/>
                  </a:cubicBezTo>
                  <a:cubicBezTo>
                    <a:pt x="1203" y="1768"/>
                    <a:pt x="1605" y="1605"/>
                    <a:pt x="1877" y="1293"/>
                  </a:cubicBezTo>
                  <a:cubicBezTo>
                    <a:pt x="2149" y="980"/>
                    <a:pt x="2267" y="500"/>
                    <a:pt x="2095" y="117"/>
                  </a:cubicBezTo>
                  <a:cubicBezTo>
                    <a:pt x="2075" y="75"/>
                    <a:pt x="2051" y="33"/>
                    <a:pt x="2010" y="15"/>
                  </a:cubicBezTo>
                  <a:cubicBezTo>
                    <a:pt x="1989" y="6"/>
                    <a:pt x="1962" y="1"/>
                    <a:pt x="1936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1"/>
            <p:cNvSpPr/>
            <p:nvPr/>
          </p:nvSpPr>
          <p:spPr>
            <a:xfrm>
              <a:off x="8617478" y="4513731"/>
              <a:ext cx="415932" cy="322536"/>
            </a:xfrm>
            <a:custGeom>
              <a:avLst/>
              <a:gdLst/>
              <a:ahLst/>
              <a:cxnLst/>
              <a:rect l="l" t="t" r="r" b="b"/>
              <a:pathLst>
                <a:path w="2200" h="1706" extrusionOk="0">
                  <a:moveTo>
                    <a:pt x="1881" y="1"/>
                  </a:moveTo>
                  <a:cubicBezTo>
                    <a:pt x="1843" y="1"/>
                    <a:pt x="1807" y="12"/>
                    <a:pt x="1795" y="43"/>
                  </a:cubicBezTo>
                  <a:cubicBezTo>
                    <a:pt x="1731" y="190"/>
                    <a:pt x="1654" y="358"/>
                    <a:pt x="1375" y="358"/>
                  </a:cubicBezTo>
                  <a:cubicBezTo>
                    <a:pt x="1324" y="358"/>
                    <a:pt x="1266" y="352"/>
                    <a:pt x="1201" y="340"/>
                  </a:cubicBezTo>
                  <a:cubicBezTo>
                    <a:pt x="1169" y="334"/>
                    <a:pt x="1137" y="331"/>
                    <a:pt x="1105" y="331"/>
                  </a:cubicBezTo>
                  <a:cubicBezTo>
                    <a:pt x="918" y="331"/>
                    <a:pt x="733" y="425"/>
                    <a:pt x="560" y="510"/>
                  </a:cubicBezTo>
                  <a:cubicBezTo>
                    <a:pt x="358" y="610"/>
                    <a:pt x="174" y="762"/>
                    <a:pt x="87" y="970"/>
                  </a:cubicBezTo>
                  <a:cubicBezTo>
                    <a:pt x="1" y="1177"/>
                    <a:pt x="32" y="1447"/>
                    <a:pt x="207" y="1589"/>
                  </a:cubicBezTo>
                  <a:cubicBezTo>
                    <a:pt x="316" y="1677"/>
                    <a:pt x="456" y="1705"/>
                    <a:pt x="598" y="1705"/>
                  </a:cubicBezTo>
                  <a:cubicBezTo>
                    <a:pt x="659" y="1705"/>
                    <a:pt x="720" y="1700"/>
                    <a:pt x="779" y="1693"/>
                  </a:cubicBezTo>
                  <a:cubicBezTo>
                    <a:pt x="1169" y="1641"/>
                    <a:pt x="1557" y="1491"/>
                    <a:pt x="1822" y="1200"/>
                  </a:cubicBezTo>
                  <a:cubicBezTo>
                    <a:pt x="2086" y="910"/>
                    <a:pt x="2199" y="465"/>
                    <a:pt x="2033" y="109"/>
                  </a:cubicBezTo>
                  <a:cubicBezTo>
                    <a:pt x="2015" y="69"/>
                    <a:pt x="1993" y="29"/>
                    <a:pt x="1954" y="14"/>
                  </a:cubicBezTo>
                  <a:cubicBezTo>
                    <a:pt x="1933" y="6"/>
                    <a:pt x="1907" y="1"/>
                    <a:pt x="188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1"/>
            <p:cNvSpPr/>
            <p:nvPr/>
          </p:nvSpPr>
          <p:spPr>
            <a:xfrm>
              <a:off x="8616722" y="4643425"/>
              <a:ext cx="56907" cy="181876"/>
            </a:xfrm>
            <a:custGeom>
              <a:avLst/>
              <a:gdLst/>
              <a:ahLst/>
              <a:cxnLst/>
              <a:rect l="l" t="t" r="r" b="b"/>
              <a:pathLst>
                <a:path w="301" h="962" extrusionOk="0">
                  <a:moveTo>
                    <a:pt x="299" y="1"/>
                  </a:moveTo>
                  <a:lnTo>
                    <a:pt x="299" y="2"/>
                  </a:lnTo>
                  <a:lnTo>
                    <a:pt x="299" y="2"/>
                  </a:lnTo>
                  <a:cubicBezTo>
                    <a:pt x="299" y="2"/>
                    <a:pt x="300" y="1"/>
                    <a:pt x="300" y="1"/>
                  </a:cubicBezTo>
                  <a:close/>
                  <a:moveTo>
                    <a:pt x="299" y="2"/>
                  </a:moveTo>
                  <a:cubicBezTo>
                    <a:pt x="209" y="82"/>
                    <a:pt x="134" y="178"/>
                    <a:pt x="88" y="287"/>
                  </a:cubicBezTo>
                  <a:cubicBezTo>
                    <a:pt x="0" y="496"/>
                    <a:pt x="36" y="762"/>
                    <a:pt x="210" y="904"/>
                  </a:cubicBezTo>
                  <a:cubicBezTo>
                    <a:pt x="239" y="927"/>
                    <a:pt x="269" y="946"/>
                    <a:pt x="299" y="961"/>
                  </a:cubicBezTo>
                  <a:lnTo>
                    <a:pt x="299" y="2"/>
                  </a:ln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1"/>
            <p:cNvSpPr/>
            <p:nvPr/>
          </p:nvSpPr>
          <p:spPr>
            <a:xfrm>
              <a:off x="8709550" y="4612798"/>
              <a:ext cx="9642" cy="223091"/>
            </a:xfrm>
            <a:custGeom>
              <a:avLst/>
              <a:gdLst/>
              <a:ahLst/>
              <a:cxnLst/>
              <a:rect l="l" t="t" r="r" b="b"/>
              <a:pathLst>
                <a:path w="51" h="1180" extrusionOk="0">
                  <a:moveTo>
                    <a:pt x="51" y="0"/>
                  </a:moveTo>
                  <a:cubicBezTo>
                    <a:pt x="34" y="8"/>
                    <a:pt x="19" y="17"/>
                    <a:pt x="1" y="26"/>
                  </a:cubicBezTo>
                  <a:lnTo>
                    <a:pt x="1" y="1176"/>
                  </a:lnTo>
                  <a:cubicBezTo>
                    <a:pt x="16" y="1178"/>
                    <a:pt x="34" y="1178"/>
                    <a:pt x="51" y="1179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1"/>
            <p:cNvSpPr/>
            <p:nvPr/>
          </p:nvSpPr>
          <p:spPr>
            <a:xfrm>
              <a:off x="8767213" y="4577066"/>
              <a:ext cx="57474" cy="256743"/>
            </a:xfrm>
            <a:custGeom>
              <a:avLst/>
              <a:gdLst/>
              <a:ahLst/>
              <a:cxnLst/>
              <a:rect l="l" t="t" r="r" b="b"/>
              <a:pathLst>
                <a:path w="304" h="1358" extrusionOk="0">
                  <a:moveTo>
                    <a:pt x="304" y="1"/>
                  </a:moveTo>
                  <a:cubicBezTo>
                    <a:pt x="201" y="2"/>
                    <a:pt x="100" y="31"/>
                    <a:pt x="0" y="70"/>
                  </a:cubicBezTo>
                  <a:lnTo>
                    <a:pt x="0" y="1358"/>
                  </a:lnTo>
                  <a:cubicBezTo>
                    <a:pt x="102" y="1344"/>
                    <a:pt x="204" y="1323"/>
                    <a:pt x="304" y="1294"/>
                  </a:cubicBezTo>
                  <a:lnTo>
                    <a:pt x="304" y="1"/>
                  </a:ln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1"/>
            <p:cNvSpPr/>
            <p:nvPr/>
          </p:nvSpPr>
          <p:spPr>
            <a:xfrm>
              <a:off x="8831304" y="4577066"/>
              <a:ext cx="38946" cy="242564"/>
            </a:xfrm>
            <a:custGeom>
              <a:avLst/>
              <a:gdLst/>
              <a:ahLst/>
              <a:cxnLst/>
              <a:rect l="l" t="t" r="r" b="b"/>
              <a:pathLst>
                <a:path w="206" h="1283" extrusionOk="0">
                  <a:moveTo>
                    <a:pt x="1" y="1"/>
                  </a:moveTo>
                  <a:lnTo>
                    <a:pt x="1" y="1282"/>
                  </a:lnTo>
                  <a:cubicBezTo>
                    <a:pt x="70" y="1261"/>
                    <a:pt x="139" y="1234"/>
                    <a:pt x="206" y="1204"/>
                  </a:cubicBezTo>
                  <a:lnTo>
                    <a:pt x="206" y="25"/>
                  </a:lnTo>
                  <a:cubicBezTo>
                    <a:pt x="164" y="23"/>
                    <a:pt x="117" y="17"/>
                    <a:pt x="66" y="8"/>
                  </a:cubicBezTo>
                  <a:cubicBezTo>
                    <a:pt x="43" y="4"/>
                    <a:pt x="20" y="2"/>
                    <a:pt x="1" y="1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1"/>
            <p:cNvSpPr/>
            <p:nvPr/>
          </p:nvSpPr>
          <p:spPr>
            <a:xfrm>
              <a:off x="8908819" y="4567423"/>
              <a:ext cx="16259" cy="216852"/>
            </a:xfrm>
            <a:custGeom>
              <a:avLst/>
              <a:gdLst/>
              <a:ahLst/>
              <a:cxnLst/>
              <a:rect l="l" t="t" r="r" b="b"/>
              <a:pathLst>
                <a:path w="86" h="1147" extrusionOk="0">
                  <a:moveTo>
                    <a:pt x="85" y="0"/>
                  </a:moveTo>
                  <a:cubicBezTo>
                    <a:pt x="61" y="18"/>
                    <a:pt x="33" y="33"/>
                    <a:pt x="1" y="47"/>
                  </a:cubicBezTo>
                  <a:lnTo>
                    <a:pt x="1" y="1146"/>
                  </a:lnTo>
                  <a:cubicBezTo>
                    <a:pt x="30" y="1127"/>
                    <a:pt x="58" y="1109"/>
                    <a:pt x="85" y="1088"/>
                  </a:cubicBezTo>
                  <a:lnTo>
                    <a:pt x="85" y="0"/>
                  </a:ln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1"/>
            <p:cNvSpPr/>
            <p:nvPr/>
          </p:nvSpPr>
          <p:spPr>
            <a:xfrm>
              <a:off x="8943984" y="4514109"/>
              <a:ext cx="89425" cy="244833"/>
            </a:xfrm>
            <a:custGeom>
              <a:avLst/>
              <a:gdLst/>
              <a:ahLst/>
              <a:cxnLst/>
              <a:rect l="l" t="t" r="r" b="b"/>
              <a:pathLst>
                <a:path w="473" h="1295" extrusionOk="0">
                  <a:moveTo>
                    <a:pt x="152" y="0"/>
                  </a:moveTo>
                  <a:cubicBezTo>
                    <a:pt x="114" y="0"/>
                    <a:pt x="78" y="12"/>
                    <a:pt x="65" y="43"/>
                  </a:cubicBezTo>
                  <a:cubicBezTo>
                    <a:pt x="47" y="86"/>
                    <a:pt x="26" y="132"/>
                    <a:pt x="0" y="174"/>
                  </a:cubicBezTo>
                  <a:lnTo>
                    <a:pt x="0" y="1294"/>
                  </a:lnTo>
                  <a:cubicBezTo>
                    <a:pt x="34" y="1264"/>
                    <a:pt x="65" y="1234"/>
                    <a:pt x="98" y="1199"/>
                  </a:cubicBezTo>
                  <a:cubicBezTo>
                    <a:pt x="359" y="910"/>
                    <a:pt x="472" y="465"/>
                    <a:pt x="305" y="109"/>
                  </a:cubicBezTo>
                  <a:cubicBezTo>
                    <a:pt x="287" y="68"/>
                    <a:pt x="263" y="29"/>
                    <a:pt x="224" y="14"/>
                  </a:cubicBezTo>
                  <a:cubicBezTo>
                    <a:pt x="204" y="5"/>
                    <a:pt x="177" y="0"/>
                    <a:pt x="152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1"/>
            <p:cNvSpPr/>
            <p:nvPr/>
          </p:nvSpPr>
          <p:spPr>
            <a:xfrm>
              <a:off x="9470893" y="4086645"/>
              <a:ext cx="200782" cy="375851"/>
            </a:xfrm>
            <a:custGeom>
              <a:avLst/>
              <a:gdLst/>
              <a:ahLst/>
              <a:cxnLst/>
              <a:rect l="l" t="t" r="r" b="b"/>
              <a:pathLst>
                <a:path w="1062" h="1988" extrusionOk="0">
                  <a:moveTo>
                    <a:pt x="813" y="1"/>
                  </a:moveTo>
                  <a:cubicBezTo>
                    <a:pt x="628" y="54"/>
                    <a:pt x="434" y="83"/>
                    <a:pt x="240" y="83"/>
                  </a:cubicBezTo>
                  <a:cubicBezTo>
                    <a:pt x="231" y="83"/>
                    <a:pt x="221" y="83"/>
                    <a:pt x="211" y="82"/>
                  </a:cubicBezTo>
                  <a:lnTo>
                    <a:pt x="199" y="465"/>
                  </a:lnTo>
                  <a:cubicBezTo>
                    <a:pt x="223" y="545"/>
                    <a:pt x="204" y="630"/>
                    <a:pt x="172" y="707"/>
                  </a:cubicBezTo>
                  <a:cubicBezTo>
                    <a:pt x="140" y="782"/>
                    <a:pt x="98" y="856"/>
                    <a:pt x="75" y="936"/>
                  </a:cubicBezTo>
                  <a:cubicBezTo>
                    <a:pt x="26" y="1120"/>
                    <a:pt x="93" y="1331"/>
                    <a:pt x="0" y="1498"/>
                  </a:cubicBezTo>
                  <a:cubicBezTo>
                    <a:pt x="133" y="1482"/>
                    <a:pt x="247" y="1375"/>
                    <a:pt x="271" y="1245"/>
                  </a:cubicBezTo>
                  <a:cubicBezTo>
                    <a:pt x="285" y="1179"/>
                    <a:pt x="290" y="1091"/>
                    <a:pt x="353" y="1073"/>
                  </a:cubicBezTo>
                  <a:cubicBezTo>
                    <a:pt x="360" y="1071"/>
                    <a:pt x="367" y="1070"/>
                    <a:pt x="374" y="1070"/>
                  </a:cubicBezTo>
                  <a:cubicBezTo>
                    <a:pt x="413" y="1070"/>
                    <a:pt x="450" y="1099"/>
                    <a:pt x="480" y="1129"/>
                  </a:cubicBezTo>
                  <a:cubicBezTo>
                    <a:pt x="670" y="1329"/>
                    <a:pt x="762" y="1617"/>
                    <a:pt x="727" y="1890"/>
                  </a:cubicBezTo>
                  <a:cubicBezTo>
                    <a:pt x="722" y="1921"/>
                    <a:pt x="719" y="1957"/>
                    <a:pt x="743" y="1978"/>
                  </a:cubicBezTo>
                  <a:cubicBezTo>
                    <a:pt x="751" y="1985"/>
                    <a:pt x="761" y="1988"/>
                    <a:pt x="770" y="1988"/>
                  </a:cubicBezTo>
                  <a:cubicBezTo>
                    <a:pt x="793" y="1988"/>
                    <a:pt x="818" y="1972"/>
                    <a:pt x="829" y="1951"/>
                  </a:cubicBezTo>
                  <a:cubicBezTo>
                    <a:pt x="847" y="1921"/>
                    <a:pt x="843" y="1886"/>
                    <a:pt x="840" y="1850"/>
                  </a:cubicBezTo>
                  <a:lnTo>
                    <a:pt x="840" y="1850"/>
                  </a:lnTo>
                  <a:cubicBezTo>
                    <a:pt x="846" y="1859"/>
                    <a:pt x="858" y="1864"/>
                    <a:pt x="870" y="1864"/>
                  </a:cubicBezTo>
                  <a:cubicBezTo>
                    <a:pt x="879" y="1864"/>
                    <a:pt x="887" y="1862"/>
                    <a:pt x="894" y="1857"/>
                  </a:cubicBezTo>
                  <a:cubicBezTo>
                    <a:pt x="911" y="1845"/>
                    <a:pt x="923" y="1827"/>
                    <a:pt x="930" y="1807"/>
                  </a:cubicBezTo>
                  <a:cubicBezTo>
                    <a:pt x="1062" y="1530"/>
                    <a:pt x="1048" y="1207"/>
                    <a:pt x="992" y="903"/>
                  </a:cubicBezTo>
                  <a:cubicBezTo>
                    <a:pt x="935" y="601"/>
                    <a:pt x="838" y="306"/>
                    <a:pt x="813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/>
            <p:nvPr/>
          </p:nvSpPr>
          <p:spPr>
            <a:xfrm>
              <a:off x="9489988" y="4033709"/>
              <a:ext cx="158243" cy="159189"/>
            </a:xfrm>
            <a:custGeom>
              <a:avLst/>
              <a:gdLst/>
              <a:ahLst/>
              <a:cxnLst/>
              <a:rect l="l" t="t" r="r" b="b"/>
              <a:pathLst>
                <a:path w="837" h="842" extrusionOk="0">
                  <a:moveTo>
                    <a:pt x="740" y="0"/>
                  </a:moveTo>
                  <a:cubicBezTo>
                    <a:pt x="493" y="61"/>
                    <a:pt x="246" y="121"/>
                    <a:pt x="0" y="184"/>
                  </a:cubicBezTo>
                  <a:cubicBezTo>
                    <a:pt x="35" y="403"/>
                    <a:pt x="71" y="623"/>
                    <a:pt x="106" y="842"/>
                  </a:cubicBezTo>
                  <a:cubicBezTo>
                    <a:pt x="347" y="785"/>
                    <a:pt x="591" y="745"/>
                    <a:pt x="837" y="727"/>
                  </a:cubicBezTo>
                  <a:cubicBezTo>
                    <a:pt x="810" y="432"/>
                    <a:pt x="766" y="298"/>
                    <a:pt x="740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1"/>
            <p:cNvSpPr/>
            <p:nvPr/>
          </p:nvSpPr>
          <p:spPr>
            <a:xfrm>
              <a:off x="8852668" y="3006359"/>
              <a:ext cx="797644" cy="1137007"/>
            </a:xfrm>
            <a:custGeom>
              <a:avLst/>
              <a:gdLst/>
              <a:ahLst/>
              <a:cxnLst/>
              <a:rect l="l" t="t" r="r" b="b"/>
              <a:pathLst>
                <a:path w="4219" h="6014" extrusionOk="0">
                  <a:moveTo>
                    <a:pt x="208" y="1"/>
                  </a:moveTo>
                  <a:cubicBezTo>
                    <a:pt x="178" y="1"/>
                    <a:pt x="150" y="3"/>
                    <a:pt x="121" y="8"/>
                  </a:cubicBezTo>
                  <a:cubicBezTo>
                    <a:pt x="1" y="802"/>
                    <a:pt x="360" y="1508"/>
                    <a:pt x="782" y="2206"/>
                  </a:cubicBezTo>
                  <a:cubicBezTo>
                    <a:pt x="928" y="2324"/>
                    <a:pt x="1074" y="2438"/>
                    <a:pt x="1215" y="2553"/>
                  </a:cubicBezTo>
                  <a:cubicBezTo>
                    <a:pt x="2267" y="3437"/>
                    <a:pt x="3021" y="4675"/>
                    <a:pt x="3321" y="6014"/>
                  </a:cubicBezTo>
                  <a:cubicBezTo>
                    <a:pt x="3561" y="5956"/>
                    <a:pt x="3979" y="5854"/>
                    <a:pt x="4218" y="5798"/>
                  </a:cubicBezTo>
                  <a:cubicBezTo>
                    <a:pt x="4098" y="3563"/>
                    <a:pt x="2688" y="1463"/>
                    <a:pt x="818" y="234"/>
                  </a:cubicBezTo>
                  <a:cubicBezTo>
                    <a:pt x="637" y="112"/>
                    <a:pt x="415" y="1"/>
                    <a:pt x="208" y="1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1"/>
            <p:cNvSpPr/>
            <p:nvPr/>
          </p:nvSpPr>
          <p:spPr>
            <a:xfrm>
              <a:off x="8926023" y="3286545"/>
              <a:ext cx="635431" cy="856820"/>
            </a:xfrm>
            <a:custGeom>
              <a:avLst/>
              <a:gdLst/>
              <a:ahLst/>
              <a:cxnLst/>
              <a:rect l="l" t="t" r="r" b="b"/>
              <a:pathLst>
                <a:path w="3361" h="4532" extrusionOk="0">
                  <a:moveTo>
                    <a:pt x="0" y="0"/>
                  </a:moveTo>
                  <a:lnTo>
                    <a:pt x="0" y="0"/>
                  </a:lnTo>
                  <a:cubicBezTo>
                    <a:pt x="113" y="246"/>
                    <a:pt x="251" y="484"/>
                    <a:pt x="395" y="724"/>
                  </a:cubicBezTo>
                  <a:cubicBezTo>
                    <a:pt x="542" y="842"/>
                    <a:pt x="688" y="956"/>
                    <a:pt x="828" y="1071"/>
                  </a:cubicBezTo>
                  <a:cubicBezTo>
                    <a:pt x="1879" y="1955"/>
                    <a:pt x="2633" y="3193"/>
                    <a:pt x="2933" y="4532"/>
                  </a:cubicBezTo>
                  <a:cubicBezTo>
                    <a:pt x="3048" y="4504"/>
                    <a:pt x="3203" y="4467"/>
                    <a:pt x="3360" y="4429"/>
                  </a:cubicBezTo>
                  <a:cubicBezTo>
                    <a:pt x="3108" y="3226"/>
                    <a:pt x="2523" y="2093"/>
                    <a:pt x="1594" y="1210"/>
                  </a:cubicBezTo>
                  <a:cubicBezTo>
                    <a:pt x="1155" y="795"/>
                    <a:pt x="506" y="438"/>
                    <a:pt x="0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1"/>
            <p:cNvSpPr/>
            <p:nvPr/>
          </p:nvSpPr>
          <p:spPr>
            <a:xfrm>
              <a:off x="8887455" y="3081038"/>
              <a:ext cx="248236" cy="464142"/>
            </a:xfrm>
            <a:custGeom>
              <a:avLst/>
              <a:gdLst/>
              <a:ahLst/>
              <a:cxnLst/>
              <a:rect l="l" t="t" r="r" b="b"/>
              <a:pathLst>
                <a:path w="1313" h="2455" extrusionOk="0">
                  <a:moveTo>
                    <a:pt x="192" y="0"/>
                  </a:moveTo>
                  <a:lnTo>
                    <a:pt x="192" y="0"/>
                  </a:lnTo>
                  <a:cubicBezTo>
                    <a:pt x="51" y="585"/>
                    <a:pt x="7" y="1476"/>
                    <a:pt x="1290" y="2455"/>
                  </a:cubicBezTo>
                  <a:lnTo>
                    <a:pt x="1313" y="2426"/>
                  </a:lnTo>
                  <a:cubicBezTo>
                    <a:pt x="336" y="1681"/>
                    <a:pt x="1" y="935"/>
                    <a:pt x="229" y="9"/>
                  </a:cubicBezTo>
                  <a:lnTo>
                    <a:pt x="192" y="0"/>
                  </a:lnTo>
                  <a:close/>
                </a:path>
              </a:pathLst>
            </a:custGeom>
            <a:solidFill>
              <a:srgbClr val="607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1"/>
            <p:cNvSpPr/>
            <p:nvPr/>
          </p:nvSpPr>
          <p:spPr>
            <a:xfrm>
              <a:off x="8387203" y="2897083"/>
              <a:ext cx="253340" cy="372826"/>
            </a:xfrm>
            <a:custGeom>
              <a:avLst/>
              <a:gdLst/>
              <a:ahLst/>
              <a:cxnLst/>
              <a:rect l="l" t="t" r="r" b="b"/>
              <a:pathLst>
                <a:path w="1340" h="1972" extrusionOk="0">
                  <a:moveTo>
                    <a:pt x="950" y="0"/>
                  </a:moveTo>
                  <a:cubicBezTo>
                    <a:pt x="619" y="127"/>
                    <a:pt x="305" y="279"/>
                    <a:pt x="0" y="450"/>
                  </a:cubicBezTo>
                  <a:cubicBezTo>
                    <a:pt x="126" y="685"/>
                    <a:pt x="216" y="940"/>
                    <a:pt x="269" y="1199"/>
                  </a:cubicBezTo>
                  <a:cubicBezTo>
                    <a:pt x="231" y="1225"/>
                    <a:pt x="193" y="1254"/>
                    <a:pt x="159" y="1284"/>
                  </a:cubicBezTo>
                  <a:cubicBezTo>
                    <a:pt x="112" y="1327"/>
                    <a:pt x="67" y="1376"/>
                    <a:pt x="40" y="1434"/>
                  </a:cubicBezTo>
                  <a:cubicBezTo>
                    <a:pt x="12" y="1493"/>
                    <a:pt x="2" y="1561"/>
                    <a:pt x="22" y="1623"/>
                  </a:cubicBezTo>
                  <a:cubicBezTo>
                    <a:pt x="43" y="1694"/>
                    <a:pt x="97" y="1747"/>
                    <a:pt x="156" y="1789"/>
                  </a:cubicBezTo>
                  <a:cubicBezTo>
                    <a:pt x="302" y="1897"/>
                    <a:pt x="483" y="1955"/>
                    <a:pt x="665" y="1968"/>
                  </a:cubicBezTo>
                  <a:cubicBezTo>
                    <a:pt x="696" y="1971"/>
                    <a:pt x="727" y="1972"/>
                    <a:pt x="757" y="1972"/>
                  </a:cubicBezTo>
                  <a:cubicBezTo>
                    <a:pt x="910" y="1972"/>
                    <a:pt x="1061" y="1944"/>
                    <a:pt x="1207" y="1900"/>
                  </a:cubicBezTo>
                  <a:cubicBezTo>
                    <a:pt x="1250" y="1887"/>
                    <a:pt x="1296" y="1872"/>
                    <a:pt x="1339" y="1855"/>
                  </a:cubicBezTo>
                  <a:cubicBezTo>
                    <a:pt x="1336" y="1207"/>
                    <a:pt x="1261" y="573"/>
                    <a:pt x="950" y="0"/>
                  </a:cubicBezTo>
                  <a:close/>
                </a:path>
              </a:pathLst>
            </a:custGeom>
            <a:solidFill>
              <a:srgbClr val="D7BC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1"/>
            <p:cNvSpPr/>
            <p:nvPr/>
          </p:nvSpPr>
          <p:spPr>
            <a:xfrm>
              <a:off x="8566999" y="2893302"/>
              <a:ext cx="199836" cy="354298"/>
            </a:xfrm>
            <a:custGeom>
              <a:avLst/>
              <a:gdLst/>
              <a:ahLst/>
              <a:cxnLst/>
              <a:rect l="l" t="t" r="r" b="b"/>
              <a:pathLst>
                <a:path w="1057" h="1874" extrusionOk="0">
                  <a:moveTo>
                    <a:pt x="48" y="1"/>
                  </a:moveTo>
                  <a:cubicBezTo>
                    <a:pt x="33" y="7"/>
                    <a:pt x="16" y="13"/>
                    <a:pt x="1" y="20"/>
                  </a:cubicBezTo>
                  <a:cubicBezTo>
                    <a:pt x="312" y="592"/>
                    <a:pt x="387" y="1227"/>
                    <a:pt x="387" y="1874"/>
                  </a:cubicBezTo>
                  <a:cubicBezTo>
                    <a:pt x="535" y="1816"/>
                    <a:pt x="673" y="1738"/>
                    <a:pt x="791" y="1631"/>
                  </a:cubicBezTo>
                  <a:cubicBezTo>
                    <a:pt x="940" y="1491"/>
                    <a:pt x="1047" y="1301"/>
                    <a:pt x="1055" y="1097"/>
                  </a:cubicBezTo>
                  <a:cubicBezTo>
                    <a:pt x="1056" y="1002"/>
                    <a:pt x="1037" y="897"/>
                    <a:pt x="961" y="841"/>
                  </a:cubicBezTo>
                  <a:cubicBezTo>
                    <a:pt x="907" y="800"/>
                    <a:pt x="839" y="792"/>
                    <a:pt x="772" y="792"/>
                  </a:cubicBezTo>
                  <a:cubicBezTo>
                    <a:pt x="758" y="792"/>
                    <a:pt x="745" y="792"/>
                    <a:pt x="732" y="792"/>
                  </a:cubicBezTo>
                  <a:cubicBezTo>
                    <a:pt x="681" y="796"/>
                    <a:pt x="631" y="800"/>
                    <a:pt x="580" y="809"/>
                  </a:cubicBezTo>
                  <a:cubicBezTo>
                    <a:pt x="304" y="602"/>
                    <a:pt x="194" y="369"/>
                    <a:pt x="48" y="1"/>
                  </a:cubicBezTo>
                  <a:close/>
                </a:path>
              </a:pathLst>
            </a:custGeom>
            <a:solidFill>
              <a:srgbClr val="FFE1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1"/>
            <p:cNvSpPr/>
            <p:nvPr/>
          </p:nvSpPr>
          <p:spPr>
            <a:xfrm>
              <a:off x="8387393" y="2898406"/>
              <a:ext cx="193787" cy="207966"/>
            </a:xfrm>
            <a:custGeom>
              <a:avLst/>
              <a:gdLst/>
              <a:ahLst/>
              <a:cxnLst/>
              <a:rect l="l" t="t" r="r" b="b"/>
              <a:pathLst>
                <a:path w="1025" h="1100" extrusionOk="0">
                  <a:moveTo>
                    <a:pt x="934" y="1"/>
                  </a:moveTo>
                  <a:lnTo>
                    <a:pt x="934" y="1"/>
                  </a:lnTo>
                  <a:cubicBezTo>
                    <a:pt x="609" y="126"/>
                    <a:pt x="301" y="278"/>
                    <a:pt x="1" y="443"/>
                  </a:cubicBezTo>
                  <a:cubicBezTo>
                    <a:pt x="87" y="603"/>
                    <a:pt x="156" y="772"/>
                    <a:pt x="208" y="948"/>
                  </a:cubicBezTo>
                  <a:cubicBezTo>
                    <a:pt x="356" y="1013"/>
                    <a:pt x="546" y="1099"/>
                    <a:pt x="692" y="1099"/>
                  </a:cubicBezTo>
                  <a:cubicBezTo>
                    <a:pt x="787" y="1099"/>
                    <a:pt x="863" y="1063"/>
                    <a:pt x="897" y="960"/>
                  </a:cubicBezTo>
                  <a:cubicBezTo>
                    <a:pt x="1025" y="640"/>
                    <a:pt x="1004" y="319"/>
                    <a:pt x="93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1"/>
            <p:cNvSpPr/>
            <p:nvPr/>
          </p:nvSpPr>
          <p:spPr>
            <a:xfrm>
              <a:off x="8186800" y="2609334"/>
              <a:ext cx="418012" cy="473595"/>
            </a:xfrm>
            <a:custGeom>
              <a:avLst/>
              <a:gdLst/>
              <a:ahLst/>
              <a:cxnLst/>
              <a:rect l="l" t="t" r="r" b="b"/>
              <a:pathLst>
                <a:path w="2211" h="2505" extrusionOk="0">
                  <a:moveTo>
                    <a:pt x="1125" y="1"/>
                  </a:moveTo>
                  <a:cubicBezTo>
                    <a:pt x="997" y="1"/>
                    <a:pt x="870" y="48"/>
                    <a:pt x="750" y="97"/>
                  </a:cubicBezTo>
                  <a:cubicBezTo>
                    <a:pt x="564" y="174"/>
                    <a:pt x="380" y="265"/>
                    <a:pt x="237" y="408"/>
                  </a:cubicBezTo>
                  <a:cubicBezTo>
                    <a:pt x="95" y="550"/>
                    <a:pt x="0" y="755"/>
                    <a:pt x="35" y="952"/>
                  </a:cubicBezTo>
                  <a:cubicBezTo>
                    <a:pt x="35" y="952"/>
                    <a:pt x="347" y="1598"/>
                    <a:pt x="506" y="1845"/>
                  </a:cubicBezTo>
                  <a:cubicBezTo>
                    <a:pt x="601" y="1991"/>
                    <a:pt x="697" y="2139"/>
                    <a:pt x="822" y="2257"/>
                  </a:cubicBezTo>
                  <a:cubicBezTo>
                    <a:pt x="968" y="2393"/>
                    <a:pt x="1158" y="2489"/>
                    <a:pt x="1356" y="2503"/>
                  </a:cubicBezTo>
                  <a:cubicBezTo>
                    <a:pt x="1372" y="2504"/>
                    <a:pt x="1388" y="2504"/>
                    <a:pt x="1404" y="2504"/>
                  </a:cubicBezTo>
                  <a:cubicBezTo>
                    <a:pt x="1587" y="2504"/>
                    <a:pt x="1774" y="2433"/>
                    <a:pt x="1897" y="2298"/>
                  </a:cubicBezTo>
                  <a:cubicBezTo>
                    <a:pt x="2001" y="2181"/>
                    <a:pt x="2056" y="2029"/>
                    <a:pt x="2087" y="1877"/>
                  </a:cubicBezTo>
                  <a:cubicBezTo>
                    <a:pt x="2211" y="1293"/>
                    <a:pt x="2016" y="649"/>
                    <a:pt x="1588" y="232"/>
                  </a:cubicBezTo>
                  <a:cubicBezTo>
                    <a:pt x="1477" y="125"/>
                    <a:pt x="1345" y="27"/>
                    <a:pt x="1193" y="5"/>
                  </a:cubicBezTo>
                  <a:cubicBezTo>
                    <a:pt x="1170" y="2"/>
                    <a:pt x="1148" y="1"/>
                    <a:pt x="1125" y="1"/>
                  </a:cubicBezTo>
                  <a:close/>
                </a:path>
              </a:pathLst>
            </a:custGeom>
            <a:solidFill>
              <a:srgbClr val="FFE1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1"/>
            <p:cNvSpPr/>
            <p:nvPr/>
          </p:nvSpPr>
          <p:spPr>
            <a:xfrm>
              <a:off x="8042548" y="2551482"/>
              <a:ext cx="549030" cy="297580"/>
            </a:xfrm>
            <a:custGeom>
              <a:avLst/>
              <a:gdLst/>
              <a:ahLst/>
              <a:cxnLst/>
              <a:rect l="l" t="t" r="r" b="b"/>
              <a:pathLst>
                <a:path w="2904" h="1574" extrusionOk="0">
                  <a:moveTo>
                    <a:pt x="1430" y="1"/>
                  </a:moveTo>
                  <a:cubicBezTo>
                    <a:pt x="1193" y="1"/>
                    <a:pt x="955" y="81"/>
                    <a:pt x="771" y="232"/>
                  </a:cubicBezTo>
                  <a:cubicBezTo>
                    <a:pt x="650" y="333"/>
                    <a:pt x="555" y="456"/>
                    <a:pt x="432" y="554"/>
                  </a:cubicBezTo>
                  <a:cubicBezTo>
                    <a:pt x="335" y="633"/>
                    <a:pt x="212" y="693"/>
                    <a:pt x="91" y="693"/>
                  </a:cubicBezTo>
                  <a:cubicBezTo>
                    <a:pt x="60" y="693"/>
                    <a:pt x="30" y="689"/>
                    <a:pt x="0" y="681"/>
                  </a:cubicBezTo>
                  <a:lnTo>
                    <a:pt x="0" y="681"/>
                  </a:lnTo>
                  <a:cubicBezTo>
                    <a:pt x="24" y="894"/>
                    <a:pt x="195" y="1081"/>
                    <a:pt x="401" y="1127"/>
                  </a:cubicBezTo>
                  <a:cubicBezTo>
                    <a:pt x="340" y="1126"/>
                    <a:pt x="276" y="1124"/>
                    <a:pt x="213" y="1121"/>
                  </a:cubicBezTo>
                  <a:lnTo>
                    <a:pt x="213" y="1121"/>
                  </a:lnTo>
                  <a:cubicBezTo>
                    <a:pt x="287" y="1287"/>
                    <a:pt x="436" y="1418"/>
                    <a:pt x="611" y="1468"/>
                  </a:cubicBezTo>
                  <a:cubicBezTo>
                    <a:pt x="666" y="1484"/>
                    <a:pt x="724" y="1492"/>
                    <a:pt x="782" y="1492"/>
                  </a:cubicBezTo>
                  <a:cubicBezTo>
                    <a:pt x="906" y="1492"/>
                    <a:pt x="1030" y="1455"/>
                    <a:pt x="1131" y="1385"/>
                  </a:cubicBezTo>
                  <a:lnTo>
                    <a:pt x="1131" y="1385"/>
                  </a:lnTo>
                  <a:cubicBezTo>
                    <a:pt x="1109" y="1445"/>
                    <a:pt x="1054" y="1495"/>
                    <a:pt x="993" y="1513"/>
                  </a:cubicBezTo>
                  <a:cubicBezTo>
                    <a:pt x="1192" y="1503"/>
                    <a:pt x="1385" y="1390"/>
                    <a:pt x="1496" y="1222"/>
                  </a:cubicBezTo>
                  <a:cubicBezTo>
                    <a:pt x="1560" y="1124"/>
                    <a:pt x="1597" y="1007"/>
                    <a:pt x="1680" y="924"/>
                  </a:cubicBezTo>
                  <a:cubicBezTo>
                    <a:pt x="1716" y="888"/>
                    <a:pt x="1768" y="862"/>
                    <a:pt x="1817" y="853"/>
                  </a:cubicBezTo>
                  <a:cubicBezTo>
                    <a:pt x="1861" y="826"/>
                    <a:pt x="1909" y="805"/>
                    <a:pt x="1964" y="797"/>
                  </a:cubicBezTo>
                  <a:cubicBezTo>
                    <a:pt x="2057" y="891"/>
                    <a:pt x="2170" y="946"/>
                    <a:pt x="2351" y="989"/>
                  </a:cubicBezTo>
                  <a:cubicBezTo>
                    <a:pt x="2463" y="1013"/>
                    <a:pt x="2556" y="1090"/>
                    <a:pt x="2606" y="1192"/>
                  </a:cubicBezTo>
                  <a:cubicBezTo>
                    <a:pt x="2627" y="1231"/>
                    <a:pt x="2647" y="1277"/>
                    <a:pt x="2672" y="1366"/>
                  </a:cubicBezTo>
                  <a:cubicBezTo>
                    <a:pt x="2742" y="1450"/>
                    <a:pt x="2798" y="1557"/>
                    <a:pt x="2903" y="1574"/>
                  </a:cubicBezTo>
                  <a:cubicBezTo>
                    <a:pt x="2873" y="1052"/>
                    <a:pt x="2635" y="473"/>
                    <a:pt x="2217" y="156"/>
                  </a:cubicBezTo>
                  <a:cubicBezTo>
                    <a:pt x="2158" y="111"/>
                    <a:pt x="2067" y="98"/>
                    <a:pt x="1972" y="98"/>
                  </a:cubicBezTo>
                  <a:cubicBezTo>
                    <a:pt x="1938" y="98"/>
                    <a:pt x="1904" y="99"/>
                    <a:pt x="1870" y="102"/>
                  </a:cubicBezTo>
                  <a:cubicBezTo>
                    <a:pt x="1837" y="85"/>
                    <a:pt x="1801" y="70"/>
                    <a:pt x="1765" y="57"/>
                  </a:cubicBezTo>
                  <a:cubicBezTo>
                    <a:pt x="1657" y="19"/>
                    <a:pt x="1544" y="1"/>
                    <a:pt x="1430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1"/>
            <p:cNvSpPr/>
            <p:nvPr/>
          </p:nvSpPr>
          <p:spPr>
            <a:xfrm>
              <a:off x="8056727" y="2692899"/>
              <a:ext cx="103794" cy="49534"/>
            </a:xfrm>
            <a:custGeom>
              <a:avLst/>
              <a:gdLst/>
              <a:ahLst/>
              <a:cxnLst/>
              <a:rect l="l" t="t" r="r" b="b"/>
              <a:pathLst>
                <a:path w="549" h="262" extrusionOk="0">
                  <a:moveTo>
                    <a:pt x="1" y="1"/>
                  </a:moveTo>
                  <a:lnTo>
                    <a:pt x="1" y="1"/>
                  </a:lnTo>
                  <a:cubicBezTo>
                    <a:pt x="37" y="106"/>
                    <a:pt x="120" y="195"/>
                    <a:pt x="224" y="236"/>
                  </a:cubicBezTo>
                  <a:cubicBezTo>
                    <a:pt x="269" y="253"/>
                    <a:pt x="317" y="261"/>
                    <a:pt x="366" y="261"/>
                  </a:cubicBezTo>
                  <a:cubicBezTo>
                    <a:pt x="429" y="261"/>
                    <a:pt x="493" y="247"/>
                    <a:pt x="548" y="218"/>
                  </a:cubicBezTo>
                  <a:cubicBezTo>
                    <a:pt x="352" y="195"/>
                    <a:pt x="174" y="97"/>
                    <a:pt x="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1"/>
            <p:cNvSpPr/>
            <p:nvPr/>
          </p:nvSpPr>
          <p:spPr>
            <a:xfrm>
              <a:off x="8143506" y="2705755"/>
              <a:ext cx="61066" cy="10776"/>
            </a:xfrm>
            <a:custGeom>
              <a:avLst/>
              <a:gdLst/>
              <a:ahLst/>
              <a:cxnLst/>
              <a:rect l="l" t="t" r="r" b="b"/>
              <a:pathLst>
                <a:path w="323" h="57" extrusionOk="0">
                  <a:moveTo>
                    <a:pt x="323" y="1"/>
                  </a:moveTo>
                  <a:lnTo>
                    <a:pt x="323" y="1"/>
                  </a:lnTo>
                  <a:cubicBezTo>
                    <a:pt x="223" y="17"/>
                    <a:pt x="164" y="41"/>
                    <a:pt x="84" y="41"/>
                  </a:cubicBezTo>
                  <a:cubicBezTo>
                    <a:pt x="59" y="41"/>
                    <a:pt x="31" y="38"/>
                    <a:pt x="0" y="32"/>
                  </a:cubicBezTo>
                  <a:lnTo>
                    <a:pt x="0" y="32"/>
                  </a:lnTo>
                  <a:cubicBezTo>
                    <a:pt x="41" y="48"/>
                    <a:pt x="85" y="56"/>
                    <a:pt x="129" y="56"/>
                  </a:cubicBezTo>
                  <a:cubicBezTo>
                    <a:pt x="197" y="56"/>
                    <a:pt x="265" y="37"/>
                    <a:pt x="323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8344476" y="2589672"/>
              <a:ext cx="131019" cy="93774"/>
            </a:xfrm>
            <a:custGeom>
              <a:avLst/>
              <a:gdLst/>
              <a:ahLst/>
              <a:cxnLst/>
              <a:rect l="l" t="t" r="r" b="b"/>
              <a:pathLst>
                <a:path w="693" h="496" extrusionOk="0">
                  <a:moveTo>
                    <a:pt x="552" y="207"/>
                  </a:moveTo>
                  <a:cubicBezTo>
                    <a:pt x="552" y="208"/>
                    <a:pt x="551" y="208"/>
                    <a:pt x="551" y="208"/>
                  </a:cubicBezTo>
                  <a:lnTo>
                    <a:pt x="551" y="208"/>
                  </a:lnTo>
                  <a:cubicBezTo>
                    <a:pt x="551" y="208"/>
                    <a:pt x="552" y="208"/>
                    <a:pt x="552" y="207"/>
                  </a:cubicBezTo>
                  <a:close/>
                  <a:moveTo>
                    <a:pt x="422" y="1"/>
                  </a:moveTo>
                  <a:cubicBezTo>
                    <a:pt x="420" y="1"/>
                    <a:pt x="418" y="1"/>
                    <a:pt x="416" y="1"/>
                  </a:cubicBezTo>
                  <a:cubicBezTo>
                    <a:pt x="395" y="4"/>
                    <a:pt x="377" y="14"/>
                    <a:pt x="371" y="34"/>
                  </a:cubicBezTo>
                  <a:cubicBezTo>
                    <a:pt x="367" y="51"/>
                    <a:pt x="382" y="72"/>
                    <a:pt x="400" y="72"/>
                  </a:cubicBezTo>
                  <a:cubicBezTo>
                    <a:pt x="401" y="72"/>
                    <a:pt x="403" y="72"/>
                    <a:pt x="404" y="72"/>
                  </a:cubicBezTo>
                  <a:lnTo>
                    <a:pt x="404" y="72"/>
                  </a:lnTo>
                  <a:cubicBezTo>
                    <a:pt x="393" y="87"/>
                    <a:pt x="375" y="91"/>
                    <a:pt x="356" y="91"/>
                  </a:cubicBezTo>
                  <a:cubicBezTo>
                    <a:pt x="338" y="91"/>
                    <a:pt x="318" y="88"/>
                    <a:pt x="300" y="88"/>
                  </a:cubicBezTo>
                  <a:cubicBezTo>
                    <a:pt x="279" y="88"/>
                    <a:pt x="261" y="92"/>
                    <a:pt x="251" y="109"/>
                  </a:cubicBezTo>
                  <a:cubicBezTo>
                    <a:pt x="237" y="132"/>
                    <a:pt x="254" y="159"/>
                    <a:pt x="267" y="182"/>
                  </a:cubicBezTo>
                  <a:cubicBezTo>
                    <a:pt x="169" y="260"/>
                    <a:pt x="119" y="399"/>
                    <a:pt x="0" y="438"/>
                  </a:cubicBezTo>
                  <a:cubicBezTo>
                    <a:pt x="53" y="429"/>
                    <a:pt x="106" y="424"/>
                    <a:pt x="159" y="424"/>
                  </a:cubicBezTo>
                  <a:cubicBezTo>
                    <a:pt x="281" y="424"/>
                    <a:pt x="402" y="448"/>
                    <a:pt x="514" y="496"/>
                  </a:cubicBezTo>
                  <a:cubicBezTo>
                    <a:pt x="422" y="423"/>
                    <a:pt x="315" y="375"/>
                    <a:pt x="199" y="352"/>
                  </a:cubicBezTo>
                  <a:lnTo>
                    <a:pt x="199" y="352"/>
                  </a:lnTo>
                  <a:cubicBezTo>
                    <a:pt x="300" y="354"/>
                    <a:pt x="398" y="355"/>
                    <a:pt x="498" y="358"/>
                  </a:cubicBezTo>
                  <a:cubicBezTo>
                    <a:pt x="459" y="336"/>
                    <a:pt x="422" y="309"/>
                    <a:pt x="391" y="277"/>
                  </a:cubicBezTo>
                  <a:cubicBezTo>
                    <a:pt x="382" y="266"/>
                    <a:pt x="370" y="250"/>
                    <a:pt x="376" y="238"/>
                  </a:cubicBezTo>
                  <a:cubicBezTo>
                    <a:pt x="380" y="223"/>
                    <a:pt x="400" y="218"/>
                    <a:pt x="415" y="217"/>
                  </a:cubicBezTo>
                  <a:cubicBezTo>
                    <a:pt x="461" y="212"/>
                    <a:pt x="506" y="211"/>
                    <a:pt x="551" y="208"/>
                  </a:cubicBezTo>
                  <a:lnTo>
                    <a:pt x="551" y="208"/>
                  </a:lnTo>
                  <a:cubicBezTo>
                    <a:pt x="549" y="208"/>
                    <a:pt x="548" y="208"/>
                    <a:pt x="547" y="208"/>
                  </a:cubicBezTo>
                  <a:cubicBezTo>
                    <a:pt x="510" y="208"/>
                    <a:pt x="473" y="177"/>
                    <a:pt x="466" y="140"/>
                  </a:cubicBezTo>
                  <a:cubicBezTo>
                    <a:pt x="515" y="118"/>
                    <a:pt x="569" y="107"/>
                    <a:pt x="625" y="107"/>
                  </a:cubicBezTo>
                  <a:cubicBezTo>
                    <a:pt x="647" y="107"/>
                    <a:pt x="670" y="109"/>
                    <a:pt x="692" y="112"/>
                  </a:cubicBezTo>
                  <a:cubicBezTo>
                    <a:pt x="628" y="66"/>
                    <a:pt x="551" y="40"/>
                    <a:pt x="475" y="13"/>
                  </a:cubicBezTo>
                  <a:cubicBezTo>
                    <a:pt x="457" y="7"/>
                    <a:pt x="441" y="1"/>
                    <a:pt x="422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8099455" y="2743377"/>
              <a:ext cx="177905" cy="69196"/>
            </a:xfrm>
            <a:custGeom>
              <a:avLst/>
              <a:gdLst/>
              <a:ahLst/>
              <a:cxnLst/>
              <a:rect l="l" t="t" r="r" b="b"/>
              <a:pathLst>
                <a:path w="941" h="366" extrusionOk="0">
                  <a:moveTo>
                    <a:pt x="940" y="1"/>
                  </a:moveTo>
                  <a:cubicBezTo>
                    <a:pt x="845" y="142"/>
                    <a:pt x="676" y="222"/>
                    <a:pt x="505" y="239"/>
                  </a:cubicBezTo>
                  <a:cubicBezTo>
                    <a:pt x="474" y="242"/>
                    <a:pt x="443" y="244"/>
                    <a:pt x="412" y="244"/>
                  </a:cubicBezTo>
                  <a:cubicBezTo>
                    <a:pt x="274" y="244"/>
                    <a:pt x="135" y="213"/>
                    <a:pt x="1" y="171"/>
                  </a:cubicBezTo>
                  <a:lnTo>
                    <a:pt x="1" y="171"/>
                  </a:lnTo>
                  <a:cubicBezTo>
                    <a:pt x="106" y="294"/>
                    <a:pt x="267" y="366"/>
                    <a:pt x="428" y="366"/>
                  </a:cubicBezTo>
                  <a:cubicBezTo>
                    <a:pt x="459" y="366"/>
                    <a:pt x="489" y="363"/>
                    <a:pt x="520" y="358"/>
                  </a:cubicBezTo>
                  <a:cubicBezTo>
                    <a:pt x="708" y="323"/>
                    <a:pt x="876" y="182"/>
                    <a:pt x="940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8269798" y="2750184"/>
              <a:ext cx="30628" cy="44240"/>
            </a:xfrm>
            <a:custGeom>
              <a:avLst/>
              <a:gdLst/>
              <a:ahLst/>
              <a:cxnLst/>
              <a:rect l="l" t="t" r="r" b="b"/>
              <a:pathLst>
                <a:path w="162" h="234" extrusionOk="0">
                  <a:moveTo>
                    <a:pt x="158" y="1"/>
                  </a:moveTo>
                  <a:cubicBezTo>
                    <a:pt x="116" y="85"/>
                    <a:pt x="62" y="164"/>
                    <a:pt x="0" y="233"/>
                  </a:cubicBezTo>
                  <a:cubicBezTo>
                    <a:pt x="94" y="201"/>
                    <a:pt x="162" y="103"/>
                    <a:pt x="15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8558491" y="2764174"/>
              <a:ext cx="58609" cy="142173"/>
            </a:xfrm>
            <a:custGeom>
              <a:avLst/>
              <a:gdLst/>
              <a:ahLst/>
              <a:cxnLst/>
              <a:rect l="l" t="t" r="r" b="b"/>
              <a:pathLst>
                <a:path w="310" h="752" extrusionOk="0">
                  <a:moveTo>
                    <a:pt x="142" y="0"/>
                  </a:moveTo>
                  <a:cubicBezTo>
                    <a:pt x="122" y="0"/>
                    <a:pt x="102" y="4"/>
                    <a:pt x="84" y="13"/>
                  </a:cubicBezTo>
                  <a:cubicBezTo>
                    <a:pt x="29" y="40"/>
                    <a:pt x="1" y="114"/>
                    <a:pt x="28" y="167"/>
                  </a:cubicBezTo>
                  <a:lnTo>
                    <a:pt x="100" y="752"/>
                  </a:lnTo>
                  <a:cubicBezTo>
                    <a:pt x="145" y="743"/>
                    <a:pt x="189" y="726"/>
                    <a:pt x="225" y="697"/>
                  </a:cubicBezTo>
                  <a:cubicBezTo>
                    <a:pt x="259" y="667"/>
                    <a:pt x="286" y="624"/>
                    <a:pt x="284" y="578"/>
                  </a:cubicBezTo>
                  <a:cubicBezTo>
                    <a:pt x="284" y="539"/>
                    <a:pt x="263" y="503"/>
                    <a:pt x="257" y="465"/>
                  </a:cubicBezTo>
                  <a:cubicBezTo>
                    <a:pt x="242" y="379"/>
                    <a:pt x="295" y="298"/>
                    <a:pt x="304" y="212"/>
                  </a:cubicBezTo>
                  <a:cubicBezTo>
                    <a:pt x="310" y="152"/>
                    <a:pt x="293" y="87"/>
                    <a:pt x="249" y="46"/>
                  </a:cubicBezTo>
                  <a:cubicBezTo>
                    <a:pt x="221" y="17"/>
                    <a:pt x="182" y="0"/>
                    <a:pt x="142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1"/>
            <p:cNvSpPr/>
            <p:nvPr/>
          </p:nvSpPr>
          <p:spPr>
            <a:xfrm>
              <a:off x="8574183" y="2776841"/>
              <a:ext cx="34220" cy="98689"/>
            </a:xfrm>
            <a:custGeom>
              <a:avLst/>
              <a:gdLst/>
              <a:ahLst/>
              <a:cxnLst/>
              <a:rect l="l" t="t" r="r" b="b"/>
              <a:pathLst>
                <a:path w="181" h="522" extrusionOk="0">
                  <a:moveTo>
                    <a:pt x="98" y="0"/>
                  </a:moveTo>
                  <a:cubicBezTo>
                    <a:pt x="79" y="0"/>
                    <a:pt x="58" y="11"/>
                    <a:pt x="46" y="27"/>
                  </a:cubicBezTo>
                  <a:cubicBezTo>
                    <a:pt x="31" y="47"/>
                    <a:pt x="23" y="71"/>
                    <a:pt x="19" y="94"/>
                  </a:cubicBezTo>
                  <a:cubicBezTo>
                    <a:pt x="8" y="124"/>
                    <a:pt x="1" y="160"/>
                    <a:pt x="23" y="183"/>
                  </a:cubicBezTo>
                  <a:cubicBezTo>
                    <a:pt x="32" y="192"/>
                    <a:pt x="44" y="198"/>
                    <a:pt x="56" y="205"/>
                  </a:cubicBezTo>
                  <a:cubicBezTo>
                    <a:pt x="90" y="228"/>
                    <a:pt x="105" y="275"/>
                    <a:pt x="91" y="314"/>
                  </a:cubicBezTo>
                  <a:cubicBezTo>
                    <a:pt x="82" y="333"/>
                    <a:pt x="68" y="350"/>
                    <a:pt x="68" y="373"/>
                  </a:cubicBezTo>
                  <a:cubicBezTo>
                    <a:pt x="68" y="401"/>
                    <a:pt x="91" y="424"/>
                    <a:pt x="109" y="445"/>
                  </a:cubicBezTo>
                  <a:cubicBezTo>
                    <a:pt x="125" y="465"/>
                    <a:pt x="139" y="496"/>
                    <a:pt x="127" y="518"/>
                  </a:cubicBezTo>
                  <a:lnTo>
                    <a:pt x="127" y="518"/>
                  </a:lnTo>
                  <a:cubicBezTo>
                    <a:pt x="149" y="483"/>
                    <a:pt x="155" y="437"/>
                    <a:pt x="142" y="397"/>
                  </a:cubicBezTo>
                  <a:cubicBezTo>
                    <a:pt x="138" y="385"/>
                    <a:pt x="133" y="371"/>
                    <a:pt x="132" y="357"/>
                  </a:cubicBezTo>
                  <a:cubicBezTo>
                    <a:pt x="129" y="333"/>
                    <a:pt x="144" y="311"/>
                    <a:pt x="156" y="288"/>
                  </a:cubicBezTo>
                  <a:cubicBezTo>
                    <a:pt x="171" y="258"/>
                    <a:pt x="180" y="223"/>
                    <a:pt x="166" y="193"/>
                  </a:cubicBezTo>
                  <a:cubicBezTo>
                    <a:pt x="158" y="171"/>
                    <a:pt x="133" y="154"/>
                    <a:pt x="111" y="154"/>
                  </a:cubicBezTo>
                  <a:cubicBezTo>
                    <a:pt x="103" y="154"/>
                    <a:pt x="95" y="157"/>
                    <a:pt x="88" y="161"/>
                  </a:cubicBezTo>
                  <a:cubicBezTo>
                    <a:pt x="112" y="139"/>
                    <a:pt x="136" y="115"/>
                    <a:pt x="145" y="83"/>
                  </a:cubicBezTo>
                  <a:cubicBezTo>
                    <a:pt x="156" y="50"/>
                    <a:pt x="142" y="9"/>
                    <a:pt x="111" y="2"/>
                  </a:cubicBezTo>
                  <a:cubicBezTo>
                    <a:pt x="107" y="1"/>
                    <a:pt x="103" y="0"/>
                    <a:pt x="98" y="0"/>
                  </a:cubicBezTo>
                  <a:close/>
                  <a:moveTo>
                    <a:pt x="127" y="518"/>
                  </a:moveTo>
                  <a:cubicBezTo>
                    <a:pt x="126" y="519"/>
                    <a:pt x="125" y="521"/>
                    <a:pt x="124" y="522"/>
                  </a:cubicBezTo>
                  <a:cubicBezTo>
                    <a:pt x="125" y="521"/>
                    <a:pt x="126" y="519"/>
                    <a:pt x="127" y="518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1"/>
            <p:cNvSpPr/>
            <p:nvPr/>
          </p:nvSpPr>
          <p:spPr>
            <a:xfrm>
              <a:off x="8232931" y="2864565"/>
              <a:ext cx="69007" cy="47832"/>
            </a:xfrm>
            <a:custGeom>
              <a:avLst/>
              <a:gdLst/>
              <a:ahLst/>
              <a:cxnLst/>
              <a:rect l="l" t="t" r="r" b="b"/>
              <a:pathLst>
                <a:path w="365" h="253" extrusionOk="0">
                  <a:moveTo>
                    <a:pt x="305" y="1"/>
                  </a:moveTo>
                  <a:cubicBezTo>
                    <a:pt x="204" y="46"/>
                    <a:pt x="102" y="91"/>
                    <a:pt x="1" y="139"/>
                  </a:cubicBezTo>
                  <a:cubicBezTo>
                    <a:pt x="37" y="169"/>
                    <a:pt x="64" y="209"/>
                    <a:pt x="79" y="252"/>
                  </a:cubicBezTo>
                  <a:cubicBezTo>
                    <a:pt x="167" y="186"/>
                    <a:pt x="263" y="132"/>
                    <a:pt x="364" y="94"/>
                  </a:cubicBezTo>
                  <a:cubicBezTo>
                    <a:pt x="346" y="64"/>
                    <a:pt x="325" y="31"/>
                    <a:pt x="305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1"/>
            <p:cNvSpPr/>
            <p:nvPr/>
          </p:nvSpPr>
          <p:spPr>
            <a:xfrm>
              <a:off x="8371133" y="2784781"/>
              <a:ext cx="76947" cy="38379"/>
            </a:xfrm>
            <a:custGeom>
              <a:avLst/>
              <a:gdLst/>
              <a:ahLst/>
              <a:cxnLst/>
              <a:rect l="l" t="t" r="r" b="b"/>
              <a:pathLst>
                <a:path w="407" h="203" extrusionOk="0">
                  <a:moveTo>
                    <a:pt x="381" y="0"/>
                  </a:moveTo>
                  <a:cubicBezTo>
                    <a:pt x="251" y="20"/>
                    <a:pt x="123" y="52"/>
                    <a:pt x="1" y="98"/>
                  </a:cubicBezTo>
                  <a:cubicBezTo>
                    <a:pt x="19" y="133"/>
                    <a:pt x="39" y="169"/>
                    <a:pt x="57" y="202"/>
                  </a:cubicBezTo>
                  <a:cubicBezTo>
                    <a:pt x="170" y="159"/>
                    <a:pt x="287" y="127"/>
                    <a:pt x="407" y="104"/>
                  </a:cubicBezTo>
                  <a:cubicBezTo>
                    <a:pt x="399" y="71"/>
                    <a:pt x="389" y="35"/>
                    <a:pt x="38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1"/>
            <p:cNvSpPr/>
            <p:nvPr/>
          </p:nvSpPr>
          <p:spPr>
            <a:xfrm>
              <a:off x="8307609" y="2858326"/>
              <a:ext cx="130262" cy="144442"/>
            </a:xfrm>
            <a:custGeom>
              <a:avLst/>
              <a:gdLst/>
              <a:ahLst/>
              <a:cxnLst/>
              <a:rect l="l" t="t" r="r" b="b"/>
              <a:pathLst>
                <a:path w="689" h="764" extrusionOk="0">
                  <a:moveTo>
                    <a:pt x="1" y="0"/>
                  </a:moveTo>
                  <a:lnTo>
                    <a:pt x="1" y="49"/>
                  </a:lnTo>
                  <a:cubicBezTo>
                    <a:pt x="37" y="49"/>
                    <a:pt x="69" y="86"/>
                    <a:pt x="84" y="124"/>
                  </a:cubicBezTo>
                  <a:cubicBezTo>
                    <a:pt x="97" y="157"/>
                    <a:pt x="103" y="195"/>
                    <a:pt x="109" y="233"/>
                  </a:cubicBezTo>
                  <a:cubicBezTo>
                    <a:pt x="111" y="248"/>
                    <a:pt x="112" y="260"/>
                    <a:pt x="114" y="273"/>
                  </a:cubicBezTo>
                  <a:cubicBezTo>
                    <a:pt x="141" y="423"/>
                    <a:pt x="212" y="560"/>
                    <a:pt x="277" y="680"/>
                  </a:cubicBezTo>
                  <a:cubicBezTo>
                    <a:pt x="290" y="705"/>
                    <a:pt x="322" y="763"/>
                    <a:pt x="375" y="763"/>
                  </a:cubicBezTo>
                  <a:cubicBezTo>
                    <a:pt x="415" y="763"/>
                    <a:pt x="441" y="732"/>
                    <a:pt x="462" y="700"/>
                  </a:cubicBezTo>
                  <a:cubicBezTo>
                    <a:pt x="473" y="688"/>
                    <a:pt x="482" y="677"/>
                    <a:pt x="491" y="667"/>
                  </a:cubicBezTo>
                  <a:cubicBezTo>
                    <a:pt x="510" y="652"/>
                    <a:pt x="535" y="647"/>
                    <a:pt x="559" y="640"/>
                  </a:cubicBezTo>
                  <a:cubicBezTo>
                    <a:pt x="575" y="635"/>
                    <a:pt x="592" y="632"/>
                    <a:pt x="608" y="625"/>
                  </a:cubicBezTo>
                  <a:cubicBezTo>
                    <a:pt x="640" y="611"/>
                    <a:pt x="669" y="581"/>
                    <a:pt x="679" y="549"/>
                  </a:cubicBezTo>
                  <a:cubicBezTo>
                    <a:pt x="688" y="527"/>
                    <a:pt x="687" y="501"/>
                    <a:pt x="676" y="481"/>
                  </a:cubicBezTo>
                  <a:lnTo>
                    <a:pt x="633" y="504"/>
                  </a:lnTo>
                  <a:cubicBezTo>
                    <a:pt x="639" y="513"/>
                    <a:pt x="639" y="522"/>
                    <a:pt x="634" y="534"/>
                  </a:cubicBezTo>
                  <a:cubicBezTo>
                    <a:pt x="626" y="552"/>
                    <a:pt x="610" y="572"/>
                    <a:pt x="589" y="581"/>
                  </a:cubicBezTo>
                  <a:cubicBezTo>
                    <a:pt x="575" y="587"/>
                    <a:pt x="563" y="590"/>
                    <a:pt x="548" y="594"/>
                  </a:cubicBezTo>
                  <a:cubicBezTo>
                    <a:pt x="518" y="604"/>
                    <a:pt x="488" y="611"/>
                    <a:pt x="461" y="634"/>
                  </a:cubicBezTo>
                  <a:cubicBezTo>
                    <a:pt x="449" y="644"/>
                    <a:pt x="436" y="659"/>
                    <a:pt x="424" y="673"/>
                  </a:cubicBezTo>
                  <a:cubicBezTo>
                    <a:pt x="408" y="694"/>
                    <a:pt x="393" y="715"/>
                    <a:pt x="376" y="715"/>
                  </a:cubicBezTo>
                  <a:cubicBezTo>
                    <a:pt x="354" y="715"/>
                    <a:pt x="335" y="680"/>
                    <a:pt x="322" y="656"/>
                  </a:cubicBezTo>
                  <a:cubicBezTo>
                    <a:pt x="257" y="534"/>
                    <a:pt x="189" y="406"/>
                    <a:pt x="165" y="264"/>
                  </a:cubicBezTo>
                  <a:lnTo>
                    <a:pt x="159" y="225"/>
                  </a:lnTo>
                  <a:cubicBezTo>
                    <a:pt x="152" y="184"/>
                    <a:pt x="147" y="144"/>
                    <a:pt x="132" y="106"/>
                  </a:cubicBezTo>
                  <a:cubicBezTo>
                    <a:pt x="111" y="56"/>
                    <a:pt x="66" y="0"/>
                    <a:pt x="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1"/>
            <p:cNvSpPr/>
            <p:nvPr/>
          </p:nvSpPr>
          <p:spPr>
            <a:xfrm>
              <a:off x="8406866" y="2952855"/>
              <a:ext cx="89425" cy="76191"/>
            </a:xfrm>
            <a:custGeom>
              <a:avLst/>
              <a:gdLst/>
              <a:ahLst/>
              <a:cxnLst/>
              <a:rect l="l" t="t" r="r" b="b"/>
              <a:pathLst>
                <a:path w="473" h="403" extrusionOk="0">
                  <a:moveTo>
                    <a:pt x="430" y="1"/>
                  </a:moveTo>
                  <a:cubicBezTo>
                    <a:pt x="343" y="171"/>
                    <a:pt x="183" y="303"/>
                    <a:pt x="0" y="355"/>
                  </a:cubicBezTo>
                  <a:lnTo>
                    <a:pt x="14" y="402"/>
                  </a:lnTo>
                  <a:cubicBezTo>
                    <a:pt x="207" y="348"/>
                    <a:pt x="379" y="205"/>
                    <a:pt x="472" y="24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1"/>
            <p:cNvSpPr/>
            <p:nvPr/>
          </p:nvSpPr>
          <p:spPr>
            <a:xfrm>
              <a:off x="8281897" y="2904834"/>
              <a:ext cx="25334" cy="32329"/>
            </a:xfrm>
            <a:custGeom>
              <a:avLst/>
              <a:gdLst/>
              <a:ahLst/>
              <a:cxnLst/>
              <a:rect l="l" t="t" r="r" b="b"/>
              <a:pathLst>
                <a:path w="134" h="171" extrusionOk="0">
                  <a:moveTo>
                    <a:pt x="41" y="0"/>
                  </a:moveTo>
                  <a:cubicBezTo>
                    <a:pt x="35" y="0"/>
                    <a:pt x="28" y="2"/>
                    <a:pt x="22" y="6"/>
                  </a:cubicBezTo>
                  <a:cubicBezTo>
                    <a:pt x="1" y="20"/>
                    <a:pt x="6" y="51"/>
                    <a:pt x="13" y="77"/>
                  </a:cubicBezTo>
                  <a:cubicBezTo>
                    <a:pt x="19" y="97"/>
                    <a:pt x="24" y="118"/>
                    <a:pt x="36" y="137"/>
                  </a:cubicBezTo>
                  <a:cubicBezTo>
                    <a:pt x="46" y="155"/>
                    <a:pt x="66" y="169"/>
                    <a:pt x="88" y="171"/>
                  </a:cubicBezTo>
                  <a:cubicBezTo>
                    <a:pt x="134" y="140"/>
                    <a:pt x="110" y="86"/>
                    <a:pt x="91" y="44"/>
                  </a:cubicBezTo>
                  <a:cubicBezTo>
                    <a:pt x="87" y="32"/>
                    <a:pt x="79" y="17"/>
                    <a:pt x="66" y="9"/>
                  </a:cubicBezTo>
                  <a:cubicBezTo>
                    <a:pt x="58" y="3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1"/>
            <p:cNvSpPr/>
            <p:nvPr/>
          </p:nvSpPr>
          <p:spPr>
            <a:xfrm>
              <a:off x="8419722" y="2834882"/>
              <a:ext cx="30439" cy="29682"/>
            </a:xfrm>
            <a:custGeom>
              <a:avLst/>
              <a:gdLst/>
              <a:ahLst/>
              <a:cxnLst/>
              <a:rect l="l" t="t" r="r" b="b"/>
              <a:pathLst>
                <a:path w="161" h="157" extrusionOk="0">
                  <a:moveTo>
                    <a:pt x="44" y="0"/>
                  </a:moveTo>
                  <a:cubicBezTo>
                    <a:pt x="34" y="0"/>
                    <a:pt x="25" y="4"/>
                    <a:pt x="18" y="11"/>
                  </a:cubicBezTo>
                  <a:cubicBezTo>
                    <a:pt x="0" y="29"/>
                    <a:pt x="11" y="60"/>
                    <a:pt x="24" y="82"/>
                  </a:cubicBezTo>
                  <a:cubicBezTo>
                    <a:pt x="37" y="102"/>
                    <a:pt x="46" y="120"/>
                    <a:pt x="62" y="135"/>
                  </a:cubicBezTo>
                  <a:cubicBezTo>
                    <a:pt x="74" y="147"/>
                    <a:pt x="91" y="156"/>
                    <a:pt x="108" y="156"/>
                  </a:cubicBezTo>
                  <a:cubicBezTo>
                    <a:pt x="113" y="156"/>
                    <a:pt x="117" y="156"/>
                    <a:pt x="121" y="155"/>
                  </a:cubicBezTo>
                  <a:cubicBezTo>
                    <a:pt x="160" y="120"/>
                    <a:pt x="119" y="66"/>
                    <a:pt x="94" y="32"/>
                  </a:cubicBezTo>
                  <a:cubicBezTo>
                    <a:pt x="85" y="19"/>
                    <a:pt x="74" y="10"/>
                    <a:pt x="61" y="4"/>
                  </a:cubicBezTo>
                  <a:cubicBezTo>
                    <a:pt x="55" y="1"/>
                    <a:pt x="49" y="0"/>
                    <a:pt x="44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1"/>
            <p:cNvSpPr/>
            <p:nvPr/>
          </p:nvSpPr>
          <p:spPr>
            <a:xfrm>
              <a:off x="9225682" y="4185901"/>
              <a:ext cx="169776" cy="684397"/>
            </a:xfrm>
            <a:custGeom>
              <a:avLst/>
              <a:gdLst/>
              <a:ahLst/>
              <a:cxnLst/>
              <a:rect l="l" t="t" r="r" b="b"/>
              <a:pathLst>
                <a:path w="898" h="3620" extrusionOk="0">
                  <a:moveTo>
                    <a:pt x="443" y="0"/>
                  </a:moveTo>
                  <a:cubicBezTo>
                    <a:pt x="382" y="0"/>
                    <a:pt x="321" y="22"/>
                    <a:pt x="270" y="70"/>
                  </a:cubicBezTo>
                  <a:cubicBezTo>
                    <a:pt x="201" y="136"/>
                    <a:pt x="162" y="239"/>
                    <a:pt x="131" y="342"/>
                  </a:cubicBezTo>
                  <a:cubicBezTo>
                    <a:pt x="11" y="770"/>
                    <a:pt x="0" y="1034"/>
                    <a:pt x="211" y="1379"/>
                  </a:cubicBezTo>
                  <a:cubicBezTo>
                    <a:pt x="231" y="1409"/>
                    <a:pt x="249" y="1453"/>
                    <a:pt x="269" y="1501"/>
                  </a:cubicBezTo>
                  <a:cubicBezTo>
                    <a:pt x="373" y="1908"/>
                    <a:pt x="474" y="2314"/>
                    <a:pt x="445" y="2732"/>
                  </a:cubicBezTo>
                  <a:cubicBezTo>
                    <a:pt x="434" y="2914"/>
                    <a:pt x="487" y="3086"/>
                    <a:pt x="427" y="3259"/>
                  </a:cubicBezTo>
                  <a:cubicBezTo>
                    <a:pt x="397" y="3264"/>
                    <a:pt x="367" y="3282"/>
                    <a:pt x="347" y="3308"/>
                  </a:cubicBezTo>
                  <a:cubicBezTo>
                    <a:pt x="324" y="3338"/>
                    <a:pt x="311" y="3372"/>
                    <a:pt x="300" y="3407"/>
                  </a:cubicBezTo>
                  <a:cubicBezTo>
                    <a:pt x="288" y="3439"/>
                    <a:pt x="278" y="3473"/>
                    <a:pt x="278" y="3507"/>
                  </a:cubicBezTo>
                  <a:cubicBezTo>
                    <a:pt x="278" y="3541"/>
                    <a:pt x="291" y="3576"/>
                    <a:pt x="321" y="3593"/>
                  </a:cubicBezTo>
                  <a:cubicBezTo>
                    <a:pt x="330" y="3598"/>
                    <a:pt x="340" y="3600"/>
                    <a:pt x="351" y="3600"/>
                  </a:cubicBezTo>
                  <a:cubicBezTo>
                    <a:pt x="374" y="3600"/>
                    <a:pt x="398" y="3589"/>
                    <a:pt x="407" y="3567"/>
                  </a:cubicBezTo>
                  <a:cubicBezTo>
                    <a:pt x="430" y="3599"/>
                    <a:pt x="468" y="3618"/>
                    <a:pt x="507" y="3620"/>
                  </a:cubicBezTo>
                  <a:cubicBezTo>
                    <a:pt x="548" y="3620"/>
                    <a:pt x="587" y="3603"/>
                    <a:pt x="612" y="3573"/>
                  </a:cubicBezTo>
                  <a:cubicBezTo>
                    <a:pt x="627" y="3591"/>
                    <a:pt x="649" y="3599"/>
                    <a:pt x="673" y="3599"/>
                  </a:cubicBezTo>
                  <a:cubicBezTo>
                    <a:pt x="698" y="3599"/>
                    <a:pt x="725" y="3589"/>
                    <a:pt x="744" y="3573"/>
                  </a:cubicBezTo>
                  <a:cubicBezTo>
                    <a:pt x="784" y="3540"/>
                    <a:pt x="796" y="3484"/>
                    <a:pt x="790" y="3437"/>
                  </a:cubicBezTo>
                  <a:cubicBezTo>
                    <a:pt x="787" y="3404"/>
                    <a:pt x="774" y="3369"/>
                    <a:pt x="759" y="3339"/>
                  </a:cubicBezTo>
                  <a:cubicBezTo>
                    <a:pt x="769" y="2748"/>
                    <a:pt x="780" y="2156"/>
                    <a:pt x="790" y="1561"/>
                  </a:cubicBezTo>
                  <a:cubicBezTo>
                    <a:pt x="811" y="1507"/>
                    <a:pt x="827" y="1448"/>
                    <a:pt x="837" y="1394"/>
                  </a:cubicBezTo>
                  <a:cubicBezTo>
                    <a:pt x="888" y="1136"/>
                    <a:pt x="897" y="868"/>
                    <a:pt x="864" y="610"/>
                  </a:cubicBezTo>
                  <a:cubicBezTo>
                    <a:pt x="840" y="424"/>
                    <a:pt x="790" y="236"/>
                    <a:pt x="682" y="114"/>
                  </a:cubicBezTo>
                  <a:cubicBezTo>
                    <a:pt x="618" y="43"/>
                    <a:pt x="530" y="0"/>
                    <a:pt x="443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1"/>
            <p:cNvSpPr/>
            <p:nvPr/>
          </p:nvSpPr>
          <p:spPr>
            <a:xfrm>
              <a:off x="9246479" y="4185901"/>
              <a:ext cx="148979" cy="527288"/>
            </a:xfrm>
            <a:custGeom>
              <a:avLst/>
              <a:gdLst/>
              <a:ahLst/>
              <a:cxnLst/>
              <a:rect l="l" t="t" r="r" b="b"/>
              <a:pathLst>
                <a:path w="788" h="2789" extrusionOk="0">
                  <a:moveTo>
                    <a:pt x="364" y="1"/>
                  </a:moveTo>
                  <a:cubicBezTo>
                    <a:pt x="70" y="679"/>
                    <a:pt x="0" y="1153"/>
                    <a:pt x="471" y="2248"/>
                  </a:cubicBezTo>
                  <a:cubicBezTo>
                    <a:pt x="551" y="2427"/>
                    <a:pt x="561" y="2624"/>
                    <a:pt x="658" y="2789"/>
                  </a:cubicBezTo>
                  <a:lnTo>
                    <a:pt x="680" y="1561"/>
                  </a:lnTo>
                  <a:cubicBezTo>
                    <a:pt x="701" y="1507"/>
                    <a:pt x="717" y="1448"/>
                    <a:pt x="727" y="1394"/>
                  </a:cubicBezTo>
                  <a:cubicBezTo>
                    <a:pt x="778" y="1136"/>
                    <a:pt x="787" y="868"/>
                    <a:pt x="754" y="610"/>
                  </a:cubicBezTo>
                  <a:cubicBezTo>
                    <a:pt x="730" y="424"/>
                    <a:pt x="680" y="236"/>
                    <a:pt x="572" y="114"/>
                  </a:cubicBezTo>
                  <a:cubicBezTo>
                    <a:pt x="514" y="50"/>
                    <a:pt x="441" y="10"/>
                    <a:pt x="36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1"/>
            <p:cNvSpPr/>
            <p:nvPr/>
          </p:nvSpPr>
          <p:spPr>
            <a:xfrm>
              <a:off x="9278619" y="4823221"/>
              <a:ext cx="92072" cy="53693"/>
            </a:xfrm>
            <a:custGeom>
              <a:avLst/>
              <a:gdLst/>
              <a:ahLst/>
              <a:cxnLst/>
              <a:rect l="l" t="t" r="r" b="b"/>
              <a:pathLst>
                <a:path w="487" h="284" extrusionOk="0">
                  <a:moveTo>
                    <a:pt x="262" y="1"/>
                  </a:moveTo>
                  <a:cubicBezTo>
                    <a:pt x="243" y="1"/>
                    <a:pt x="225" y="5"/>
                    <a:pt x="209" y="13"/>
                  </a:cubicBezTo>
                  <a:cubicBezTo>
                    <a:pt x="179" y="29"/>
                    <a:pt x="154" y="60"/>
                    <a:pt x="143" y="91"/>
                  </a:cubicBezTo>
                  <a:lnTo>
                    <a:pt x="143" y="91"/>
                  </a:lnTo>
                  <a:cubicBezTo>
                    <a:pt x="148" y="69"/>
                    <a:pt x="127" y="47"/>
                    <a:pt x="105" y="45"/>
                  </a:cubicBezTo>
                  <a:cubicBezTo>
                    <a:pt x="104" y="45"/>
                    <a:pt x="102" y="45"/>
                    <a:pt x="101" y="45"/>
                  </a:cubicBezTo>
                  <a:cubicBezTo>
                    <a:pt x="79" y="45"/>
                    <a:pt x="57" y="60"/>
                    <a:pt x="41" y="77"/>
                  </a:cubicBezTo>
                  <a:cubicBezTo>
                    <a:pt x="20" y="99"/>
                    <a:pt x="5" y="128"/>
                    <a:pt x="4" y="158"/>
                  </a:cubicBezTo>
                  <a:cubicBezTo>
                    <a:pt x="1" y="188"/>
                    <a:pt x="14" y="222"/>
                    <a:pt x="41" y="238"/>
                  </a:cubicBezTo>
                  <a:cubicBezTo>
                    <a:pt x="51" y="244"/>
                    <a:pt x="63" y="247"/>
                    <a:pt x="75" y="247"/>
                  </a:cubicBezTo>
                  <a:cubicBezTo>
                    <a:pt x="93" y="247"/>
                    <a:pt x="112" y="239"/>
                    <a:pt x="124" y="225"/>
                  </a:cubicBezTo>
                  <a:cubicBezTo>
                    <a:pt x="142" y="261"/>
                    <a:pt x="182" y="283"/>
                    <a:pt x="222" y="283"/>
                  </a:cubicBezTo>
                  <a:cubicBezTo>
                    <a:pt x="263" y="279"/>
                    <a:pt x="301" y="255"/>
                    <a:pt x="319" y="219"/>
                  </a:cubicBezTo>
                  <a:cubicBezTo>
                    <a:pt x="338" y="235"/>
                    <a:pt x="363" y="244"/>
                    <a:pt x="387" y="244"/>
                  </a:cubicBezTo>
                  <a:cubicBezTo>
                    <a:pt x="401" y="244"/>
                    <a:pt x="415" y="240"/>
                    <a:pt x="427" y="234"/>
                  </a:cubicBezTo>
                  <a:cubicBezTo>
                    <a:pt x="464" y="217"/>
                    <a:pt x="486" y="178"/>
                    <a:pt x="483" y="140"/>
                  </a:cubicBezTo>
                  <a:cubicBezTo>
                    <a:pt x="482" y="105"/>
                    <a:pt x="459" y="72"/>
                    <a:pt x="426" y="65"/>
                  </a:cubicBezTo>
                  <a:cubicBezTo>
                    <a:pt x="421" y="64"/>
                    <a:pt x="417" y="63"/>
                    <a:pt x="412" y="63"/>
                  </a:cubicBezTo>
                  <a:cubicBezTo>
                    <a:pt x="387" y="63"/>
                    <a:pt x="361" y="78"/>
                    <a:pt x="351" y="101"/>
                  </a:cubicBezTo>
                  <a:lnTo>
                    <a:pt x="351" y="101"/>
                  </a:lnTo>
                  <a:cubicBezTo>
                    <a:pt x="357" y="69"/>
                    <a:pt x="341" y="34"/>
                    <a:pt x="314" y="15"/>
                  </a:cubicBezTo>
                  <a:cubicBezTo>
                    <a:pt x="299" y="5"/>
                    <a:pt x="281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1"/>
            <p:cNvSpPr/>
            <p:nvPr/>
          </p:nvSpPr>
          <p:spPr>
            <a:xfrm>
              <a:off x="9236081" y="4314273"/>
              <a:ext cx="10209" cy="31573"/>
            </a:xfrm>
            <a:custGeom>
              <a:avLst/>
              <a:gdLst/>
              <a:ahLst/>
              <a:cxnLst/>
              <a:rect l="l" t="t" r="r" b="b"/>
              <a:pathLst>
                <a:path w="54" h="167" extrusionOk="0">
                  <a:moveTo>
                    <a:pt x="28" y="0"/>
                  </a:moveTo>
                  <a:cubicBezTo>
                    <a:pt x="6" y="46"/>
                    <a:pt x="1" y="98"/>
                    <a:pt x="10" y="148"/>
                  </a:cubicBezTo>
                  <a:cubicBezTo>
                    <a:pt x="11" y="156"/>
                    <a:pt x="18" y="166"/>
                    <a:pt x="24" y="166"/>
                  </a:cubicBezTo>
                  <a:cubicBezTo>
                    <a:pt x="25" y="166"/>
                    <a:pt x="27" y="166"/>
                    <a:pt x="28" y="165"/>
                  </a:cubicBezTo>
                  <a:cubicBezTo>
                    <a:pt x="33" y="163"/>
                    <a:pt x="33" y="159"/>
                    <a:pt x="34" y="156"/>
                  </a:cubicBezTo>
                  <a:cubicBezTo>
                    <a:pt x="54" y="106"/>
                    <a:pt x="49" y="49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1"/>
            <p:cNvSpPr/>
            <p:nvPr/>
          </p:nvSpPr>
          <p:spPr>
            <a:xfrm>
              <a:off x="9240429" y="4354921"/>
              <a:ext cx="7941" cy="21553"/>
            </a:xfrm>
            <a:custGeom>
              <a:avLst/>
              <a:gdLst/>
              <a:ahLst/>
              <a:cxnLst/>
              <a:rect l="l" t="t" r="r" b="b"/>
              <a:pathLst>
                <a:path w="42" h="114" extrusionOk="0">
                  <a:moveTo>
                    <a:pt x="17" y="1"/>
                  </a:moveTo>
                  <a:cubicBezTo>
                    <a:pt x="1" y="39"/>
                    <a:pt x="5" y="84"/>
                    <a:pt x="31" y="114"/>
                  </a:cubicBezTo>
                  <a:cubicBezTo>
                    <a:pt x="41" y="76"/>
                    <a:pt x="35" y="34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1"/>
            <p:cNvSpPr/>
            <p:nvPr/>
          </p:nvSpPr>
          <p:spPr>
            <a:xfrm>
              <a:off x="9787000" y="4614499"/>
              <a:ext cx="234245" cy="218364"/>
            </a:xfrm>
            <a:custGeom>
              <a:avLst/>
              <a:gdLst/>
              <a:ahLst/>
              <a:cxnLst/>
              <a:rect l="l" t="t" r="r" b="b"/>
              <a:pathLst>
                <a:path w="1239" h="1155" extrusionOk="0">
                  <a:moveTo>
                    <a:pt x="282" y="0"/>
                  </a:moveTo>
                  <a:lnTo>
                    <a:pt x="24" y="311"/>
                  </a:lnTo>
                  <a:cubicBezTo>
                    <a:pt x="12" y="446"/>
                    <a:pt x="0" y="587"/>
                    <a:pt x="23" y="722"/>
                  </a:cubicBezTo>
                  <a:cubicBezTo>
                    <a:pt x="46" y="858"/>
                    <a:pt x="112" y="989"/>
                    <a:pt x="217" y="1050"/>
                  </a:cubicBezTo>
                  <a:cubicBezTo>
                    <a:pt x="281" y="1086"/>
                    <a:pt x="353" y="1093"/>
                    <a:pt x="424" y="1101"/>
                  </a:cubicBezTo>
                  <a:lnTo>
                    <a:pt x="866" y="1146"/>
                  </a:lnTo>
                  <a:cubicBezTo>
                    <a:pt x="908" y="1150"/>
                    <a:pt x="951" y="1154"/>
                    <a:pt x="994" y="1154"/>
                  </a:cubicBezTo>
                  <a:cubicBezTo>
                    <a:pt x="1063" y="1154"/>
                    <a:pt x="1131" y="1144"/>
                    <a:pt x="1192" y="1107"/>
                  </a:cubicBezTo>
                  <a:cubicBezTo>
                    <a:pt x="1214" y="1092"/>
                    <a:pt x="1238" y="1066"/>
                    <a:pt x="1238" y="1036"/>
                  </a:cubicBezTo>
                  <a:cubicBezTo>
                    <a:pt x="1238" y="998"/>
                    <a:pt x="1202" y="976"/>
                    <a:pt x="1172" y="965"/>
                  </a:cubicBezTo>
                  <a:cubicBezTo>
                    <a:pt x="1030" y="908"/>
                    <a:pt x="879" y="891"/>
                    <a:pt x="733" y="851"/>
                  </a:cubicBezTo>
                  <a:cubicBezTo>
                    <a:pt x="588" y="808"/>
                    <a:pt x="441" y="731"/>
                    <a:pt x="356" y="587"/>
                  </a:cubicBezTo>
                  <a:cubicBezTo>
                    <a:pt x="257" y="421"/>
                    <a:pt x="258" y="199"/>
                    <a:pt x="282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1"/>
            <p:cNvSpPr/>
            <p:nvPr/>
          </p:nvSpPr>
          <p:spPr>
            <a:xfrm>
              <a:off x="9913481" y="4764423"/>
              <a:ext cx="109088" cy="75435"/>
            </a:xfrm>
            <a:custGeom>
              <a:avLst/>
              <a:gdLst/>
              <a:ahLst/>
              <a:cxnLst/>
              <a:rect l="l" t="t" r="r" b="b"/>
              <a:pathLst>
                <a:path w="577" h="399" extrusionOk="0">
                  <a:moveTo>
                    <a:pt x="135" y="0"/>
                  </a:moveTo>
                  <a:cubicBezTo>
                    <a:pt x="146" y="27"/>
                    <a:pt x="158" y="55"/>
                    <a:pt x="168" y="82"/>
                  </a:cubicBezTo>
                  <a:cubicBezTo>
                    <a:pt x="123" y="76"/>
                    <a:pt x="82" y="46"/>
                    <a:pt x="63" y="5"/>
                  </a:cubicBezTo>
                  <a:lnTo>
                    <a:pt x="63" y="5"/>
                  </a:lnTo>
                  <a:cubicBezTo>
                    <a:pt x="61" y="30"/>
                    <a:pt x="69" y="58"/>
                    <a:pt x="85" y="76"/>
                  </a:cubicBezTo>
                  <a:cubicBezTo>
                    <a:pt x="67" y="115"/>
                    <a:pt x="99" y="172"/>
                    <a:pt x="144" y="172"/>
                  </a:cubicBezTo>
                  <a:cubicBezTo>
                    <a:pt x="129" y="174"/>
                    <a:pt x="114" y="178"/>
                    <a:pt x="99" y="181"/>
                  </a:cubicBezTo>
                  <a:cubicBezTo>
                    <a:pt x="115" y="196"/>
                    <a:pt x="135" y="211"/>
                    <a:pt x="153" y="226"/>
                  </a:cubicBezTo>
                  <a:cubicBezTo>
                    <a:pt x="130" y="234"/>
                    <a:pt x="106" y="242"/>
                    <a:pt x="84" y="249"/>
                  </a:cubicBezTo>
                  <a:cubicBezTo>
                    <a:pt x="93" y="257"/>
                    <a:pt x="100" y="263"/>
                    <a:pt x="108" y="270"/>
                  </a:cubicBezTo>
                  <a:cubicBezTo>
                    <a:pt x="82" y="269"/>
                    <a:pt x="54" y="269"/>
                    <a:pt x="26" y="266"/>
                  </a:cubicBezTo>
                  <a:lnTo>
                    <a:pt x="26" y="266"/>
                  </a:lnTo>
                  <a:cubicBezTo>
                    <a:pt x="62" y="289"/>
                    <a:pt x="105" y="302"/>
                    <a:pt x="148" y="302"/>
                  </a:cubicBezTo>
                  <a:cubicBezTo>
                    <a:pt x="150" y="302"/>
                    <a:pt x="152" y="302"/>
                    <a:pt x="155" y="302"/>
                  </a:cubicBezTo>
                  <a:lnTo>
                    <a:pt x="155" y="302"/>
                  </a:lnTo>
                  <a:cubicBezTo>
                    <a:pt x="94" y="309"/>
                    <a:pt x="35" y="344"/>
                    <a:pt x="1" y="392"/>
                  </a:cubicBezTo>
                  <a:cubicBezTo>
                    <a:pt x="49" y="366"/>
                    <a:pt x="103" y="351"/>
                    <a:pt x="153" y="351"/>
                  </a:cubicBezTo>
                  <a:cubicBezTo>
                    <a:pt x="157" y="351"/>
                    <a:pt x="162" y="351"/>
                    <a:pt x="167" y="352"/>
                  </a:cubicBezTo>
                  <a:cubicBezTo>
                    <a:pt x="144" y="359"/>
                    <a:pt x="121" y="364"/>
                    <a:pt x="99" y="370"/>
                  </a:cubicBezTo>
                  <a:cubicBezTo>
                    <a:pt x="144" y="371"/>
                    <a:pt x="188" y="371"/>
                    <a:pt x="233" y="371"/>
                  </a:cubicBezTo>
                  <a:cubicBezTo>
                    <a:pt x="207" y="376"/>
                    <a:pt x="185" y="382"/>
                    <a:pt x="161" y="386"/>
                  </a:cubicBezTo>
                  <a:cubicBezTo>
                    <a:pt x="209" y="392"/>
                    <a:pt x="260" y="398"/>
                    <a:pt x="310" y="398"/>
                  </a:cubicBezTo>
                  <a:cubicBezTo>
                    <a:pt x="382" y="398"/>
                    <a:pt x="452" y="386"/>
                    <a:pt x="512" y="347"/>
                  </a:cubicBezTo>
                  <a:cubicBezTo>
                    <a:pt x="545" y="324"/>
                    <a:pt x="577" y="288"/>
                    <a:pt x="575" y="248"/>
                  </a:cubicBezTo>
                  <a:cubicBezTo>
                    <a:pt x="574" y="196"/>
                    <a:pt x="524" y="160"/>
                    <a:pt x="477" y="142"/>
                  </a:cubicBezTo>
                  <a:cubicBezTo>
                    <a:pt x="418" y="119"/>
                    <a:pt x="355" y="112"/>
                    <a:pt x="293" y="97"/>
                  </a:cubicBezTo>
                  <a:cubicBezTo>
                    <a:pt x="233" y="82"/>
                    <a:pt x="170" y="53"/>
                    <a:pt x="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1"/>
            <p:cNvSpPr/>
            <p:nvPr/>
          </p:nvSpPr>
          <p:spPr>
            <a:xfrm>
              <a:off x="9786622" y="4651744"/>
              <a:ext cx="127615" cy="174881"/>
            </a:xfrm>
            <a:custGeom>
              <a:avLst/>
              <a:gdLst/>
              <a:ahLst/>
              <a:cxnLst/>
              <a:rect l="l" t="t" r="r" b="b"/>
              <a:pathLst>
                <a:path w="675" h="925" extrusionOk="0">
                  <a:moveTo>
                    <a:pt x="117" y="1"/>
                  </a:moveTo>
                  <a:lnTo>
                    <a:pt x="25" y="111"/>
                  </a:lnTo>
                  <a:cubicBezTo>
                    <a:pt x="11" y="248"/>
                    <a:pt x="1" y="387"/>
                    <a:pt x="23" y="521"/>
                  </a:cubicBezTo>
                  <a:cubicBezTo>
                    <a:pt x="46" y="657"/>
                    <a:pt x="112" y="789"/>
                    <a:pt x="216" y="850"/>
                  </a:cubicBezTo>
                  <a:cubicBezTo>
                    <a:pt x="281" y="884"/>
                    <a:pt x="355" y="895"/>
                    <a:pt x="425" y="899"/>
                  </a:cubicBezTo>
                  <a:cubicBezTo>
                    <a:pt x="507" y="907"/>
                    <a:pt x="592" y="917"/>
                    <a:pt x="675" y="925"/>
                  </a:cubicBezTo>
                  <a:cubicBezTo>
                    <a:pt x="325" y="732"/>
                    <a:pt x="120" y="415"/>
                    <a:pt x="117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1"/>
            <p:cNvSpPr/>
            <p:nvPr/>
          </p:nvSpPr>
          <p:spPr>
            <a:xfrm>
              <a:off x="9232488" y="4087212"/>
              <a:ext cx="594783" cy="722965"/>
            </a:xfrm>
            <a:custGeom>
              <a:avLst/>
              <a:gdLst/>
              <a:ahLst/>
              <a:cxnLst/>
              <a:rect l="l" t="t" r="r" b="b"/>
              <a:pathLst>
                <a:path w="3146" h="3824" extrusionOk="0">
                  <a:moveTo>
                    <a:pt x="74" y="708"/>
                  </a:moveTo>
                  <a:cubicBezTo>
                    <a:pt x="74" y="713"/>
                    <a:pt x="76" y="719"/>
                    <a:pt x="79" y="726"/>
                  </a:cubicBezTo>
                  <a:lnTo>
                    <a:pt x="79" y="726"/>
                  </a:lnTo>
                  <a:cubicBezTo>
                    <a:pt x="78" y="720"/>
                    <a:pt x="76" y="714"/>
                    <a:pt x="74" y="708"/>
                  </a:cubicBezTo>
                  <a:close/>
                  <a:moveTo>
                    <a:pt x="1118" y="1"/>
                  </a:moveTo>
                  <a:cubicBezTo>
                    <a:pt x="706" y="22"/>
                    <a:pt x="631" y="25"/>
                    <a:pt x="218" y="48"/>
                  </a:cubicBezTo>
                  <a:cubicBezTo>
                    <a:pt x="120" y="265"/>
                    <a:pt x="82" y="503"/>
                    <a:pt x="85" y="744"/>
                  </a:cubicBezTo>
                  <a:cubicBezTo>
                    <a:pt x="83" y="738"/>
                    <a:pt x="81" y="732"/>
                    <a:pt x="79" y="726"/>
                  </a:cubicBezTo>
                  <a:lnTo>
                    <a:pt x="79" y="726"/>
                  </a:lnTo>
                  <a:cubicBezTo>
                    <a:pt x="92" y="797"/>
                    <a:pt x="61" y="876"/>
                    <a:pt x="0" y="918"/>
                  </a:cubicBezTo>
                  <a:cubicBezTo>
                    <a:pt x="10" y="920"/>
                    <a:pt x="21" y="921"/>
                    <a:pt x="31" y="921"/>
                  </a:cubicBezTo>
                  <a:cubicBezTo>
                    <a:pt x="54" y="921"/>
                    <a:pt x="76" y="916"/>
                    <a:pt x="95" y="906"/>
                  </a:cubicBezTo>
                  <a:cubicBezTo>
                    <a:pt x="107" y="1049"/>
                    <a:pt x="135" y="1191"/>
                    <a:pt x="171" y="1328"/>
                  </a:cubicBezTo>
                  <a:cubicBezTo>
                    <a:pt x="279" y="1743"/>
                    <a:pt x="460" y="2114"/>
                    <a:pt x="632" y="2554"/>
                  </a:cubicBezTo>
                  <a:cubicBezTo>
                    <a:pt x="706" y="2742"/>
                    <a:pt x="771" y="2935"/>
                    <a:pt x="816" y="3134"/>
                  </a:cubicBezTo>
                  <a:cubicBezTo>
                    <a:pt x="910" y="3538"/>
                    <a:pt x="1269" y="3824"/>
                    <a:pt x="1684" y="3824"/>
                  </a:cubicBezTo>
                  <a:cubicBezTo>
                    <a:pt x="1687" y="3824"/>
                    <a:pt x="1691" y="3824"/>
                    <a:pt x="1694" y="3824"/>
                  </a:cubicBezTo>
                  <a:cubicBezTo>
                    <a:pt x="1820" y="3822"/>
                    <a:pt x="1947" y="3822"/>
                    <a:pt x="2081" y="3821"/>
                  </a:cubicBezTo>
                  <a:cubicBezTo>
                    <a:pt x="2410" y="3816"/>
                    <a:pt x="2709" y="3635"/>
                    <a:pt x="2862" y="3346"/>
                  </a:cubicBezTo>
                  <a:cubicBezTo>
                    <a:pt x="2998" y="3089"/>
                    <a:pt x="3146" y="2833"/>
                    <a:pt x="3143" y="2570"/>
                  </a:cubicBezTo>
                  <a:cubicBezTo>
                    <a:pt x="3131" y="2150"/>
                    <a:pt x="3024" y="1718"/>
                    <a:pt x="2760" y="1393"/>
                  </a:cubicBezTo>
                  <a:cubicBezTo>
                    <a:pt x="2520" y="1093"/>
                    <a:pt x="2173" y="904"/>
                    <a:pt x="1852" y="696"/>
                  </a:cubicBezTo>
                  <a:cubicBezTo>
                    <a:pt x="1769" y="643"/>
                    <a:pt x="1686" y="588"/>
                    <a:pt x="1606" y="529"/>
                  </a:cubicBezTo>
                  <a:cubicBezTo>
                    <a:pt x="1653" y="521"/>
                    <a:pt x="1701" y="500"/>
                    <a:pt x="1741" y="473"/>
                  </a:cubicBezTo>
                  <a:lnTo>
                    <a:pt x="1741" y="473"/>
                  </a:lnTo>
                  <a:cubicBezTo>
                    <a:pt x="1702" y="482"/>
                    <a:pt x="1661" y="487"/>
                    <a:pt x="1620" y="487"/>
                  </a:cubicBezTo>
                  <a:cubicBezTo>
                    <a:pt x="1596" y="487"/>
                    <a:pt x="1571" y="485"/>
                    <a:pt x="1546" y="482"/>
                  </a:cubicBezTo>
                  <a:cubicBezTo>
                    <a:pt x="1543" y="480"/>
                    <a:pt x="1540" y="477"/>
                    <a:pt x="1537" y="474"/>
                  </a:cubicBezTo>
                  <a:cubicBezTo>
                    <a:pt x="1567" y="462"/>
                    <a:pt x="1591" y="438"/>
                    <a:pt x="1603" y="408"/>
                  </a:cubicBezTo>
                  <a:lnTo>
                    <a:pt x="1603" y="408"/>
                  </a:lnTo>
                  <a:cubicBezTo>
                    <a:pt x="1569" y="422"/>
                    <a:pt x="1530" y="428"/>
                    <a:pt x="1492" y="428"/>
                  </a:cubicBezTo>
                  <a:cubicBezTo>
                    <a:pt x="1488" y="428"/>
                    <a:pt x="1484" y="428"/>
                    <a:pt x="1480" y="428"/>
                  </a:cubicBezTo>
                  <a:cubicBezTo>
                    <a:pt x="1335" y="304"/>
                    <a:pt x="1207" y="165"/>
                    <a:pt x="1118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1"/>
            <p:cNvSpPr/>
            <p:nvPr/>
          </p:nvSpPr>
          <p:spPr>
            <a:xfrm>
              <a:off x="9248937" y="4087212"/>
              <a:ext cx="260903" cy="168831"/>
            </a:xfrm>
            <a:custGeom>
              <a:avLst/>
              <a:gdLst/>
              <a:ahLst/>
              <a:cxnLst/>
              <a:rect l="l" t="t" r="r" b="b"/>
              <a:pathLst>
                <a:path w="1380" h="893" extrusionOk="0">
                  <a:moveTo>
                    <a:pt x="1034" y="1"/>
                  </a:moveTo>
                  <a:cubicBezTo>
                    <a:pt x="621" y="22"/>
                    <a:pt x="545" y="25"/>
                    <a:pt x="132" y="48"/>
                  </a:cubicBezTo>
                  <a:cubicBezTo>
                    <a:pt x="40" y="253"/>
                    <a:pt x="1" y="477"/>
                    <a:pt x="1" y="704"/>
                  </a:cubicBezTo>
                  <a:cubicBezTo>
                    <a:pt x="146" y="845"/>
                    <a:pt x="336" y="892"/>
                    <a:pt x="529" y="892"/>
                  </a:cubicBezTo>
                  <a:cubicBezTo>
                    <a:pt x="577" y="844"/>
                    <a:pt x="479" y="796"/>
                    <a:pt x="479" y="747"/>
                  </a:cubicBezTo>
                  <a:lnTo>
                    <a:pt x="479" y="747"/>
                  </a:lnTo>
                  <a:cubicBezTo>
                    <a:pt x="519" y="835"/>
                    <a:pt x="598" y="844"/>
                    <a:pt x="681" y="844"/>
                  </a:cubicBezTo>
                  <a:cubicBezTo>
                    <a:pt x="694" y="844"/>
                    <a:pt x="707" y="844"/>
                    <a:pt x="720" y="844"/>
                  </a:cubicBezTo>
                  <a:cubicBezTo>
                    <a:pt x="770" y="844"/>
                    <a:pt x="720" y="794"/>
                    <a:pt x="672" y="794"/>
                  </a:cubicBezTo>
                  <a:lnTo>
                    <a:pt x="912" y="794"/>
                  </a:lnTo>
                  <a:cubicBezTo>
                    <a:pt x="912" y="746"/>
                    <a:pt x="863" y="747"/>
                    <a:pt x="817" y="746"/>
                  </a:cubicBezTo>
                  <a:lnTo>
                    <a:pt x="817" y="746"/>
                  </a:lnTo>
                  <a:cubicBezTo>
                    <a:pt x="832" y="746"/>
                    <a:pt x="846" y="747"/>
                    <a:pt x="860" y="747"/>
                  </a:cubicBezTo>
                  <a:cubicBezTo>
                    <a:pt x="1145" y="747"/>
                    <a:pt x="1114" y="645"/>
                    <a:pt x="1239" y="557"/>
                  </a:cubicBezTo>
                  <a:cubicBezTo>
                    <a:pt x="1239" y="572"/>
                    <a:pt x="1249" y="589"/>
                    <a:pt x="1249" y="595"/>
                  </a:cubicBezTo>
                  <a:cubicBezTo>
                    <a:pt x="1338" y="572"/>
                    <a:pt x="1367" y="477"/>
                    <a:pt x="1379" y="414"/>
                  </a:cubicBezTo>
                  <a:cubicBezTo>
                    <a:pt x="1242" y="295"/>
                    <a:pt x="1120" y="159"/>
                    <a:pt x="103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1"/>
            <p:cNvSpPr/>
            <p:nvPr/>
          </p:nvSpPr>
          <p:spPr>
            <a:xfrm>
              <a:off x="9288072" y="4260958"/>
              <a:ext cx="430301" cy="543547"/>
            </a:xfrm>
            <a:custGeom>
              <a:avLst/>
              <a:gdLst/>
              <a:ahLst/>
              <a:cxnLst/>
              <a:rect l="l" t="t" r="r" b="b"/>
              <a:pathLst>
                <a:path w="2276" h="2875" extrusionOk="0">
                  <a:moveTo>
                    <a:pt x="314" y="0"/>
                  </a:moveTo>
                  <a:cubicBezTo>
                    <a:pt x="220" y="0"/>
                    <a:pt x="129" y="25"/>
                    <a:pt x="73" y="97"/>
                  </a:cubicBezTo>
                  <a:cubicBezTo>
                    <a:pt x="0" y="184"/>
                    <a:pt x="12" y="312"/>
                    <a:pt x="38" y="424"/>
                  </a:cubicBezTo>
                  <a:cubicBezTo>
                    <a:pt x="85" y="613"/>
                    <a:pt x="171" y="789"/>
                    <a:pt x="254" y="967"/>
                  </a:cubicBezTo>
                  <a:cubicBezTo>
                    <a:pt x="243" y="1044"/>
                    <a:pt x="258" y="1124"/>
                    <a:pt x="296" y="1192"/>
                  </a:cubicBezTo>
                  <a:cubicBezTo>
                    <a:pt x="307" y="1155"/>
                    <a:pt x="308" y="1118"/>
                    <a:pt x="307" y="1081"/>
                  </a:cubicBezTo>
                  <a:lnTo>
                    <a:pt x="307" y="1081"/>
                  </a:lnTo>
                  <a:cubicBezTo>
                    <a:pt x="325" y="1124"/>
                    <a:pt x="341" y="1164"/>
                    <a:pt x="358" y="1207"/>
                  </a:cubicBezTo>
                  <a:cubicBezTo>
                    <a:pt x="361" y="1208"/>
                    <a:pt x="361" y="1211"/>
                    <a:pt x="362" y="1214"/>
                  </a:cubicBezTo>
                  <a:cubicBezTo>
                    <a:pt x="356" y="1312"/>
                    <a:pt x="368" y="1412"/>
                    <a:pt x="396" y="1505"/>
                  </a:cubicBezTo>
                  <a:cubicBezTo>
                    <a:pt x="406" y="1437"/>
                    <a:pt x="406" y="1369"/>
                    <a:pt x="396" y="1302"/>
                  </a:cubicBezTo>
                  <a:lnTo>
                    <a:pt x="396" y="1302"/>
                  </a:lnTo>
                  <a:cubicBezTo>
                    <a:pt x="515" y="1624"/>
                    <a:pt x="573" y="1970"/>
                    <a:pt x="570" y="2315"/>
                  </a:cubicBezTo>
                  <a:cubicBezTo>
                    <a:pt x="620" y="2428"/>
                    <a:pt x="685" y="2535"/>
                    <a:pt x="768" y="2626"/>
                  </a:cubicBezTo>
                  <a:cubicBezTo>
                    <a:pt x="816" y="2678"/>
                    <a:pt x="869" y="2725"/>
                    <a:pt x="926" y="2769"/>
                  </a:cubicBezTo>
                  <a:cubicBezTo>
                    <a:pt x="997" y="2797"/>
                    <a:pt x="1068" y="2823"/>
                    <a:pt x="1143" y="2843"/>
                  </a:cubicBezTo>
                  <a:cubicBezTo>
                    <a:pt x="1186" y="2853"/>
                    <a:pt x="1231" y="2862"/>
                    <a:pt x="1275" y="2874"/>
                  </a:cubicBezTo>
                  <a:cubicBezTo>
                    <a:pt x="1394" y="2873"/>
                    <a:pt x="1513" y="2855"/>
                    <a:pt x="1629" y="2828"/>
                  </a:cubicBezTo>
                  <a:cubicBezTo>
                    <a:pt x="1863" y="2767"/>
                    <a:pt x="2096" y="2635"/>
                    <a:pt x="2193" y="2413"/>
                  </a:cubicBezTo>
                  <a:cubicBezTo>
                    <a:pt x="2276" y="2220"/>
                    <a:pt x="2243" y="2001"/>
                    <a:pt x="2188" y="1802"/>
                  </a:cubicBezTo>
                  <a:cubicBezTo>
                    <a:pt x="2075" y="1382"/>
                    <a:pt x="1872" y="983"/>
                    <a:pt x="1576" y="665"/>
                  </a:cubicBezTo>
                  <a:cubicBezTo>
                    <a:pt x="1349" y="418"/>
                    <a:pt x="1064" y="220"/>
                    <a:pt x="748" y="101"/>
                  </a:cubicBezTo>
                  <a:cubicBezTo>
                    <a:pt x="798" y="101"/>
                    <a:pt x="851" y="101"/>
                    <a:pt x="872" y="77"/>
                  </a:cubicBezTo>
                  <a:cubicBezTo>
                    <a:pt x="862" y="77"/>
                    <a:pt x="852" y="76"/>
                    <a:pt x="843" y="76"/>
                  </a:cubicBezTo>
                  <a:cubicBezTo>
                    <a:pt x="802" y="76"/>
                    <a:pt x="762" y="81"/>
                    <a:pt x="723" y="92"/>
                  </a:cubicBezTo>
                  <a:lnTo>
                    <a:pt x="655" y="70"/>
                  </a:lnTo>
                  <a:cubicBezTo>
                    <a:pt x="673" y="62"/>
                    <a:pt x="693" y="53"/>
                    <a:pt x="709" y="41"/>
                  </a:cubicBezTo>
                  <a:cubicBezTo>
                    <a:pt x="695" y="38"/>
                    <a:pt x="680" y="37"/>
                    <a:pt x="666" y="37"/>
                  </a:cubicBezTo>
                  <a:cubicBezTo>
                    <a:pt x="639" y="37"/>
                    <a:pt x="613" y="42"/>
                    <a:pt x="587" y="49"/>
                  </a:cubicBezTo>
                  <a:cubicBezTo>
                    <a:pt x="546" y="38"/>
                    <a:pt x="507" y="27"/>
                    <a:pt x="468" y="18"/>
                  </a:cubicBezTo>
                  <a:cubicBezTo>
                    <a:pt x="419" y="8"/>
                    <a:pt x="366" y="0"/>
                    <a:pt x="3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1"/>
            <p:cNvSpPr/>
            <p:nvPr/>
          </p:nvSpPr>
          <p:spPr>
            <a:xfrm>
              <a:off x="9475619" y="4285158"/>
              <a:ext cx="267331" cy="524642"/>
            </a:xfrm>
            <a:custGeom>
              <a:avLst/>
              <a:gdLst/>
              <a:ahLst/>
              <a:cxnLst/>
              <a:rect l="l" t="t" r="r" b="b"/>
              <a:pathLst>
                <a:path w="1414" h="2775" extrusionOk="0">
                  <a:moveTo>
                    <a:pt x="279" y="0"/>
                  </a:moveTo>
                  <a:cubicBezTo>
                    <a:pt x="201" y="0"/>
                    <a:pt x="125" y="28"/>
                    <a:pt x="76" y="85"/>
                  </a:cubicBezTo>
                  <a:cubicBezTo>
                    <a:pt x="5" y="163"/>
                    <a:pt x="1" y="281"/>
                    <a:pt x="11" y="386"/>
                  </a:cubicBezTo>
                  <a:cubicBezTo>
                    <a:pt x="44" y="671"/>
                    <a:pt x="192" y="928"/>
                    <a:pt x="292" y="1195"/>
                  </a:cubicBezTo>
                  <a:cubicBezTo>
                    <a:pt x="477" y="1694"/>
                    <a:pt x="494" y="2258"/>
                    <a:pt x="337" y="2767"/>
                  </a:cubicBezTo>
                  <a:cubicBezTo>
                    <a:pt x="380" y="2772"/>
                    <a:pt x="423" y="2774"/>
                    <a:pt x="467" y="2774"/>
                  </a:cubicBezTo>
                  <a:cubicBezTo>
                    <a:pt x="636" y="2774"/>
                    <a:pt x="805" y="2740"/>
                    <a:pt x="961" y="2672"/>
                  </a:cubicBezTo>
                  <a:cubicBezTo>
                    <a:pt x="963" y="2662"/>
                    <a:pt x="966" y="2651"/>
                    <a:pt x="967" y="2641"/>
                  </a:cubicBezTo>
                  <a:cubicBezTo>
                    <a:pt x="976" y="2636"/>
                    <a:pt x="987" y="2633"/>
                    <a:pt x="997" y="2629"/>
                  </a:cubicBezTo>
                  <a:cubicBezTo>
                    <a:pt x="1040" y="2614"/>
                    <a:pt x="1083" y="2597"/>
                    <a:pt x="1113" y="2564"/>
                  </a:cubicBezTo>
                  <a:cubicBezTo>
                    <a:pt x="1163" y="2511"/>
                    <a:pt x="1165" y="2430"/>
                    <a:pt x="1165" y="2357"/>
                  </a:cubicBezTo>
                  <a:cubicBezTo>
                    <a:pt x="1166" y="1818"/>
                    <a:pt x="1249" y="1278"/>
                    <a:pt x="1414" y="762"/>
                  </a:cubicBezTo>
                  <a:lnTo>
                    <a:pt x="1414" y="762"/>
                  </a:lnTo>
                  <a:cubicBezTo>
                    <a:pt x="1193" y="960"/>
                    <a:pt x="1020" y="1201"/>
                    <a:pt x="899" y="1466"/>
                  </a:cubicBezTo>
                  <a:cubicBezTo>
                    <a:pt x="886" y="1385"/>
                    <a:pt x="872" y="1303"/>
                    <a:pt x="860" y="1222"/>
                  </a:cubicBezTo>
                  <a:cubicBezTo>
                    <a:pt x="985" y="975"/>
                    <a:pt x="997" y="668"/>
                    <a:pt x="890" y="414"/>
                  </a:cubicBezTo>
                  <a:lnTo>
                    <a:pt x="890" y="414"/>
                  </a:lnTo>
                  <a:cubicBezTo>
                    <a:pt x="931" y="566"/>
                    <a:pt x="931" y="730"/>
                    <a:pt x="890" y="883"/>
                  </a:cubicBezTo>
                  <a:cubicBezTo>
                    <a:pt x="875" y="941"/>
                    <a:pt x="854" y="996"/>
                    <a:pt x="842" y="1055"/>
                  </a:cubicBezTo>
                  <a:cubicBezTo>
                    <a:pt x="841" y="1065"/>
                    <a:pt x="839" y="1074"/>
                    <a:pt x="839" y="1086"/>
                  </a:cubicBezTo>
                  <a:cubicBezTo>
                    <a:pt x="812" y="929"/>
                    <a:pt x="785" y="773"/>
                    <a:pt x="752" y="619"/>
                  </a:cubicBezTo>
                  <a:cubicBezTo>
                    <a:pt x="727" y="494"/>
                    <a:pt x="699" y="367"/>
                    <a:pt x="638" y="257"/>
                  </a:cubicBezTo>
                  <a:cubicBezTo>
                    <a:pt x="578" y="145"/>
                    <a:pt x="485" y="47"/>
                    <a:pt x="364" y="11"/>
                  </a:cubicBezTo>
                  <a:cubicBezTo>
                    <a:pt x="337" y="4"/>
                    <a:pt x="308" y="0"/>
                    <a:pt x="279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1"/>
            <p:cNvSpPr/>
            <p:nvPr/>
          </p:nvSpPr>
          <p:spPr>
            <a:xfrm>
              <a:off x="9704003" y="4335258"/>
              <a:ext cx="50857" cy="56907"/>
            </a:xfrm>
            <a:custGeom>
              <a:avLst/>
              <a:gdLst/>
              <a:ahLst/>
              <a:cxnLst/>
              <a:rect l="l" t="t" r="r" b="b"/>
              <a:pathLst>
                <a:path w="269" h="301" extrusionOk="0">
                  <a:moveTo>
                    <a:pt x="0" y="1"/>
                  </a:moveTo>
                  <a:lnTo>
                    <a:pt x="0" y="1"/>
                  </a:lnTo>
                  <a:cubicBezTo>
                    <a:pt x="109" y="81"/>
                    <a:pt x="203" y="183"/>
                    <a:pt x="269" y="301"/>
                  </a:cubicBezTo>
                  <a:cubicBezTo>
                    <a:pt x="255" y="158"/>
                    <a:pt x="142" y="3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1"/>
            <p:cNvSpPr/>
            <p:nvPr/>
          </p:nvSpPr>
          <p:spPr>
            <a:xfrm>
              <a:off x="9677535" y="4306332"/>
              <a:ext cx="39135" cy="19473"/>
            </a:xfrm>
            <a:custGeom>
              <a:avLst/>
              <a:gdLst/>
              <a:ahLst/>
              <a:cxnLst/>
              <a:rect l="l" t="t" r="r" b="b"/>
              <a:pathLst>
                <a:path w="207" h="103" extrusionOk="0">
                  <a:moveTo>
                    <a:pt x="24" y="0"/>
                  </a:moveTo>
                  <a:cubicBezTo>
                    <a:pt x="16" y="0"/>
                    <a:pt x="8" y="1"/>
                    <a:pt x="0" y="2"/>
                  </a:cubicBezTo>
                  <a:cubicBezTo>
                    <a:pt x="56" y="57"/>
                    <a:pt x="128" y="95"/>
                    <a:pt x="207" y="103"/>
                  </a:cubicBezTo>
                  <a:lnTo>
                    <a:pt x="207" y="78"/>
                  </a:lnTo>
                  <a:cubicBezTo>
                    <a:pt x="161" y="30"/>
                    <a:pt x="94" y="0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1"/>
            <p:cNvSpPr/>
            <p:nvPr/>
          </p:nvSpPr>
          <p:spPr>
            <a:xfrm>
              <a:off x="9662977" y="4283078"/>
              <a:ext cx="16070" cy="7373"/>
            </a:xfrm>
            <a:custGeom>
              <a:avLst/>
              <a:gdLst/>
              <a:ahLst/>
              <a:cxnLst/>
              <a:rect l="l" t="t" r="r" b="b"/>
              <a:pathLst>
                <a:path w="85" h="39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27"/>
                    <a:pt x="53" y="39"/>
                    <a:pt x="85" y="39"/>
                  </a:cubicBezTo>
                  <a:cubicBezTo>
                    <a:pt x="62" y="19"/>
                    <a:pt x="32" y="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1"/>
            <p:cNvSpPr/>
            <p:nvPr/>
          </p:nvSpPr>
          <p:spPr>
            <a:xfrm>
              <a:off x="9298281" y="4184767"/>
              <a:ext cx="62957" cy="37056"/>
            </a:xfrm>
            <a:custGeom>
              <a:avLst/>
              <a:gdLst/>
              <a:ahLst/>
              <a:cxnLst/>
              <a:rect l="l" t="t" r="r" b="b"/>
              <a:pathLst>
                <a:path w="333" h="196" extrusionOk="0">
                  <a:moveTo>
                    <a:pt x="169" y="0"/>
                  </a:moveTo>
                  <a:cubicBezTo>
                    <a:pt x="131" y="0"/>
                    <a:pt x="93" y="10"/>
                    <a:pt x="61" y="29"/>
                  </a:cubicBezTo>
                  <a:cubicBezTo>
                    <a:pt x="43" y="41"/>
                    <a:pt x="26" y="56"/>
                    <a:pt x="16" y="75"/>
                  </a:cubicBezTo>
                  <a:cubicBezTo>
                    <a:pt x="5" y="94"/>
                    <a:pt x="1" y="117"/>
                    <a:pt x="8" y="138"/>
                  </a:cubicBezTo>
                  <a:cubicBezTo>
                    <a:pt x="22" y="171"/>
                    <a:pt x="61" y="186"/>
                    <a:pt x="97" y="192"/>
                  </a:cubicBezTo>
                  <a:cubicBezTo>
                    <a:pt x="114" y="195"/>
                    <a:pt x="131" y="196"/>
                    <a:pt x="148" y="196"/>
                  </a:cubicBezTo>
                  <a:cubicBezTo>
                    <a:pt x="185" y="196"/>
                    <a:pt x="223" y="190"/>
                    <a:pt x="257" y="179"/>
                  </a:cubicBezTo>
                  <a:cubicBezTo>
                    <a:pt x="286" y="170"/>
                    <a:pt x="316" y="154"/>
                    <a:pt x="325" y="124"/>
                  </a:cubicBezTo>
                  <a:cubicBezTo>
                    <a:pt x="332" y="100"/>
                    <a:pt x="322" y="73"/>
                    <a:pt x="305" y="55"/>
                  </a:cubicBezTo>
                  <a:cubicBezTo>
                    <a:pt x="300" y="49"/>
                    <a:pt x="295" y="45"/>
                    <a:pt x="289" y="40"/>
                  </a:cubicBezTo>
                  <a:lnTo>
                    <a:pt x="289" y="40"/>
                  </a:lnTo>
                  <a:lnTo>
                    <a:pt x="304" y="49"/>
                  </a:lnTo>
                  <a:cubicBezTo>
                    <a:pt x="267" y="17"/>
                    <a:pt x="218" y="0"/>
                    <a:pt x="169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1"/>
            <p:cNvSpPr/>
            <p:nvPr/>
          </p:nvSpPr>
          <p:spPr>
            <a:xfrm>
              <a:off x="9148924" y="3903447"/>
              <a:ext cx="128183" cy="177149"/>
            </a:xfrm>
            <a:custGeom>
              <a:avLst/>
              <a:gdLst/>
              <a:ahLst/>
              <a:cxnLst/>
              <a:rect l="l" t="t" r="r" b="b"/>
              <a:pathLst>
                <a:path w="678" h="937" extrusionOk="0">
                  <a:moveTo>
                    <a:pt x="117" y="0"/>
                  </a:moveTo>
                  <a:cubicBezTo>
                    <a:pt x="1" y="300"/>
                    <a:pt x="14" y="647"/>
                    <a:pt x="150" y="937"/>
                  </a:cubicBezTo>
                  <a:cubicBezTo>
                    <a:pt x="355" y="789"/>
                    <a:pt x="534" y="604"/>
                    <a:pt x="678" y="397"/>
                  </a:cubicBezTo>
                  <a:lnTo>
                    <a:pt x="644" y="251"/>
                  </a:lnTo>
                  <a:cubicBezTo>
                    <a:pt x="473" y="121"/>
                    <a:pt x="299" y="32"/>
                    <a:pt x="117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9160646" y="3914223"/>
              <a:ext cx="84321" cy="156164"/>
            </a:xfrm>
            <a:custGeom>
              <a:avLst/>
              <a:gdLst/>
              <a:ahLst/>
              <a:cxnLst/>
              <a:rect l="l" t="t" r="r" b="b"/>
              <a:pathLst>
                <a:path w="446" h="826" extrusionOk="0">
                  <a:moveTo>
                    <a:pt x="89" y="1"/>
                  </a:moveTo>
                  <a:lnTo>
                    <a:pt x="89" y="1"/>
                  </a:lnTo>
                  <a:cubicBezTo>
                    <a:pt x="0" y="266"/>
                    <a:pt x="9" y="566"/>
                    <a:pt x="117" y="826"/>
                  </a:cubicBezTo>
                  <a:cubicBezTo>
                    <a:pt x="210" y="732"/>
                    <a:pt x="305" y="637"/>
                    <a:pt x="402" y="544"/>
                  </a:cubicBezTo>
                  <a:lnTo>
                    <a:pt x="445" y="488"/>
                  </a:lnTo>
                  <a:cubicBezTo>
                    <a:pt x="403" y="367"/>
                    <a:pt x="326" y="259"/>
                    <a:pt x="224" y="179"/>
                  </a:cubicBezTo>
                  <a:lnTo>
                    <a:pt x="224" y="179"/>
                  </a:lnTo>
                  <a:cubicBezTo>
                    <a:pt x="243" y="189"/>
                    <a:pt x="264" y="200"/>
                    <a:pt x="282" y="209"/>
                  </a:cubicBezTo>
                  <a:cubicBezTo>
                    <a:pt x="245" y="121"/>
                    <a:pt x="165" y="58"/>
                    <a:pt x="8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9391866" y="3903447"/>
              <a:ext cx="128183" cy="177149"/>
            </a:xfrm>
            <a:custGeom>
              <a:avLst/>
              <a:gdLst/>
              <a:ahLst/>
              <a:cxnLst/>
              <a:rect l="l" t="t" r="r" b="b"/>
              <a:pathLst>
                <a:path w="678" h="937" extrusionOk="0">
                  <a:moveTo>
                    <a:pt x="561" y="0"/>
                  </a:moveTo>
                  <a:lnTo>
                    <a:pt x="561" y="0"/>
                  </a:lnTo>
                  <a:cubicBezTo>
                    <a:pt x="379" y="32"/>
                    <a:pt x="205" y="121"/>
                    <a:pt x="33" y="251"/>
                  </a:cubicBezTo>
                  <a:lnTo>
                    <a:pt x="0" y="397"/>
                  </a:lnTo>
                  <a:cubicBezTo>
                    <a:pt x="144" y="604"/>
                    <a:pt x="323" y="789"/>
                    <a:pt x="528" y="937"/>
                  </a:cubicBezTo>
                  <a:cubicBezTo>
                    <a:pt x="664" y="647"/>
                    <a:pt x="677" y="300"/>
                    <a:pt x="56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9424384" y="3914223"/>
              <a:ext cx="84321" cy="156164"/>
            </a:xfrm>
            <a:custGeom>
              <a:avLst/>
              <a:gdLst/>
              <a:ahLst/>
              <a:cxnLst/>
              <a:rect l="l" t="t" r="r" b="b"/>
              <a:pathLst>
                <a:path w="446" h="826" extrusionOk="0">
                  <a:moveTo>
                    <a:pt x="355" y="1"/>
                  </a:moveTo>
                  <a:lnTo>
                    <a:pt x="355" y="1"/>
                  </a:lnTo>
                  <a:cubicBezTo>
                    <a:pt x="279" y="58"/>
                    <a:pt x="199" y="121"/>
                    <a:pt x="162" y="209"/>
                  </a:cubicBezTo>
                  <a:cubicBezTo>
                    <a:pt x="181" y="200"/>
                    <a:pt x="201" y="189"/>
                    <a:pt x="220" y="179"/>
                  </a:cubicBezTo>
                  <a:lnTo>
                    <a:pt x="220" y="179"/>
                  </a:lnTo>
                  <a:cubicBezTo>
                    <a:pt x="118" y="259"/>
                    <a:pt x="41" y="367"/>
                    <a:pt x="0" y="488"/>
                  </a:cubicBezTo>
                  <a:lnTo>
                    <a:pt x="42" y="544"/>
                  </a:lnTo>
                  <a:cubicBezTo>
                    <a:pt x="139" y="637"/>
                    <a:pt x="234" y="732"/>
                    <a:pt x="327" y="826"/>
                  </a:cubicBezTo>
                  <a:cubicBezTo>
                    <a:pt x="434" y="566"/>
                    <a:pt x="445" y="266"/>
                    <a:pt x="355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1"/>
            <p:cNvSpPr/>
            <p:nvPr/>
          </p:nvSpPr>
          <p:spPr>
            <a:xfrm>
              <a:off x="9163671" y="3921407"/>
              <a:ext cx="346925" cy="308735"/>
            </a:xfrm>
            <a:custGeom>
              <a:avLst/>
              <a:gdLst/>
              <a:ahLst/>
              <a:cxnLst/>
              <a:rect l="l" t="t" r="r" b="b"/>
              <a:pathLst>
                <a:path w="1835" h="1633" extrusionOk="0">
                  <a:moveTo>
                    <a:pt x="916" y="0"/>
                  </a:moveTo>
                  <a:cubicBezTo>
                    <a:pt x="891" y="0"/>
                    <a:pt x="865" y="0"/>
                    <a:pt x="841" y="2"/>
                  </a:cubicBezTo>
                  <a:cubicBezTo>
                    <a:pt x="701" y="8"/>
                    <a:pt x="542" y="23"/>
                    <a:pt x="455" y="132"/>
                  </a:cubicBezTo>
                  <a:cubicBezTo>
                    <a:pt x="386" y="219"/>
                    <a:pt x="381" y="341"/>
                    <a:pt x="334" y="445"/>
                  </a:cubicBezTo>
                  <a:cubicBezTo>
                    <a:pt x="278" y="569"/>
                    <a:pt x="159" y="656"/>
                    <a:pt x="91" y="772"/>
                  </a:cubicBezTo>
                  <a:cubicBezTo>
                    <a:pt x="1" y="928"/>
                    <a:pt x="7" y="1134"/>
                    <a:pt x="105" y="1284"/>
                  </a:cubicBezTo>
                  <a:cubicBezTo>
                    <a:pt x="116" y="1262"/>
                    <a:pt x="125" y="1241"/>
                    <a:pt x="137" y="1222"/>
                  </a:cubicBezTo>
                  <a:lnTo>
                    <a:pt x="137" y="1222"/>
                  </a:lnTo>
                  <a:cubicBezTo>
                    <a:pt x="135" y="1287"/>
                    <a:pt x="131" y="1351"/>
                    <a:pt x="129" y="1418"/>
                  </a:cubicBezTo>
                  <a:cubicBezTo>
                    <a:pt x="158" y="1418"/>
                    <a:pt x="183" y="1404"/>
                    <a:pt x="200" y="1382"/>
                  </a:cubicBezTo>
                  <a:cubicBezTo>
                    <a:pt x="208" y="1448"/>
                    <a:pt x="253" y="1504"/>
                    <a:pt x="312" y="1538"/>
                  </a:cubicBezTo>
                  <a:cubicBezTo>
                    <a:pt x="369" y="1572"/>
                    <a:pt x="434" y="1587"/>
                    <a:pt x="500" y="1600"/>
                  </a:cubicBezTo>
                  <a:cubicBezTo>
                    <a:pt x="618" y="1621"/>
                    <a:pt x="740" y="1633"/>
                    <a:pt x="862" y="1633"/>
                  </a:cubicBezTo>
                  <a:cubicBezTo>
                    <a:pt x="881" y="1633"/>
                    <a:pt x="901" y="1633"/>
                    <a:pt x="921" y="1632"/>
                  </a:cubicBezTo>
                  <a:cubicBezTo>
                    <a:pt x="931" y="1632"/>
                    <a:pt x="941" y="1632"/>
                    <a:pt x="951" y="1632"/>
                  </a:cubicBezTo>
                  <a:cubicBezTo>
                    <a:pt x="1082" y="1632"/>
                    <a:pt x="1211" y="1623"/>
                    <a:pt x="1342" y="1600"/>
                  </a:cubicBezTo>
                  <a:cubicBezTo>
                    <a:pt x="1406" y="1588"/>
                    <a:pt x="1473" y="1573"/>
                    <a:pt x="1530" y="1538"/>
                  </a:cubicBezTo>
                  <a:cubicBezTo>
                    <a:pt x="1586" y="1504"/>
                    <a:pt x="1633" y="1448"/>
                    <a:pt x="1640" y="1382"/>
                  </a:cubicBezTo>
                  <a:cubicBezTo>
                    <a:pt x="1657" y="1404"/>
                    <a:pt x="1684" y="1418"/>
                    <a:pt x="1712" y="1418"/>
                  </a:cubicBezTo>
                  <a:cubicBezTo>
                    <a:pt x="1709" y="1351"/>
                    <a:pt x="1706" y="1287"/>
                    <a:pt x="1705" y="1222"/>
                  </a:cubicBezTo>
                  <a:lnTo>
                    <a:pt x="1705" y="1222"/>
                  </a:lnTo>
                  <a:cubicBezTo>
                    <a:pt x="1715" y="1241"/>
                    <a:pt x="1726" y="1262"/>
                    <a:pt x="1737" y="1284"/>
                  </a:cubicBezTo>
                  <a:cubicBezTo>
                    <a:pt x="1829" y="1133"/>
                    <a:pt x="1835" y="928"/>
                    <a:pt x="1743" y="772"/>
                  </a:cubicBezTo>
                  <a:cubicBezTo>
                    <a:pt x="1672" y="653"/>
                    <a:pt x="1556" y="569"/>
                    <a:pt x="1500" y="445"/>
                  </a:cubicBezTo>
                  <a:cubicBezTo>
                    <a:pt x="1452" y="343"/>
                    <a:pt x="1449" y="221"/>
                    <a:pt x="1379" y="132"/>
                  </a:cubicBezTo>
                  <a:cubicBezTo>
                    <a:pt x="1290" y="23"/>
                    <a:pt x="1132" y="8"/>
                    <a:pt x="992" y="2"/>
                  </a:cubicBezTo>
                  <a:cubicBezTo>
                    <a:pt x="968" y="0"/>
                    <a:pt x="940" y="0"/>
                    <a:pt x="916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1"/>
            <p:cNvSpPr/>
            <p:nvPr/>
          </p:nvSpPr>
          <p:spPr>
            <a:xfrm>
              <a:off x="9178796" y="3990414"/>
              <a:ext cx="143686" cy="169776"/>
            </a:xfrm>
            <a:custGeom>
              <a:avLst/>
              <a:gdLst/>
              <a:ahLst/>
              <a:cxnLst/>
              <a:rect l="l" t="t" r="r" b="b"/>
              <a:pathLst>
                <a:path w="760" h="898" extrusionOk="0">
                  <a:moveTo>
                    <a:pt x="333" y="0"/>
                  </a:moveTo>
                  <a:cubicBezTo>
                    <a:pt x="327" y="82"/>
                    <a:pt x="271" y="150"/>
                    <a:pt x="214" y="205"/>
                  </a:cubicBezTo>
                  <a:cubicBezTo>
                    <a:pt x="156" y="263"/>
                    <a:pt x="93" y="317"/>
                    <a:pt x="58" y="392"/>
                  </a:cubicBezTo>
                  <a:cubicBezTo>
                    <a:pt x="79" y="377"/>
                    <a:pt x="100" y="362"/>
                    <a:pt x="122" y="347"/>
                  </a:cubicBezTo>
                  <a:lnTo>
                    <a:pt x="122" y="347"/>
                  </a:lnTo>
                  <a:cubicBezTo>
                    <a:pt x="31" y="451"/>
                    <a:pt x="1" y="603"/>
                    <a:pt x="45" y="735"/>
                  </a:cubicBezTo>
                  <a:cubicBezTo>
                    <a:pt x="51" y="685"/>
                    <a:pt x="73" y="635"/>
                    <a:pt x="106" y="597"/>
                  </a:cubicBezTo>
                  <a:lnTo>
                    <a:pt x="106" y="597"/>
                  </a:lnTo>
                  <a:cubicBezTo>
                    <a:pt x="72" y="674"/>
                    <a:pt x="102" y="769"/>
                    <a:pt x="156" y="833"/>
                  </a:cubicBezTo>
                  <a:cubicBezTo>
                    <a:pt x="179" y="860"/>
                    <a:pt x="204" y="878"/>
                    <a:pt x="233" y="897"/>
                  </a:cubicBezTo>
                  <a:cubicBezTo>
                    <a:pt x="247" y="784"/>
                    <a:pt x="307" y="685"/>
                    <a:pt x="435" y="655"/>
                  </a:cubicBezTo>
                  <a:cubicBezTo>
                    <a:pt x="520" y="633"/>
                    <a:pt x="602" y="622"/>
                    <a:pt x="686" y="622"/>
                  </a:cubicBezTo>
                  <a:cubicBezTo>
                    <a:pt x="708" y="622"/>
                    <a:pt x="731" y="623"/>
                    <a:pt x="753" y="625"/>
                  </a:cubicBezTo>
                  <a:cubicBezTo>
                    <a:pt x="759" y="552"/>
                    <a:pt x="744" y="478"/>
                    <a:pt x="716" y="415"/>
                  </a:cubicBezTo>
                  <a:cubicBezTo>
                    <a:pt x="676" y="326"/>
                    <a:pt x="615" y="249"/>
                    <a:pt x="542" y="183"/>
                  </a:cubicBezTo>
                  <a:lnTo>
                    <a:pt x="542" y="183"/>
                  </a:lnTo>
                  <a:cubicBezTo>
                    <a:pt x="557" y="187"/>
                    <a:pt x="575" y="190"/>
                    <a:pt x="590" y="192"/>
                  </a:cubicBezTo>
                  <a:cubicBezTo>
                    <a:pt x="529" y="100"/>
                    <a:pt x="437" y="32"/>
                    <a:pt x="333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1"/>
            <p:cNvSpPr/>
            <p:nvPr/>
          </p:nvSpPr>
          <p:spPr>
            <a:xfrm>
              <a:off x="9353676" y="3990414"/>
              <a:ext cx="143875" cy="174124"/>
            </a:xfrm>
            <a:custGeom>
              <a:avLst/>
              <a:gdLst/>
              <a:ahLst/>
              <a:cxnLst/>
              <a:rect l="l" t="t" r="r" b="b"/>
              <a:pathLst>
                <a:path w="761" h="921" extrusionOk="0">
                  <a:moveTo>
                    <a:pt x="429" y="0"/>
                  </a:moveTo>
                  <a:cubicBezTo>
                    <a:pt x="324" y="32"/>
                    <a:pt x="231" y="103"/>
                    <a:pt x="172" y="193"/>
                  </a:cubicBezTo>
                  <a:cubicBezTo>
                    <a:pt x="187" y="189"/>
                    <a:pt x="204" y="186"/>
                    <a:pt x="219" y="183"/>
                  </a:cubicBezTo>
                  <a:lnTo>
                    <a:pt x="219" y="183"/>
                  </a:lnTo>
                  <a:cubicBezTo>
                    <a:pt x="148" y="249"/>
                    <a:pt x="85" y="326"/>
                    <a:pt x="45" y="415"/>
                  </a:cubicBezTo>
                  <a:cubicBezTo>
                    <a:pt x="14" y="484"/>
                    <a:pt x="0" y="564"/>
                    <a:pt x="8" y="640"/>
                  </a:cubicBezTo>
                  <a:cubicBezTo>
                    <a:pt x="35" y="635"/>
                    <a:pt x="65" y="632"/>
                    <a:pt x="95" y="632"/>
                  </a:cubicBezTo>
                  <a:cubicBezTo>
                    <a:pt x="200" y="632"/>
                    <a:pt x="312" y="663"/>
                    <a:pt x="373" y="741"/>
                  </a:cubicBezTo>
                  <a:cubicBezTo>
                    <a:pt x="407" y="784"/>
                    <a:pt x="433" y="831"/>
                    <a:pt x="445" y="882"/>
                  </a:cubicBezTo>
                  <a:cubicBezTo>
                    <a:pt x="456" y="896"/>
                    <a:pt x="468" y="907"/>
                    <a:pt x="478" y="920"/>
                  </a:cubicBezTo>
                  <a:cubicBezTo>
                    <a:pt x="528" y="899"/>
                    <a:pt x="572" y="869"/>
                    <a:pt x="605" y="830"/>
                  </a:cubicBezTo>
                  <a:cubicBezTo>
                    <a:pt x="659" y="766"/>
                    <a:pt x="689" y="671"/>
                    <a:pt x="655" y="594"/>
                  </a:cubicBezTo>
                  <a:lnTo>
                    <a:pt x="655" y="594"/>
                  </a:lnTo>
                  <a:cubicBezTo>
                    <a:pt x="688" y="632"/>
                    <a:pt x="710" y="680"/>
                    <a:pt x="717" y="732"/>
                  </a:cubicBezTo>
                  <a:cubicBezTo>
                    <a:pt x="760" y="603"/>
                    <a:pt x="730" y="451"/>
                    <a:pt x="640" y="347"/>
                  </a:cubicBezTo>
                  <a:lnTo>
                    <a:pt x="640" y="347"/>
                  </a:lnTo>
                  <a:cubicBezTo>
                    <a:pt x="661" y="362"/>
                    <a:pt x="680" y="377"/>
                    <a:pt x="703" y="392"/>
                  </a:cubicBezTo>
                  <a:cubicBezTo>
                    <a:pt x="670" y="318"/>
                    <a:pt x="605" y="264"/>
                    <a:pt x="549" y="205"/>
                  </a:cubicBezTo>
                  <a:cubicBezTo>
                    <a:pt x="492" y="148"/>
                    <a:pt x="436" y="82"/>
                    <a:pt x="429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1"/>
            <p:cNvSpPr/>
            <p:nvPr/>
          </p:nvSpPr>
          <p:spPr>
            <a:xfrm>
              <a:off x="9227006" y="4065092"/>
              <a:ext cx="60688" cy="37245"/>
            </a:xfrm>
            <a:custGeom>
              <a:avLst/>
              <a:gdLst/>
              <a:ahLst/>
              <a:cxnLst/>
              <a:rect l="l" t="t" r="r" b="b"/>
              <a:pathLst>
                <a:path w="321" h="197" extrusionOk="0">
                  <a:moveTo>
                    <a:pt x="174" y="0"/>
                  </a:moveTo>
                  <a:cubicBezTo>
                    <a:pt x="148" y="0"/>
                    <a:pt x="122" y="11"/>
                    <a:pt x="103" y="29"/>
                  </a:cubicBezTo>
                  <a:cubicBezTo>
                    <a:pt x="79" y="52"/>
                    <a:pt x="61" y="80"/>
                    <a:pt x="51" y="112"/>
                  </a:cubicBezTo>
                  <a:cubicBezTo>
                    <a:pt x="38" y="116"/>
                    <a:pt x="29" y="121"/>
                    <a:pt x="19" y="126"/>
                  </a:cubicBezTo>
                  <a:cubicBezTo>
                    <a:pt x="14" y="127"/>
                    <a:pt x="8" y="129"/>
                    <a:pt x="7" y="133"/>
                  </a:cubicBezTo>
                  <a:cubicBezTo>
                    <a:pt x="1" y="141"/>
                    <a:pt x="7" y="150"/>
                    <a:pt x="11" y="157"/>
                  </a:cubicBezTo>
                  <a:cubicBezTo>
                    <a:pt x="19" y="169"/>
                    <a:pt x="29" y="178"/>
                    <a:pt x="41" y="186"/>
                  </a:cubicBezTo>
                  <a:cubicBezTo>
                    <a:pt x="44" y="193"/>
                    <a:pt x="52" y="196"/>
                    <a:pt x="60" y="196"/>
                  </a:cubicBezTo>
                  <a:cubicBezTo>
                    <a:pt x="60" y="148"/>
                    <a:pt x="91" y="101"/>
                    <a:pt x="135" y="82"/>
                  </a:cubicBezTo>
                  <a:cubicBezTo>
                    <a:pt x="150" y="75"/>
                    <a:pt x="166" y="71"/>
                    <a:pt x="182" y="71"/>
                  </a:cubicBezTo>
                  <a:cubicBezTo>
                    <a:pt x="197" y="71"/>
                    <a:pt x="211" y="74"/>
                    <a:pt x="225" y="79"/>
                  </a:cubicBezTo>
                  <a:lnTo>
                    <a:pt x="227" y="80"/>
                  </a:lnTo>
                  <a:cubicBezTo>
                    <a:pt x="237" y="95"/>
                    <a:pt x="248" y="112"/>
                    <a:pt x="263" y="124"/>
                  </a:cubicBezTo>
                  <a:cubicBezTo>
                    <a:pt x="272" y="130"/>
                    <a:pt x="284" y="135"/>
                    <a:pt x="295" y="135"/>
                  </a:cubicBezTo>
                  <a:cubicBezTo>
                    <a:pt x="303" y="135"/>
                    <a:pt x="310" y="133"/>
                    <a:pt x="316" y="129"/>
                  </a:cubicBezTo>
                  <a:cubicBezTo>
                    <a:pt x="320" y="124"/>
                    <a:pt x="314" y="115"/>
                    <a:pt x="307" y="109"/>
                  </a:cubicBezTo>
                  <a:cubicBezTo>
                    <a:pt x="299" y="104"/>
                    <a:pt x="290" y="103"/>
                    <a:pt x="283" y="97"/>
                  </a:cubicBezTo>
                  <a:cubicBezTo>
                    <a:pt x="271" y="89"/>
                    <a:pt x="265" y="76"/>
                    <a:pt x="257" y="64"/>
                  </a:cubicBezTo>
                  <a:cubicBezTo>
                    <a:pt x="248" y="43"/>
                    <a:pt x="237" y="23"/>
                    <a:pt x="218" y="12"/>
                  </a:cubicBezTo>
                  <a:cubicBezTo>
                    <a:pt x="204" y="4"/>
                    <a:pt x="189" y="0"/>
                    <a:pt x="174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1"/>
            <p:cNvSpPr/>
            <p:nvPr/>
          </p:nvSpPr>
          <p:spPr>
            <a:xfrm>
              <a:off x="9374661" y="4065092"/>
              <a:ext cx="60310" cy="37245"/>
            </a:xfrm>
            <a:custGeom>
              <a:avLst/>
              <a:gdLst/>
              <a:ahLst/>
              <a:cxnLst/>
              <a:rect l="l" t="t" r="r" b="b"/>
              <a:pathLst>
                <a:path w="319" h="197" extrusionOk="0">
                  <a:moveTo>
                    <a:pt x="146" y="0"/>
                  </a:moveTo>
                  <a:cubicBezTo>
                    <a:pt x="131" y="0"/>
                    <a:pt x="115" y="4"/>
                    <a:pt x="102" y="12"/>
                  </a:cubicBezTo>
                  <a:cubicBezTo>
                    <a:pt x="84" y="23"/>
                    <a:pt x="72" y="43"/>
                    <a:pt x="63" y="64"/>
                  </a:cubicBezTo>
                  <a:cubicBezTo>
                    <a:pt x="55" y="76"/>
                    <a:pt x="49" y="89"/>
                    <a:pt x="39" y="97"/>
                  </a:cubicBezTo>
                  <a:cubicBezTo>
                    <a:pt x="31" y="103"/>
                    <a:pt x="20" y="104"/>
                    <a:pt x="13" y="109"/>
                  </a:cubicBezTo>
                  <a:cubicBezTo>
                    <a:pt x="7" y="115"/>
                    <a:pt x="1" y="124"/>
                    <a:pt x="4" y="129"/>
                  </a:cubicBezTo>
                  <a:cubicBezTo>
                    <a:pt x="10" y="133"/>
                    <a:pt x="17" y="135"/>
                    <a:pt x="24" y="135"/>
                  </a:cubicBezTo>
                  <a:cubicBezTo>
                    <a:pt x="36" y="135"/>
                    <a:pt x="48" y="130"/>
                    <a:pt x="57" y="124"/>
                  </a:cubicBezTo>
                  <a:cubicBezTo>
                    <a:pt x="72" y="112"/>
                    <a:pt x="84" y="95"/>
                    <a:pt x="93" y="80"/>
                  </a:cubicBezTo>
                  <a:lnTo>
                    <a:pt x="94" y="79"/>
                  </a:lnTo>
                  <a:cubicBezTo>
                    <a:pt x="108" y="74"/>
                    <a:pt x="123" y="71"/>
                    <a:pt x="137" y="71"/>
                  </a:cubicBezTo>
                  <a:cubicBezTo>
                    <a:pt x="154" y="71"/>
                    <a:pt x="170" y="75"/>
                    <a:pt x="185" y="82"/>
                  </a:cubicBezTo>
                  <a:cubicBezTo>
                    <a:pt x="229" y="101"/>
                    <a:pt x="260" y="148"/>
                    <a:pt x="260" y="196"/>
                  </a:cubicBezTo>
                  <a:cubicBezTo>
                    <a:pt x="268" y="196"/>
                    <a:pt x="275" y="193"/>
                    <a:pt x="280" y="186"/>
                  </a:cubicBezTo>
                  <a:cubicBezTo>
                    <a:pt x="290" y="178"/>
                    <a:pt x="302" y="169"/>
                    <a:pt x="310" y="157"/>
                  </a:cubicBezTo>
                  <a:cubicBezTo>
                    <a:pt x="313" y="150"/>
                    <a:pt x="319" y="141"/>
                    <a:pt x="313" y="133"/>
                  </a:cubicBezTo>
                  <a:cubicBezTo>
                    <a:pt x="311" y="129"/>
                    <a:pt x="305" y="127"/>
                    <a:pt x="302" y="126"/>
                  </a:cubicBezTo>
                  <a:cubicBezTo>
                    <a:pt x="290" y="121"/>
                    <a:pt x="281" y="116"/>
                    <a:pt x="269" y="112"/>
                  </a:cubicBezTo>
                  <a:cubicBezTo>
                    <a:pt x="259" y="80"/>
                    <a:pt x="242" y="52"/>
                    <a:pt x="216" y="29"/>
                  </a:cubicBezTo>
                  <a:cubicBezTo>
                    <a:pt x="198" y="11"/>
                    <a:pt x="171" y="0"/>
                    <a:pt x="14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1"/>
            <p:cNvSpPr/>
            <p:nvPr/>
          </p:nvSpPr>
          <p:spPr>
            <a:xfrm>
              <a:off x="9223603" y="4108576"/>
              <a:ext cx="215150" cy="105685"/>
            </a:xfrm>
            <a:custGeom>
              <a:avLst/>
              <a:gdLst/>
              <a:ahLst/>
              <a:cxnLst/>
              <a:rect l="l" t="t" r="r" b="b"/>
              <a:pathLst>
                <a:path w="1138" h="559" extrusionOk="0">
                  <a:moveTo>
                    <a:pt x="771" y="1"/>
                  </a:moveTo>
                  <a:cubicBezTo>
                    <a:pt x="722" y="1"/>
                    <a:pt x="672" y="5"/>
                    <a:pt x="623" y="15"/>
                  </a:cubicBezTo>
                  <a:cubicBezTo>
                    <a:pt x="605" y="18"/>
                    <a:pt x="584" y="22"/>
                    <a:pt x="566" y="27"/>
                  </a:cubicBezTo>
                  <a:cubicBezTo>
                    <a:pt x="547" y="22"/>
                    <a:pt x="525" y="16"/>
                    <a:pt x="507" y="15"/>
                  </a:cubicBezTo>
                  <a:cubicBezTo>
                    <a:pt x="457" y="6"/>
                    <a:pt x="408" y="2"/>
                    <a:pt x="358" y="2"/>
                  </a:cubicBezTo>
                  <a:cubicBezTo>
                    <a:pt x="313" y="2"/>
                    <a:pt x="268" y="5"/>
                    <a:pt x="224" y="12"/>
                  </a:cubicBezTo>
                  <a:cubicBezTo>
                    <a:pt x="156" y="24"/>
                    <a:pt x="87" y="46"/>
                    <a:pt x="41" y="98"/>
                  </a:cubicBezTo>
                  <a:cubicBezTo>
                    <a:pt x="46" y="97"/>
                    <a:pt x="51" y="97"/>
                    <a:pt x="55" y="97"/>
                  </a:cubicBezTo>
                  <a:cubicBezTo>
                    <a:pt x="130" y="97"/>
                    <a:pt x="204" y="120"/>
                    <a:pt x="265" y="165"/>
                  </a:cubicBezTo>
                  <a:cubicBezTo>
                    <a:pt x="213" y="140"/>
                    <a:pt x="160" y="120"/>
                    <a:pt x="103" y="114"/>
                  </a:cubicBezTo>
                  <a:cubicBezTo>
                    <a:pt x="93" y="114"/>
                    <a:pt x="82" y="113"/>
                    <a:pt x="71" y="113"/>
                  </a:cubicBezTo>
                  <a:cubicBezTo>
                    <a:pt x="56" y="113"/>
                    <a:pt x="40" y="114"/>
                    <a:pt x="26" y="116"/>
                  </a:cubicBezTo>
                  <a:cubicBezTo>
                    <a:pt x="11" y="141"/>
                    <a:pt x="4" y="168"/>
                    <a:pt x="1" y="197"/>
                  </a:cubicBezTo>
                  <a:cubicBezTo>
                    <a:pt x="33" y="192"/>
                    <a:pt x="65" y="189"/>
                    <a:pt x="98" y="189"/>
                  </a:cubicBezTo>
                  <a:cubicBezTo>
                    <a:pt x="189" y="189"/>
                    <a:pt x="280" y="210"/>
                    <a:pt x="363" y="251"/>
                  </a:cubicBezTo>
                  <a:cubicBezTo>
                    <a:pt x="288" y="230"/>
                    <a:pt x="209" y="212"/>
                    <a:pt x="129" y="212"/>
                  </a:cubicBezTo>
                  <a:cubicBezTo>
                    <a:pt x="121" y="212"/>
                    <a:pt x="112" y="212"/>
                    <a:pt x="103" y="212"/>
                  </a:cubicBezTo>
                  <a:cubicBezTo>
                    <a:pt x="69" y="214"/>
                    <a:pt x="34" y="220"/>
                    <a:pt x="1" y="229"/>
                  </a:cubicBezTo>
                  <a:cubicBezTo>
                    <a:pt x="2" y="271"/>
                    <a:pt x="16" y="312"/>
                    <a:pt x="35" y="349"/>
                  </a:cubicBezTo>
                  <a:cubicBezTo>
                    <a:pt x="105" y="320"/>
                    <a:pt x="179" y="303"/>
                    <a:pt x="254" y="303"/>
                  </a:cubicBezTo>
                  <a:cubicBezTo>
                    <a:pt x="265" y="303"/>
                    <a:pt x="276" y="303"/>
                    <a:pt x="287" y="304"/>
                  </a:cubicBezTo>
                  <a:cubicBezTo>
                    <a:pt x="204" y="306"/>
                    <a:pt x="124" y="340"/>
                    <a:pt x="61" y="393"/>
                  </a:cubicBezTo>
                  <a:cubicBezTo>
                    <a:pt x="123" y="484"/>
                    <a:pt x="219" y="559"/>
                    <a:pt x="329" y="559"/>
                  </a:cubicBezTo>
                  <a:cubicBezTo>
                    <a:pt x="420" y="559"/>
                    <a:pt x="500" y="512"/>
                    <a:pt x="568" y="449"/>
                  </a:cubicBezTo>
                  <a:cubicBezTo>
                    <a:pt x="635" y="512"/>
                    <a:pt x="714" y="559"/>
                    <a:pt x="804" y="559"/>
                  </a:cubicBezTo>
                  <a:cubicBezTo>
                    <a:pt x="917" y="559"/>
                    <a:pt x="1018" y="479"/>
                    <a:pt x="1079" y="386"/>
                  </a:cubicBezTo>
                  <a:cubicBezTo>
                    <a:pt x="1088" y="371"/>
                    <a:pt x="1095" y="355"/>
                    <a:pt x="1103" y="339"/>
                  </a:cubicBezTo>
                  <a:cubicBezTo>
                    <a:pt x="1041" y="309"/>
                    <a:pt x="975" y="291"/>
                    <a:pt x="905" y="289"/>
                  </a:cubicBezTo>
                  <a:cubicBezTo>
                    <a:pt x="923" y="287"/>
                    <a:pt x="941" y="286"/>
                    <a:pt x="959" y="286"/>
                  </a:cubicBezTo>
                  <a:cubicBezTo>
                    <a:pt x="1011" y="286"/>
                    <a:pt x="1064" y="294"/>
                    <a:pt x="1113" y="310"/>
                  </a:cubicBezTo>
                  <a:cubicBezTo>
                    <a:pt x="1132" y="265"/>
                    <a:pt x="1138" y="218"/>
                    <a:pt x="1127" y="173"/>
                  </a:cubicBezTo>
                  <a:cubicBezTo>
                    <a:pt x="1114" y="172"/>
                    <a:pt x="1101" y="172"/>
                    <a:pt x="1089" y="172"/>
                  </a:cubicBezTo>
                  <a:cubicBezTo>
                    <a:pt x="973" y="172"/>
                    <a:pt x="858" y="202"/>
                    <a:pt x="761" y="262"/>
                  </a:cubicBezTo>
                  <a:cubicBezTo>
                    <a:pt x="853" y="189"/>
                    <a:pt x="972" y="151"/>
                    <a:pt x="1090" y="151"/>
                  </a:cubicBezTo>
                  <a:cubicBezTo>
                    <a:pt x="1101" y="151"/>
                    <a:pt x="1112" y="151"/>
                    <a:pt x="1123" y="152"/>
                  </a:cubicBezTo>
                  <a:cubicBezTo>
                    <a:pt x="1118" y="140"/>
                    <a:pt x="1112" y="129"/>
                    <a:pt x="1104" y="117"/>
                  </a:cubicBezTo>
                  <a:cubicBezTo>
                    <a:pt x="1092" y="98"/>
                    <a:pt x="1074" y="79"/>
                    <a:pt x="1056" y="67"/>
                  </a:cubicBezTo>
                  <a:cubicBezTo>
                    <a:pt x="973" y="75"/>
                    <a:pt x="890" y="99"/>
                    <a:pt x="818" y="140"/>
                  </a:cubicBezTo>
                  <a:cubicBezTo>
                    <a:pt x="874" y="92"/>
                    <a:pt x="942" y="57"/>
                    <a:pt x="1012" y="42"/>
                  </a:cubicBezTo>
                  <a:cubicBezTo>
                    <a:pt x="979" y="27"/>
                    <a:pt x="943" y="18"/>
                    <a:pt x="907" y="12"/>
                  </a:cubicBezTo>
                  <a:cubicBezTo>
                    <a:pt x="862" y="4"/>
                    <a:pt x="816" y="1"/>
                    <a:pt x="7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1"/>
            <p:cNvSpPr/>
            <p:nvPr/>
          </p:nvSpPr>
          <p:spPr>
            <a:xfrm>
              <a:off x="9303953" y="4099879"/>
              <a:ext cx="57285" cy="42917"/>
            </a:xfrm>
            <a:custGeom>
              <a:avLst/>
              <a:gdLst/>
              <a:ahLst/>
              <a:cxnLst/>
              <a:rect l="l" t="t" r="r" b="b"/>
              <a:pathLst>
                <a:path w="303" h="227" extrusionOk="0">
                  <a:moveTo>
                    <a:pt x="152" y="0"/>
                  </a:moveTo>
                  <a:cubicBezTo>
                    <a:pt x="69" y="0"/>
                    <a:pt x="1" y="38"/>
                    <a:pt x="1" y="83"/>
                  </a:cubicBezTo>
                  <a:cubicBezTo>
                    <a:pt x="1" y="128"/>
                    <a:pt x="69" y="227"/>
                    <a:pt x="152" y="227"/>
                  </a:cubicBezTo>
                  <a:cubicBezTo>
                    <a:pt x="235" y="227"/>
                    <a:pt x="302" y="128"/>
                    <a:pt x="302" y="83"/>
                  </a:cubicBezTo>
                  <a:cubicBezTo>
                    <a:pt x="302" y="37"/>
                    <a:pt x="235" y="0"/>
                    <a:pt x="152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9309247" y="4105551"/>
              <a:ext cx="24578" cy="10398"/>
            </a:xfrm>
            <a:custGeom>
              <a:avLst/>
              <a:gdLst/>
              <a:ahLst/>
              <a:cxnLst/>
              <a:rect l="l" t="t" r="r" b="b"/>
              <a:pathLst>
                <a:path w="130" h="55" extrusionOk="0">
                  <a:moveTo>
                    <a:pt x="96" y="0"/>
                  </a:moveTo>
                  <a:cubicBezTo>
                    <a:pt x="67" y="0"/>
                    <a:pt x="38" y="10"/>
                    <a:pt x="15" y="26"/>
                  </a:cubicBezTo>
                  <a:cubicBezTo>
                    <a:pt x="8" y="32"/>
                    <a:pt x="0" y="44"/>
                    <a:pt x="6" y="52"/>
                  </a:cubicBezTo>
                  <a:cubicBezTo>
                    <a:pt x="11" y="55"/>
                    <a:pt x="17" y="55"/>
                    <a:pt x="23" y="55"/>
                  </a:cubicBezTo>
                  <a:cubicBezTo>
                    <a:pt x="56" y="52"/>
                    <a:pt x="90" y="40"/>
                    <a:pt x="121" y="23"/>
                  </a:cubicBezTo>
                  <a:cubicBezTo>
                    <a:pt x="124" y="19"/>
                    <a:pt x="130" y="16"/>
                    <a:pt x="128" y="10"/>
                  </a:cubicBezTo>
                  <a:cubicBezTo>
                    <a:pt x="127" y="7"/>
                    <a:pt x="122" y="4"/>
                    <a:pt x="116" y="2"/>
                  </a:cubicBezTo>
                  <a:cubicBezTo>
                    <a:pt x="110" y="1"/>
                    <a:pt x="103" y="0"/>
                    <a:pt x="9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9277485" y="4134666"/>
              <a:ext cx="109088" cy="55962"/>
            </a:xfrm>
            <a:custGeom>
              <a:avLst/>
              <a:gdLst/>
              <a:ahLst/>
              <a:cxnLst/>
              <a:rect l="l" t="t" r="r" b="b"/>
              <a:pathLst>
                <a:path w="577" h="296" extrusionOk="0">
                  <a:moveTo>
                    <a:pt x="272" y="0"/>
                  </a:moveTo>
                  <a:cubicBezTo>
                    <a:pt x="274" y="50"/>
                    <a:pt x="277" y="98"/>
                    <a:pt x="280" y="145"/>
                  </a:cubicBezTo>
                  <a:cubicBezTo>
                    <a:pt x="280" y="159"/>
                    <a:pt x="281" y="172"/>
                    <a:pt x="275" y="186"/>
                  </a:cubicBezTo>
                  <a:cubicBezTo>
                    <a:pt x="268" y="204"/>
                    <a:pt x="249" y="217"/>
                    <a:pt x="231" y="228"/>
                  </a:cubicBezTo>
                  <a:cubicBezTo>
                    <a:pt x="207" y="246"/>
                    <a:pt x="182" y="263"/>
                    <a:pt x="151" y="269"/>
                  </a:cubicBezTo>
                  <a:cubicBezTo>
                    <a:pt x="143" y="271"/>
                    <a:pt x="134" y="271"/>
                    <a:pt x="126" y="271"/>
                  </a:cubicBezTo>
                  <a:cubicBezTo>
                    <a:pt x="92" y="271"/>
                    <a:pt x="58" y="258"/>
                    <a:pt x="28" y="242"/>
                  </a:cubicBezTo>
                  <a:cubicBezTo>
                    <a:pt x="23" y="239"/>
                    <a:pt x="17" y="236"/>
                    <a:pt x="11" y="236"/>
                  </a:cubicBezTo>
                  <a:cubicBezTo>
                    <a:pt x="7" y="236"/>
                    <a:pt x="3" y="238"/>
                    <a:pt x="2" y="242"/>
                  </a:cubicBezTo>
                  <a:cubicBezTo>
                    <a:pt x="1" y="249"/>
                    <a:pt x="8" y="255"/>
                    <a:pt x="16" y="258"/>
                  </a:cubicBezTo>
                  <a:cubicBezTo>
                    <a:pt x="52" y="277"/>
                    <a:pt x="90" y="295"/>
                    <a:pt x="129" y="295"/>
                  </a:cubicBezTo>
                  <a:cubicBezTo>
                    <a:pt x="135" y="295"/>
                    <a:pt x="140" y="295"/>
                    <a:pt x="145" y="294"/>
                  </a:cubicBezTo>
                  <a:cubicBezTo>
                    <a:pt x="192" y="287"/>
                    <a:pt x="234" y="254"/>
                    <a:pt x="280" y="254"/>
                  </a:cubicBezTo>
                  <a:lnTo>
                    <a:pt x="290" y="254"/>
                  </a:lnTo>
                  <a:cubicBezTo>
                    <a:pt x="335" y="254"/>
                    <a:pt x="378" y="288"/>
                    <a:pt x="424" y="294"/>
                  </a:cubicBezTo>
                  <a:cubicBezTo>
                    <a:pt x="430" y="295"/>
                    <a:pt x="437" y="296"/>
                    <a:pt x="443" y="296"/>
                  </a:cubicBezTo>
                  <a:cubicBezTo>
                    <a:pt x="482" y="296"/>
                    <a:pt x="520" y="276"/>
                    <a:pt x="554" y="258"/>
                  </a:cubicBezTo>
                  <a:cubicBezTo>
                    <a:pt x="569" y="257"/>
                    <a:pt x="577" y="249"/>
                    <a:pt x="575" y="242"/>
                  </a:cubicBezTo>
                  <a:cubicBezTo>
                    <a:pt x="573" y="238"/>
                    <a:pt x="570" y="236"/>
                    <a:pt x="566" y="236"/>
                  </a:cubicBezTo>
                  <a:cubicBezTo>
                    <a:pt x="561" y="236"/>
                    <a:pt x="554" y="239"/>
                    <a:pt x="548" y="242"/>
                  </a:cubicBezTo>
                  <a:cubicBezTo>
                    <a:pt x="518" y="258"/>
                    <a:pt x="485" y="271"/>
                    <a:pt x="452" y="271"/>
                  </a:cubicBezTo>
                  <a:cubicBezTo>
                    <a:pt x="443" y="271"/>
                    <a:pt x="434" y="271"/>
                    <a:pt x="426" y="269"/>
                  </a:cubicBezTo>
                  <a:cubicBezTo>
                    <a:pt x="396" y="263"/>
                    <a:pt x="372" y="246"/>
                    <a:pt x="344" y="228"/>
                  </a:cubicBezTo>
                  <a:cubicBezTo>
                    <a:pt x="328" y="217"/>
                    <a:pt x="310" y="204"/>
                    <a:pt x="302" y="186"/>
                  </a:cubicBezTo>
                  <a:cubicBezTo>
                    <a:pt x="298" y="172"/>
                    <a:pt x="298" y="159"/>
                    <a:pt x="298" y="145"/>
                  </a:cubicBezTo>
                  <a:cubicBezTo>
                    <a:pt x="299" y="97"/>
                    <a:pt x="304" y="47"/>
                    <a:pt x="30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9645205" y="4381200"/>
              <a:ext cx="215717" cy="471516"/>
            </a:xfrm>
            <a:custGeom>
              <a:avLst/>
              <a:gdLst/>
              <a:ahLst/>
              <a:cxnLst/>
              <a:rect l="l" t="t" r="r" b="b"/>
              <a:pathLst>
                <a:path w="1141" h="2494" extrusionOk="0">
                  <a:moveTo>
                    <a:pt x="622" y="1"/>
                  </a:moveTo>
                  <a:cubicBezTo>
                    <a:pt x="215" y="559"/>
                    <a:pt x="1" y="1266"/>
                    <a:pt x="20" y="1967"/>
                  </a:cubicBezTo>
                  <a:cubicBezTo>
                    <a:pt x="23" y="2027"/>
                    <a:pt x="28" y="2092"/>
                    <a:pt x="57" y="2142"/>
                  </a:cubicBezTo>
                  <a:cubicBezTo>
                    <a:pt x="34" y="2164"/>
                    <a:pt x="26" y="2199"/>
                    <a:pt x="20" y="2232"/>
                  </a:cubicBezTo>
                  <a:cubicBezTo>
                    <a:pt x="8" y="2314"/>
                    <a:pt x="4" y="2416"/>
                    <a:pt x="70" y="2462"/>
                  </a:cubicBezTo>
                  <a:cubicBezTo>
                    <a:pt x="103" y="2484"/>
                    <a:pt x="146" y="2486"/>
                    <a:pt x="185" y="2486"/>
                  </a:cubicBezTo>
                  <a:cubicBezTo>
                    <a:pt x="471" y="2487"/>
                    <a:pt x="759" y="2492"/>
                    <a:pt x="1046" y="2493"/>
                  </a:cubicBezTo>
                  <a:cubicBezTo>
                    <a:pt x="1091" y="2374"/>
                    <a:pt x="1014" y="2235"/>
                    <a:pt x="906" y="2178"/>
                  </a:cubicBezTo>
                  <a:cubicBezTo>
                    <a:pt x="836" y="2143"/>
                    <a:pt x="759" y="2132"/>
                    <a:pt x="681" y="2132"/>
                  </a:cubicBezTo>
                  <a:cubicBezTo>
                    <a:pt x="636" y="2132"/>
                    <a:pt x="591" y="2135"/>
                    <a:pt x="547" y="2140"/>
                  </a:cubicBezTo>
                  <a:cubicBezTo>
                    <a:pt x="538" y="2142"/>
                    <a:pt x="526" y="2142"/>
                    <a:pt x="517" y="2145"/>
                  </a:cubicBezTo>
                  <a:cubicBezTo>
                    <a:pt x="666" y="2041"/>
                    <a:pt x="779" y="1875"/>
                    <a:pt x="875" y="1712"/>
                  </a:cubicBezTo>
                  <a:cubicBezTo>
                    <a:pt x="1014" y="1477"/>
                    <a:pt x="1141" y="1216"/>
                    <a:pt x="1136" y="942"/>
                  </a:cubicBezTo>
                  <a:cubicBezTo>
                    <a:pt x="1129" y="571"/>
                    <a:pt x="886" y="249"/>
                    <a:pt x="622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9715346" y="4450585"/>
              <a:ext cx="28548" cy="45753"/>
            </a:xfrm>
            <a:custGeom>
              <a:avLst/>
              <a:gdLst/>
              <a:ahLst/>
              <a:cxnLst/>
              <a:rect l="l" t="t" r="r" b="b"/>
              <a:pathLst>
                <a:path w="151" h="242" extrusionOk="0">
                  <a:moveTo>
                    <a:pt x="150" y="0"/>
                  </a:moveTo>
                  <a:lnTo>
                    <a:pt x="150" y="0"/>
                  </a:lnTo>
                  <a:cubicBezTo>
                    <a:pt x="63" y="47"/>
                    <a:pt x="4" y="142"/>
                    <a:pt x="1" y="241"/>
                  </a:cubicBezTo>
                  <a:cubicBezTo>
                    <a:pt x="72" y="176"/>
                    <a:pt x="124" y="92"/>
                    <a:pt x="1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9696630" y="4516377"/>
              <a:ext cx="12100" cy="21553"/>
            </a:xfrm>
            <a:custGeom>
              <a:avLst/>
              <a:gdLst/>
              <a:ahLst/>
              <a:cxnLst/>
              <a:rect l="l" t="t" r="r" b="b"/>
              <a:pathLst>
                <a:path w="64" h="114" extrusionOk="0">
                  <a:moveTo>
                    <a:pt x="55" y="0"/>
                  </a:moveTo>
                  <a:cubicBezTo>
                    <a:pt x="20" y="28"/>
                    <a:pt x="0" y="70"/>
                    <a:pt x="0" y="113"/>
                  </a:cubicBezTo>
                  <a:cubicBezTo>
                    <a:pt x="39" y="92"/>
                    <a:pt x="64" y="44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9734441" y="4793539"/>
              <a:ext cx="106630" cy="61634"/>
            </a:xfrm>
            <a:custGeom>
              <a:avLst/>
              <a:gdLst/>
              <a:ahLst/>
              <a:cxnLst/>
              <a:rect l="l" t="t" r="r" b="b"/>
              <a:pathLst>
                <a:path w="564" h="326" extrusionOk="0">
                  <a:moveTo>
                    <a:pt x="281" y="0"/>
                  </a:moveTo>
                  <a:cubicBezTo>
                    <a:pt x="208" y="0"/>
                    <a:pt x="140" y="58"/>
                    <a:pt x="140" y="131"/>
                  </a:cubicBezTo>
                  <a:cubicBezTo>
                    <a:pt x="130" y="128"/>
                    <a:pt x="119" y="126"/>
                    <a:pt x="109" y="126"/>
                  </a:cubicBezTo>
                  <a:cubicBezTo>
                    <a:pt x="76" y="126"/>
                    <a:pt x="44" y="143"/>
                    <a:pt x="26" y="170"/>
                  </a:cubicBezTo>
                  <a:cubicBezTo>
                    <a:pt x="1" y="207"/>
                    <a:pt x="8" y="259"/>
                    <a:pt x="39" y="290"/>
                  </a:cubicBezTo>
                  <a:cubicBezTo>
                    <a:pt x="57" y="307"/>
                    <a:pt x="82" y="316"/>
                    <a:pt x="107" y="316"/>
                  </a:cubicBezTo>
                  <a:cubicBezTo>
                    <a:pt x="126" y="316"/>
                    <a:pt x="144" y="311"/>
                    <a:pt x="159" y="300"/>
                  </a:cubicBezTo>
                  <a:cubicBezTo>
                    <a:pt x="192" y="317"/>
                    <a:pt x="229" y="325"/>
                    <a:pt x="266" y="325"/>
                  </a:cubicBezTo>
                  <a:cubicBezTo>
                    <a:pt x="306" y="325"/>
                    <a:pt x="346" y="315"/>
                    <a:pt x="381" y="296"/>
                  </a:cubicBezTo>
                  <a:cubicBezTo>
                    <a:pt x="416" y="308"/>
                    <a:pt x="456" y="314"/>
                    <a:pt x="494" y="314"/>
                  </a:cubicBezTo>
                  <a:cubicBezTo>
                    <a:pt x="533" y="314"/>
                    <a:pt x="563" y="282"/>
                    <a:pt x="559" y="244"/>
                  </a:cubicBezTo>
                  <a:cubicBezTo>
                    <a:pt x="559" y="237"/>
                    <a:pt x="557" y="231"/>
                    <a:pt x="557" y="223"/>
                  </a:cubicBezTo>
                  <a:cubicBezTo>
                    <a:pt x="554" y="195"/>
                    <a:pt x="548" y="164"/>
                    <a:pt x="526" y="146"/>
                  </a:cubicBezTo>
                  <a:cubicBezTo>
                    <a:pt x="516" y="138"/>
                    <a:pt x="504" y="134"/>
                    <a:pt x="491" y="134"/>
                  </a:cubicBezTo>
                  <a:cubicBezTo>
                    <a:pt x="474" y="134"/>
                    <a:pt x="458" y="142"/>
                    <a:pt x="453" y="158"/>
                  </a:cubicBezTo>
                  <a:cubicBezTo>
                    <a:pt x="441" y="82"/>
                    <a:pt x="378" y="12"/>
                    <a:pt x="301" y="2"/>
                  </a:cubicBezTo>
                  <a:cubicBezTo>
                    <a:pt x="294" y="1"/>
                    <a:pt x="287" y="0"/>
                    <a:pt x="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9685664" y="4730393"/>
              <a:ext cx="110033" cy="67494"/>
            </a:xfrm>
            <a:custGeom>
              <a:avLst/>
              <a:gdLst/>
              <a:ahLst/>
              <a:cxnLst/>
              <a:rect l="l" t="t" r="r" b="b"/>
              <a:pathLst>
                <a:path w="582" h="357" extrusionOk="0">
                  <a:moveTo>
                    <a:pt x="582" y="1"/>
                  </a:moveTo>
                  <a:cubicBezTo>
                    <a:pt x="514" y="91"/>
                    <a:pt x="417" y="159"/>
                    <a:pt x="318" y="212"/>
                  </a:cubicBezTo>
                  <a:cubicBezTo>
                    <a:pt x="215" y="263"/>
                    <a:pt x="108" y="301"/>
                    <a:pt x="1" y="337"/>
                  </a:cubicBezTo>
                  <a:cubicBezTo>
                    <a:pt x="35" y="350"/>
                    <a:pt x="72" y="356"/>
                    <a:pt x="108" y="356"/>
                  </a:cubicBezTo>
                  <a:cubicBezTo>
                    <a:pt x="192" y="356"/>
                    <a:pt x="277" y="325"/>
                    <a:pt x="346" y="277"/>
                  </a:cubicBezTo>
                  <a:cubicBezTo>
                    <a:pt x="446" y="207"/>
                    <a:pt x="517" y="103"/>
                    <a:pt x="582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9686042" y="4748732"/>
              <a:ext cx="72788" cy="23065"/>
            </a:xfrm>
            <a:custGeom>
              <a:avLst/>
              <a:gdLst/>
              <a:ahLst/>
              <a:cxnLst/>
              <a:rect l="l" t="t" r="r" b="b"/>
              <a:pathLst>
                <a:path w="385" h="122" extrusionOk="0">
                  <a:moveTo>
                    <a:pt x="385" y="0"/>
                  </a:moveTo>
                  <a:lnTo>
                    <a:pt x="385" y="0"/>
                  </a:lnTo>
                  <a:cubicBezTo>
                    <a:pt x="293" y="40"/>
                    <a:pt x="194" y="61"/>
                    <a:pt x="95" y="61"/>
                  </a:cubicBezTo>
                  <a:cubicBezTo>
                    <a:pt x="80" y="61"/>
                    <a:pt x="65" y="60"/>
                    <a:pt x="50" y="59"/>
                  </a:cubicBezTo>
                  <a:cubicBezTo>
                    <a:pt x="47" y="59"/>
                    <a:pt x="44" y="59"/>
                    <a:pt x="41" y="59"/>
                  </a:cubicBezTo>
                  <a:cubicBezTo>
                    <a:pt x="26" y="59"/>
                    <a:pt x="11" y="62"/>
                    <a:pt x="7" y="74"/>
                  </a:cubicBezTo>
                  <a:cubicBezTo>
                    <a:pt x="0" y="88"/>
                    <a:pt x="14" y="103"/>
                    <a:pt x="28" y="107"/>
                  </a:cubicBezTo>
                  <a:cubicBezTo>
                    <a:pt x="47" y="119"/>
                    <a:pt x="71" y="122"/>
                    <a:pt x="94" y="122"/>
                  </a:cubicBezTo>
                  <a:cubicBezTo>
                    <a:pt x="102" y="122"/>
                    <a:pt x="109" y="121"/>
                    <a:pt x="117" y="121"/>
                  </a:cubicBezTo>
                  <a:cubicBezTo>
                    <a:pt x="203" y="118"/>
                    <a:pt x="316" y="55"/>
                    <a:pt x="38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9456335" y="4204807"/>
              <a:ext cx="195677" cy="679293"/>
            </a:xfrm>
            <a:custGeom>
              <a:avLst/>
              <a:gdLst/>
              <a:ahLst/>
              <a:cxnLst/>
              <a:rect l="l" t="t" r="r" b="b"/>
              <a:pathLst>
                <a:path w="1035" h="3593" extrusionOk="0">
                  <a:moveTo>
                    <a:pt x="465" y="1"/>
                  </a:moveTo>
                  <a:cubicBezTo>
                    <a:pt x="394" y="1"/>
                    <a:pt x="325" y="22"/>
                    <a:pt x="267" y="70"/>
                  </a:cubicBezTo>
                  <a:cubicBezTo>
                    <a:pt x="192" y="133"/>
                    <a:pt x="149" y="232"/>
                    <a:pt x="121" y="335"/>
                  </a:cubicBezTo>
                  <a:cubicBezTo>
                    <a:pt x="0" y="753"/>
                    <a:pt x="106" y="1006"/>
                    <a:pt x="364" y="1344"/>
                  </a:cubicBezTo>
                  <a:cubicBezTo>
                    <a:pt x="386" y="1374"/>
                    <a:pt x="409" y="1415"/>
                    <a:pt x="436" y="1464"/>
                  </a:cubicBezTo>
                  <a:cubicBezTo>
                    <a:pt x="573" y="1861"/>
                    <a:pt x="707" y="2259"/>
                    <a:pt x="694" y="2668"/>
                  </a:cubicBezTo>
                  <a:cubicBezTo>
                    <a:pt x="688" y="2840"/>
                    <a:pt x="656" y="3012"/>
                    <a:pt x="599" y="3174"/>
                  </a:cubicBezTo>
                  <a:cubicBezTo>
                    <a:pt x="541" y="3220"/>
                    <a:pt x="513" y="3294"/>
                    <a:pt x="498" y="3367"/>
                  </a:cubicBezTo>
                  <a:cubicBezTo>
                    <a:pt x="490" y="3401"/>
                    <a:pt x="486" y="3437"/>
                    <a:pt x="492" y="3473"/>
                  </a:cubicBezTo>
                  <a:cubicBezTo>
                    <a:pt x="499" y="3508"/>
                    <a:pt x="522" y="3541"/>
                    <a:pt x="555" y="3554"/>
                  </a:cubicBezTo>
                  <a:cubicBezTo>
                    <a:pt x="564" y="3558"/>
                    <a:pt x="573" y="3560"/>
                    <a:pt x="582" y="3560"/>
                  </a:cubicBezTo>
                  <a:cubicBezTo>
                    <a:pt x="609" y="3560"/>
                    <a:pt x="636" y="3546"/>
                    <a:pt x="647" y="3523"/>
                  </a:cubicBezTo>
                  <a:cubicBezTo>
                    <a:pt x="670" y="3562"/>
                    <a:pt x="710" y="3588"/>
                    <a:pt x="756" y="3592"/>
                  </a:cubicBezTo>
                  <a:cubicBezTo>
                    <a:pt x="759" y="3592"/>
                    <a:pt x="762" y="3592"/>
                    <a:pt x="765" y="3592"/>
                  </a:cubicBezTo>
                  <a:cubicBezTo>
                    <a:pt x="807" y="3592"/>
                    <a:pt x="848" y="3574"/>
                    <a:pt x="875" y="3541"/>
                  </a:cubicBezTo>
                  <a:cubicBezTo>
                    <a:pt x="885" y="3549"/>
                    <a:pt x="898" y="3553"/>
                    <a:pt x="911" y="3553"/>
                  </a:cubicBezTo>
                  <a:cubicBezTo>
                    <a:pt x="928" y="3553"/>
                    <a:pt x="947" y="3546"/>
                    <a:pt x="961" y="3535"/>
                  </a:cubicBezTo>
                  <a:cubicBezTo>
                    <a:pt x="986" y="3517"/>
                    <a:pt x="998" y="3487"/>
                    <a:pt x="1006" y="3456"/>
                  </a:cubicBezTo>
                  <a:cubicBezTo>
                    <a:pt x="1035" y="3361"/>
                    <a:pt x="1022" y="3256"/>
                    <a:pt x="973" y="3168"/>
                  </a:cubicBezTo>
                  <a:cubicBezTo>
                    <a:pt x="959" y="2621"/>
                    <a:pt x="947" y="2077"/>
                    <a:pt x="932" y="1529"/>
                  </a:cubicBezTo>
                  <a:cubicBezTo>
                    <a:pt x="952" y="1476"/>
                    <a:pt x="967" y="1421"/>
                    <a:pt x="976" y="1366"/>
                  </a:cubicBezTo>
                  <a:cubicBezTo>
                    <a:pt x="1024" y="1113"/>
                    <a:pt x="1021" y="851"/>
                    <a:pt x="973" y="599"/>
                  </a:cubicBezTo>
                  <a:cubicBezTo>
                    <a:pt x="937" y="418"/>
                    <a:pt x="870" y="232"/>
                    <a:pt x="740" y="112"/>
                  </a:cubicBezTo>
                  <a:cubicBezTo>
                    <a:pt x="665" y="42"/>
                    <a:pt x="564" y="1"/>
                    <a:pt x="465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9551432" y="4832674"/>
              <a:ext cx="90371" cy="51424"/>
            </a:xfrm>
            <a:custGeom>
              <a:avLst/>
              <a:gdLst/>
              <a:ahLst/>
              <a:cxnLst/>
              <a:rect l="l" t="t" r="r" b="b"/>
              <a:pathLst>
                <a:path w="478" h="272" extrusionOk="0">
                  <a:moveTo>
                    <a:pt x="226" y="1"/>
                  </a:moveTo>
                  <a:cubicBezTo>
                    <a:pt x="220" y="1"/>
                    <a:pt x="214" y="1"/>
                    <a:pt x="207" y="3"/>
                  </a:cubicBezTo>
                  <a:cubicBezTo>
                    <a:pt x="179" y="9"/>
                    <a:pt x="153" y="32"/>
                    <a:pt x="144" y="60"/>
                  </a:cubicBezTo>
                  <a:lnTo>
                    <a:pt x="144" y="60"/>
                  </a:lnTo>
                  <a:cubicBezTo>
                    <a:pt x="141" y="40"/>
                    <a:pt x="125" y="22"/>
                    <a:pt x="106" y="16"/>
                  </a:cubicBezTo>
                  <a:cubicBezTo>
                    <a:pt x="101" y="15"/>
                    <a:pt x="96" y="14"/>
                    <a:pt x="91" y="14"/>
                  </a:cubicBezTo>
                  <a:cubicBezTo>
                    <a:pt x="68" y="14"/>
                    <a:pt x="46" y="27"/>
                    <a:pt x="31" y="45"/>
                  </a:cubicBezTo>
                  <a:cubicBezTo>
                    <a:pt x="11" y="68"/>
                    <a:pt x="4" y="96"/>
                    <a:pt x="2" y="123"/>
                  </a:cubicBezTo>
                  <a:cubicBezTo>
                    <a:pt x="1" y="150"/>
                    <a:pt x="4" y="179"/>
                    <a:pt x="16" y="203"/>
                  </a:cubicBezTo>
                  <a:cubicBezTo>
                    <a:pt x="26" y="227"/>
                    <a:pt x="52" y="247"/>
                    <a:pt x="78" y="250"/>
                  </a:cubicBezTo>
                  <a:cubicBezTo>
                    <a:pt x="80" y="250"/>
                    <a:pt x="83" y="251"/>
                    <a:pt x="86" y="251"/>
                  </a:cubicBezTo>
                  <a:cubicBezTo>
                    <a:pt x="109" y="251"/>
                    <a:pt x="133" y="234"/>
                    <a:pt x="139" y="211"/>
                  </a:cubicBezTo>
                  <a:cubicBezTo>
                    <a:pt x="165" y="244"/>
                    <a:pt x="206" y="267"/>
                    <a:pt x="247" y="271"/>
                  </a:cubicBezTo>
                  <a:cubicBezTo>
                    <a:pt x="250" y="271"/>
                    <a:pt x="254" y="271"/>
                    <a:pt x="258" y="271"/>
                  </a:cubicBezTo>
                  <a:cubicBezTo>
                    <a:pt x="298" y="271"/>
                    <a:pt x="337" y="256"/>
                    <a:pt x="364" y="229"/>
                  </a:cubicBezTo>
                  <a:cubicBezTo>
                    <a:pt x="373" y="233"/>
                    <a:pt x="383" y="235"/>
                    <a:pt x="393" y="235"/>
                  </a:cubicBezTo>
                  <a:cubicBezTo>
                    <a:pt x="416" y="235"/>
                    <a:pt x="439" y="224"/>
                    <a:pt x="453" y="206"/>
                  </a:cubicBezTo>
                  <a:cubicBezTo>
                    <a:pt x="477" y="175"/>
                    <a:pt x="473" y="123"/>
                    <a:pt x="440" y="101"/>
                  </a:cubicBezTo>
                  <a:cubicBezTo>
                    <a:pt x="430" y="95"/>
                    <a:pt x="419" y="92"/>
                    <a:pt x="409" y="92"/>
                  </a:cubicBezTo>
                  <a:cubicBezTo>
                    <a:pt x="380" y="92"/>
                    <a:pt x="352" y="112"/>
                    <a:pt x="349" y="141"/>
                  </a:cubicBezTo>
                  <a:cubicBezTo>
                    <a:pt x="348" y="105"/>
                    <a:pt x="334" y="68"/>
                    <a:pt x="310" y="39"/>
                  </a:cubicBezTo>
                  <a:cubicBezTo>
                    <a:pt x="287" y="15"/>
                    <a:pt x="257" y="1"/>
                    <a:pt x="2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9474863" y="4267953"/>
              <a:ext cx="10020" cy="83565"/>
            </a:xfrm>
            <a:custGeom>
              <a:avLst/>
              <a:gdLst/>
              <a:ahLst/>
              <a:cxnLst/>
              <a:rect l="l" t="t" r="r" b="b"/>
              <a:pathLst>
                <a:path w="53" h="442" extrusionOk="0">
                  <a:moveTo>
                    <a:pt x="39" y="1"/>
                  </a:moveTo>
                  <a:cubicBezTo>
                    <a:pt x="0" y="146"/>
                    <a:pt x="2" y="301"/>
                    <a:pt x="45" y="441"/>
                  </a:cubicBezTo>
                  <a:cubicBezTo>
                    <a:pt x="53" y="295"/>
                    <a:pt x="51" y="147"/>
                    <a:pt x="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9485639" y="4334691"/>
              <a:ext cx="7941" cy="29304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15" y="1"/>
                  </a:moveTo>
                  <a:lnTo>
                    <a:pt x="15" y="1"/>
                  </a:lnTo>
                  <a:cubicBezTo>
                    <a:pt x="0" y="51"/>
                    <a:pt x="8" y="108"/>
                    <a:pt x="35" y="155"/>
                  </a:cubicBezTo>
                  <a:cubicBezTo>
                    <a:pt x="41" y="102"/>
                    <a:pt x="34" y="49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9498117" y="4374583"/>
              <a:ext cx="14558" cy="29871"/>
            </a:xfrm>
            <a:custGeom>
              <a:avLst/>
              <a:gdLst/>
              <a:ahLst/>
              <a:cxnLst/>
              <a:rect l="l" t="t" r="r" b="b"/>
              <a:pathLst>
                <a:path w="77" h="158" extrusionOk="0">
                  <a:moveTo>
                    <a:pt x="1" y="1"/>
                  </a:moveTo>
                  <a:cubicBezTo>
                    <a:pt x="1" y="31"/>
                    <a:pt x="4" y="63"/>
                    <a:pt x="14" y="93"/>
                  </a:cubicBezTo>
                  <a:cubicBezTo>
                    <a:pt x="26" y="120"/>
                    <a:pt x="48" y="147"/>
                    <a:pt x="76" y="158"/>
                  </a:cubicBezTo>
                  <a:cubicBezTo>
                    <a:pt x="70" y="100"/>
                    <a:pt x="43" y="4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8552631" y="3943527"/>
              <a:ext cx="178473" cy="994645"/>
            </a:xfrm>
            <a:custGeom>
              <a:avLst/>
              <a:gdLst/>
              <a:ahLst/>
              <a:cxnLst/>
              <a:rect l="l" t="t" r="r" b="b"/>
              <a:pathLst>
                <a:path w="944" h="5261" extrusionOk="0">
                  <a:moveTo>
                    <a:pt x="436" y="0"/>
                  </a:moveTo>
                  <a:cubicBezTo>
                    <a:pt x="344" y="0"/>
                    <a:pt x="254" y="71"/>
                    <a:pt x="196" y="150"/>
                  </a:cubicBezTo>
                  <a:cubicBezTo>
                    <a:pt x="48" y="348"/>
                    <a:pt x="0" y="612"/>
                    <a:pt x="6" y="864"/>
                  </a:cubicBezTo>
                  <a:cubicBezTo>
                    <a:pt x="11" y="1115"/>
                    <a:pt x="68" y="1363"/>
                    <a:pt x="109" y="1610"/>
                  </a:cubicBezTo>
                  <a:cubicBezTo>
                    <a:pt x="311" y="2812"/>
                    <a:pt x="179" y="4045"/>
                    <a:pt x="47" y="5259"/>
                  </a:cubicBezTo>
                  <a:cubicBezTo>
                    <a:pt x="180" y="5242"/>
                    <a:pt x="315" y="5234"/>
                    <a:pt x="449" y="5234"/>
                  </a:cubicBezTo>
                  <a:cubicBezTo>
                    <a:pt x="590" y="5234"/>
                    <a:pt x="731" y="5243"/>
                    <a:pt x="870" y="5261"/>
                  </a:cubicBezTo>
                  <a:cubicBezTo>
                    <a:pt x="944" y="5048"/>
                    <a:pt x="829" y="4784"/>
                    <a:pt x="629" y="4698"/>
                  </a:cubicBezTo>
                  <a:cubicBezTo>
                    <a:pt x="662" y="4241"/>
                    <a:pt x="694" y="3783"/>
                    <a:pt x="724" y="3324"/>
                  </a:cubicBezTo>
                  <a:cubicBezTo>
                    <a:pt x="748" y="3377"/>
                    <a:pt x="786" y="3427"/>
                    <a:pt x="835" y="3460"/>
                  </a:cubicBezTo>
                  <a:cubicBezTo>
                    <a:pt x="793" y="3370"/>
                    <a:pt x="760" y="3273"/>
                    <a:pt x="736" y="3175"/>
                  </a:cubicBezTo>
                  <a:cubicBezTo>
                    <a:pt x="737" y="3148"/>
                    <a:pt x="739" y="3121"/>
                    <a:pt x="740" y="3092"/>
                  </a:cubicBezTo>
                  <a:cubicBezTo>
                    <a:pt x="748" y="3098"/>
                    <a:pt x="757" y="3106"/>
                    <a:pt x="765" y="3112"/>
                  </a:cubicBezTo>
                  <a:cubicBezTo>
                    <a:pt x="757" y="3083"/>
                    <a:pt x="749" y="3058"/>
                    <a:pt x="745" y="3029"/>
                  </a:cubicBezTo>
                  <a:cubicBezTo>
                    <a:pt x="777" y="2569"/>
                    <a:pt x="808" y="2111"/>
                    <a:pt x="838" y="1651"/>
                  </a:cubicBezTo>
                  <a:cubicBezTo>
                    <a:pt x="875" y="1138"/>
                    <a:pt x="900" y="586"/>
                    <a:pt x="639" y="152"/>
                  </a:cubicBezTo>
                  <a:cubicBezTo>
                    <a:pt x="603" y="94"/>
                    <a:pt x="559" y="34"/>
                    <a:pt x="496" y="12"/>
                  </a:cubicBezTo>
                  <a:cubicBezTo>
                    <a:pt x="476" y="4"/>
                    <a:pt x="456" y="0"/>
                    <a:pt x="436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8701988" y="4073033"/>
              <a:ext cx="7562" cy="62957"/>
            </a:xfrm>
            <a:custGeom>
              <a:avLst/>
              <a:gdLst/>
              <a:ahLst/>
              <a:cxnLst/>
              <a:rect l="l" t="t" r="r" b="b"/>
              <a:pathLst>
                <a:path w="40" h="333" extrusionOk="0">
                  <a:moveTo>
                    <a:pt x="8" y="1"/>
                  </a:moveTo>
                  <a:lnTo>
                    <a:pt x="8" y="1"/>
                  </a:lnTo>
                  <a:cubicBezTo>
                    <a:pt x="0" y="112"/>
                    <a:pt x="6" y="224"/>
                    <a:pt x="26" y="332"/>
                  </a:cubicBezTo>
                  <a:cubicBezTo>
                    <a:pt x="39" y="310"/>
                    <a:pt x="38" y="283"/>
                    <a:pt x="36" y="258"/>
                  </a:cubicBezTo>
                  <a:cubicBezTo>
                    <a:pt x="30" y="172"/>
                    <a:pt x="21" y="85"/>
                    <a:pt x="8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1"/>
            <p:cNvSpPr/>
            <p:nvPr/>
          </p:nvSpPr>
          <p:spPr>
            <a:xfrm>
              <a:off x="8699908" y="4157353"/>
              <a:ext cx="10209" cy="43862"/>
            </a:xfrm>
            <a:custGeom>
              <a:avLst/>
              <a:gdLst/>
              <a:ahLst/>
              <a:cxnLst/>
              <a:rect l="l" t="t" r="r" b="b"/>
              <a:pathLst>
                <a:path w="54" h="232" extrusionOk="0">
                  <a:moveTo>
                    <a:pt x="26" y="1"/>
                  </a:moveTo>
                  <a:cubicBezTo>
                    <a:pt x="7" y="76"/>
                    <a:pt x="1" y="155"/>
                    <a:pt x="11" y="232"/>
                  </a:cubicBezTo>
                  <a:cubicBezTo>
                    <a:pt x="49" y="162"/>
                    <a:pt x="53" y="75"/>
                    <a:pt x="26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8699719" y="4219932"/>
              <a:ext cx="5861" cy="34976"/>
            </a:xfrm>
            <a:custGeom>
              <a:avLst/>
              <a:gdLst/>
              <a:ahLst/>
              <a:cxnLst/>
              <a:rect l="l" t="t" r="r" b="b"/>
              <a:pathLst>
                <a:path w="31" h="185" extrusionOk="0">
                  <a:moveTo>
                    <a:pt x="18" y="0"/>
                  </a:moveTo>
                  <a:cubicBezTo>
                    <a:pt x="0" y="60"/>
                    <a:pt x="0" y="127"/>
                    <a:pt x="18" y="184"/>
                  </a:cubicBezTo>
                  <a:cubicBezTo>
                    <a:pt x="30" y="125"/>
                    <a:pt x="30" y="60"/>
                    <a:pt x="1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8552820" y="3948821"/>
              <a:ext cx="167885" cy="989162"/>
            </a:xfrm>
            <a:custGeom>
              <a:avLst/>
              <a:gdLst/>
              <a:ahLst/>
              <a:cxnLst/>
              <a:rect l="l" t="t" r="r" b="b"/>
              <a:pathLst>
                <a:path w="888" h="5232" extrusionOk="0">
                  <a:moveTo>
                    <a:pt x="335" y="0"/>
                  </a:moveTo>
                  <a:cubicBezTo>
                    <a:pt x="282" y="29"/>
                    <a:pt x="234" y="73"/>
                    <a:pt x="197" y="122"/>
                  </a:cubicBezTo>
                  <a:cubicBezTo>
                    <a:pt x="50" y="320"/>
                    <a:pt x="1" y="584"/>
                    <a:pt x="7" y="836"/>
                  </a:cubicBezTo>
                  <a:cubicBezTo>
                    <a:pt x="13" y="1086"/>
                    <a:pt x="68" y="1335"/>
                    <a:pt x="111" y="1582"/>
                  </a:cubicBezTo>
                  <a:cubicBezTo>
                    <a:pt x="313" y="2784"/>
                    <a:pt x="180" y="4017"/>
                    <a:pt x="49" y="5231"/>
                  </a:cubicBezTo>
                  <a:cubicBezTo>
                    <a:pt x="192" y="5213"/>
                    <a:pt x="337" y="5205"/>
                    <a:pt x="480" y="5205"/>
                  </a:cubicBezTo>
                  <a:cubicBezTo>
                    <a:pt x="234" y="4749"/>
                    <a:pt x="524" y="4022"/>
                    <a:pt x="411" y="3541"/>
                  </a:cubicBezTo>
                  <a:lnTo>
                    <a:pt x="411" y="3541"/>
                  </a:lnTo>
                  <a:cubicBezTo>
                    <a:pt x="416" y="3546"/>
                    <a:pt x="421" y="3548"/>
                    <a:pt x="426" y="3548"/>
                  </a:cubicBezTo>
                  <a:cubicBezTo>
                    <a:pt x="451" y="3548"/>
                    <a:pt x="476" y="3498"/>
                    <a:pt x="502" y="3498"/>
                  </a:cubicBezTo>
                  <a:cubicBezTo>
                    <a:pt x="507" y="3498"/>
                    <a:pt x="512" y="3501"/>
                    <a:pt x="518" y="3506"/>
                  </a:cubicBezTo>
                  <a:cubicBezTo>
                    <a:pt x="554" y="3399"/>
                    <a:pt x="374" y="3470"/>
                    <a:pt x="411" y="3399"/>
                  </a:cubicBezTo>
                  <a:cubicBezTo>
                    <a:pt x="482" y="3363"/>
                    <a:pt x="554" y="3290"/>
                    <a:pt x="554" y="3256"/>
                  </a:cubicBezTo>
                  <a:cubicBezTo>
                    <a:pt x="589" y="3147"/>
                    <a:pt x="482" y="3004"/>
                    <a:pt x="518" y="2861"/>
                  </a:cubicBezTo>
                  <a:cubicBezTo>
                    <a:pt x="687" y="1915"/>
                    <a:pt x="887" y="839"/>
                    <a:pt x="33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8655479" y="4884098"/>
              <a:ext cx="13801" cy="52748"/>
            </a:xfrm>
            <a:custGeom>
              <a:avLst/>
              <a:gdLst/>
              <a:ahLst/>
              <a:cxnLst/>
              <a:rect l="l" t="t" r="r" b="b"/>
              <a:pathLst>
                <a:path w="73" h="279" extrusionOk="0">
                  <a:moveTo>
                    <a:pt x="0" y="1"/>
                  </a:moveTo>
                  <a:lnTo>
                    <a:pt x="0" y="1"/>
                  </a:lnTo>
                  <a:cubicBezTo>
                    <a:pt x="12" y="90"/>
                    <a:pt x="12" y="179"/>
                    <a:pt x="0" y="264"/>
                  </a:cubicBezTo>
                  <a:cubicBezTo>
                    <a:pt x="26" y="269"/>
                    <a:pt x="49" y="274"/>
                    <a:pt x="73" y="278"/>
                  </a:cubicBezTo>
                  <a:cubicBezTo>
                    <a:pt x="68" y="209"/>
                    <a:pt x="59" y="141"/>
                    <a:pt x="41" y="73"/>
                  </a:cubicBezTo>
                  <a:cubicBezTo>
                    <a:pt x="35" y="46"/>
                    <a:pt x="23" y="16"/>
                    <a:pt x="0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1"/>
            <p:cNvSpPr/>
            <p:nvPr/>
          </p:nvSpPr>
          <p:spPr>
            <a:xfrm>
              <a:off x="8694992" y="4891471"/>
              <a:ext cx="13423" cy="47265"/>
            </a:xfrm>
            <a:custGeom>
              <a:avLst/>
              <a:gdLst/>
              <a:ahLst/>
              <a:cxnLst/>
              <a:rect l="l" t="t" r="r" b="b"/>
              <a:pathLst>
                <a:path w="71" h="250" extrusionOk="0">
                  <a:moveTo>
                    <a:pt x="1" y="1"/>
                  </a:moveTo>
                  <a:lnTo>
                    <a:pt x="1" y="1"/>
                  </a:lnTo>
                  <a:cubicBezTo>
                    <a:pt x="10" y="82"/>
                    <a:pt x="10" y="164"/>
                    <a:pt x="1" y="242"/>
                  </a:cubicBezTo>
                  <a:cubicBezTo>
                    <a:pt x="24" y="245"/>
                    <a:pt x="45" y="248"/>
                    <a:pt x="67" y="250"/>
                  </a:cubicBezTo>
                  <a:cubicBezTo>
                    <a:pt x="70" y="164"/>
                    <a:pt x="48" y="75"/>
                    <a:pt x="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1"/>
            <p:cNvSpPr/>
            <p:nvPr/>
          </p:nvSpPr>
          <p:spPr>
            <a:xfrm>
              <a:off x="8257509" y="4289884"/>
              <a:ext cx="354488" cy="601400"/>
            </a:xfrm>
            <a:custGeom>
              <a:avLst/>
              <a:gdLst/>
              <a:ahLst/>
              <a:cxnLst/>
              <a:rect l="l" t="t" r="r" b="b"/>
              <a:pathLst>
                <a:path w="1875" h="3181" extrusionOk="0">
                  <a:moveTo>
                    <a:pt x="1010" y="1"/>
                  </a:moveTo>
                  <a:cubicBezTo>
                    <a:pt x="984" y="1"/>
                    <a:pt x="957" y="2"/>
                    <a:pt x="931" y="6"/>
                  </a:cubicBezTo>
                  <a:lnTo>
                    <a:pt x="825" y="202"/>
                  </a:lnTo>
                  <a:cubicBezTo>
                    <a:pt x="788" y="185"/>
                    <a:pt x="746" y="177"/>
                    <a:pt x="704" y="177"/>
                  </a:cubicBezTo>
                  <a:cubicBezTo>
                    <a:pt x="641" y="177"/>
                    <a:pt x="578" y="194"/>
                    <a:pt x="524" y="223"/>
                  </a:cubicBezTo>
                  <a:cubicBezTo>
                    <a:pt x="432" y="270"/>
                    <a:pt x="362" y="345"/>
                    <a:pt x="302" y="423"/>
                  </a:cubicBezTo>
                  <a:cubicBezTo>
                    <a:pt x="86" y="710"/>
                    <a:pt x="0" y="1070"/>
                    <a:pt x="30" y="1416"/>
                  </a:cubicBezTo>
                  <a:cubicBezTo>
                    <a:pt x="61" y="1756"/>
                    <a:pt x="204" y="2085"/>
                    <a:pt x="410" y="2367"/>
                  </a:cubicBezTo>
                  <a:cubicBezTo>
                    <a:pt x="410" y="2402"/>
                    <a:pt x="406" y="2436"/>
                    <a:pt x="394" y="2470"/>
                  </a:cubicBezTo>
                  <a:cubicBezTo>
                    <a:pt x="353" y="2590"/>
                    <a:pt x="258" y="2682"/>
                    <a:pt x="183" y="2783"/>
                  </a:cubicBezTo>
                  <a:cubicBezTo>
                    <a:pt x="106" y="2886"/>
                    <a:pt x="44" y="3012"/>
                    <a:pt x="76" y="3135"/>
                  </a:cubicBezTo>
                  <a:cubicBezTo>
                    <a:pt x="394" y="3165"/>
                    <a:pt x="714" y="3180"/>
                    <a:pt x="1034" y="3180"/>
                  </a:cubicBezTo>
                  <a:cubicBezTo>
                    <a:pt x="1308" y="3180"/>
                    <a:pt x="1582" y="3169"/>
                    <a:pt x="1855" y="3145"/>
                  </a:cubicBezTo>
                  <a:cubicBezTo>
                    <a:pt x="1875" y="2945"/>
                    <a:pt x="1697" y="2767"/>
                    <a:pt x="1502" y="2715"/>
                  </a:cubicBezTo>
                  <a:cubicBezTo>
                    <a:pt x="1439" y="2699"/>
                    <a:pt x="1375" y="2692"/>
                    <a:pt x="1310" y="2692"/>
                  </a:cubicBezTo>
                  <a:cubicBezTo>
                    <a:pt x="1175" y="2692"/>
                    <a:pt x="1038" y="2721"/>
                    <a:pt x="905" y="2750"/>
                  </a:cubicBezTo>
                  <a:cubicBezTo>
                    <a:pt x="968" y="2705"/>
                    <a:pt x="1027" y="2654"/>
                    <a:pt x="1081" y="2595"/>
                  </a:cubicBezTo>
                  <a:cubicBezTo>
                    <a:pt x="1157" y="2548"/>
                    <a:pt x="1223" y="2482"/>
                    <a:pt x="1281" y="2417"/>
                  </a:cubicBezTo>
                  <a:cubicBezTo>
                    <a:pt x="1612" y="2025"/>
                    <a:pt x="1798" y="1530"/>
                    <a:pt x="1804" y="1034"/>
                  </a:cubicBezTo>
                  <a:cubicBezTo>
                    <a:pt x="1805" y="788"/>
                    <a:pt x="1760" y="532"/>
                    <a:pt x="1614" y="324"/>
                  </a:cubicBezTo>
                  <a:cubicBezTo>
                    <a:pt x="1479" y="138"/>
                    <a:pt x="1251" y="1"/>
                    <a:pt x="1010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7915878" y="3824987"/>
              <a:ext cx="785922" cy="1023193"/>
            </a:xfrm>
            <a:custGeom>
              <a:avLst/>
              <a:gdLst/>
              <a:ahLst/>
              <a:cxnLst/>
              <a:rect l="l" t="t" r="r" b="b"/>
              <a:pathLst>
                <a:path w="4157" h="5412" extrusionOk="0">
                  <a:moveTo>
                    <a:pt x="2219" y="1"/>
                  </a:moveTo>
                  <a:cubicBezTo>
                    <a:pt x="1987" y="604"/>
                    <a:pt x="1400" y="1287"/>
                    <a:pt x="1008" y="1800"/>
                  </a:cubicBezTo>
                  <a:cubicBezTo>
                    <a:pt x="894" y="1950"/>
                    <a:pt x="780" y="2103"/>
                    <a:pt x="675" y="2261"/>
                  </a:cubicBezTo>
                  <a:cubicBezTo>
                    <a:pt x="667" y="2267"/>
                    <a:pt x="661" y="2272"/>
                    <a:pt x="654" y="2276"/>
                  </a:cubicBezTo>
                  <a:lnTo>
                    <a:pt x="655" y="2252"/>
                  </a:lnTo>
                  <a:lnTo>
                    <a:pt x="655" y="2252"/>
                  </a:lnTo>
                  <a:cubicBezTo>
                    <a:pt x="652" y="2261"/>
                    <a:pt x="646" y="2272"/>
                    <a:pt x="642" y="2282"/>
                  </a:cubicBezTo>
                  <a:cubicBezTo>
                    <a:pt x="596" y="2312"/>
                    <a:pt x="547" y="2332"/>
                    <a:pt x="494" y="2342"/>
                  </a:cubicBezTo>
                  <a:cubicBezTo>
                    <a:pt x="521" y="2365"/>
                    <a:pt x="557" y="2377"/>
                    <a:pt x="593" y="2382"/>
                  </a:cubicBezTo>
                  <a:cubicBezTo>
                    <a:pt x="578" y="2406"/>
                    <a:pt x="563" y="2428"/>
                    <a:pt x="548" y="2453"/>
                  </a:cubicBezTo>
                  <a:cubicBezTo>
                    <a:pt x="539" y="2466"/>
                    <a:pt x="529" y="2480"/>
                    <a:pt x="518" y="2490"/>
                  </a:cubicBezTo>
                  <a:cubicBezTo>
                    <a:pt x="464" y="2547"/>
                    <a:pt x="388" y="2588"/>
                    <a:pt x="311" y="2588"/>
                  </a:cubicBezTo>
                  <a:cubicBezTo>
                    <a:pt x="297" y="2588"/>
                    <a:pt x="282" y="2587"/>
                    <a:pt x="268" y="2584"/>
                  </a:cubicBezTo>
                  <a:lnTo>
                    <a:pt x="268" y="2584"/>
                  </a:lnTo>
                  <a:cubicBezTo>
                    <a:pt x="310" y="2616"/>
                    <a:pt x="363" y="2634"/>
                    <a:pt x="416" y="2634"/>
                  </a:cubicBezTo>
                  <a:cubicBezTo>
                    <a:pt x="426" y="2634"/>
                    <a:pt x="435" y="2633"/>
                    <a:pt x="444" y="2632"/>
                  </a:cubicBezTo>
                  <a:lnTo>
                    <a:pt x="444" y="2632"/>
                  </a:lnTo>
                  <a:cubicBezTo>
                    <a:pt x="295" y="2905"/>
                    <a:pt x="177" y="3191"/>
                    <a:pt x="120" y="3498"/>
                  </a:cubicBezTo>
                  <a:cubicBezTo>
                    <a:pt x="1" y="4132"/>
                    <a:pt x="204" y="4870"/>
                    <a:pt x="758" y="5203"/>
                  </a:cubicBezTo>
                  <a:cubicBezTo>
                    <a:pt x="1024" y="5363"/>
                    <a:pt x="1330" y="5412"/>
                    <a:pt x="1644" y="5412"/>
                  </a:cubicBezTo>
                  <a:cubicBezTo>
                    <a:pt x="1874" y="5412"/>
                    <a:pt x="2109" y="5386"/>
                    <a:pt x="2335" y="5358"/>
                  </a:cubicBezTo>
                  <a:cubicBezTo>
                    <a:pt x="2590" y="5325"/>
                    <a:pt x="2857" y="5290"/>
                    <a:pt x="3054" y="5128"/>
                  </a:cubicBezTo>
                  <a:cubicBezTo>
                    <a:pt x="3250" y="4968"/>
                    <a:pt x="3341" y="4717"/>
                    <a:pt x="3422" y="4479"/>
                  </a:cubicBezTo>
                  <a:cubicBezTo>
                    <a:pt x="3668" y="3764"/>
                    <a:pt x="3914" y="3047"/>
                    <a:pt x="4035" y="2300"/>
                  </a:cubicBezTo>
                  <a:cubicBezTo>
                    <a:pt x="4157" y="1557"/>
                    <a:pt x="4145" y="776"/>
                    <a:pt x="3884" y="67"/>
                  </a:cubicBezTo>
                  <a:cubicBezTo>
                    <a:pt x="3736" y="89"/>
                    <a:pt x="3598" y="98"/>
                    <a:pt x="3465" y="98"/>
                  </a:cubicBezTo>
                  <a:cubicBezTo>
                    <a:pt x="3051" y="98"/>
                    <a:pt x="2682" y="16"/>
                    <a:pt x="2219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8042170" y="4059042"/>
              <a:ext cx="608017" cy="806908"/>
            </a:xfrm>
            <a:custGeom>
              <a:avLst/>
              <a:gdLst/>
              <a:ahLst/>
              <a:cxnLst/>
              <a:rect l="l" t="t" r="r" b="b"/>
              <a:pathLst>
                <a:path w="3216" h="4268" extrusionOk="0">
                  <a:moveTo>
                    <a:pt x="2668" y="1"/>
                  </a:moveTo>
                  <a:cubicBezTo>
                    <a:pt x="2519" y="1"/>
                    <a:pt x="2371" y="80"/>
                    <a:pt x="2264" y="189"/>
                  </a:cubicBezTo>
                  <a:cubicBezTo>
                    <a:pt x="2141" y="317"/>
                    <a:pt x="2059" y="482"/>
                    <a:pt x="1976" y="642"/>
                  </a:cubicBezTo>
                  <a:cubicBezTo>
                    <a:pt x="1685" y="1198"/>
                    <a:pt x="1337" y="1726"/>
                    <a:pt x="915" y="2190"/>
                  </a:cubicBezTo>
                  <a:cubicBezTo>
                    <a:pt x="711" y="2412"/>
                    <a:pt x="491" y="2620"/>
                    <a:pt x="311" y="2864"/>
                  </a:cubicBezTo>
                  <a:cubicBezTo>
                    <a:pt x="135" y="3107"/>
                    <a:pt x="1" y="3398"/>
                    <a:pt x="5" y="3700"/>
                  </a:cubicBezTo>
                  <a:cubicBezTo>
                    <a:pt x="7" y="3872"/>
                    <a:pt x="61" y="4054"/>
                    <a:pt x="197" y="4160"/>
                  </a:cubicBezTo>
                  <a:cubicBezTo>
                    <a:pt x="317" y="4249"/>
                    <a:pt x="477" y="4267"/>
                    <a:pt x="630" y="4267"/>
                  </a:cubicBezTo>
                  <a:cubicBezTo>
                    <a:pt x="650" y="4267"/>
                    <a:pt x="670" y="4267"/>
                    <a:pt x="690" y="4267"/>
                  </a:cubicBezTo>
                  <a:cubicBezTo>
                    <a:pt x="1326" y="4250"/>
                    <a:pt x="2000" y="4080"/>
                    <a:pt x="2415" y="3600"/>
                  </a:cubicBezTo>
                  <a:cubicBezTo>
                    <a:pt x="2683" y="3288"/>
                    <a:pt x="2812" y="2885"/>
                    <a:pt x="2920" y="2489"/>
                  </a:cubicBezTo>
                  <a:cubicBezTo>
                    <a:pt x="3078" y="1922"/>
                    <a:pt x="3216" y="1340"/>
                    <a:pt x="3186" y="752"/>
                  </a:cubicBezTo>
                  <a:cubicBezTo>
                    <a:pt x="3178" y="596"/>
                    <a:pt x="3158" y="438"/>
                    <a:pt x="3091" y="299"/>
                  </a:cubicBezTo>
                  <a:cubicBezTo>
                    <a:pt x="3023" y="159"/>
                    <a:pt x="2899" y="41"/>
                    <a:pt x="2747" y="8"/>
                  </a:cubicBezTo>
                  <a:cubicBezTo>
                    <a:pt x="2721" y="3"/>
                    <a:pt x="2694" y="1"/>
                    <a:pt x="2668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1"/>
            <p:cNvSpPr/>
            <p:nvPr/>
          </p:nvSpPr>
          <p:spPr>
            <a:xfrm>
              <a:off x="7996607" y="4407668"/>
              <a:ext cx="229708" cy="451475"/>
            </a:xfrm>
            <a:custGeom>
              <a:avLst/>
              <a:gdLst/>
              <a:ahLst/>
              <a:cxnLst/>
              <a:rect l="l" t="t" r="r" b="b"/>
              <a:pathLst>
                <a:path w="1215" h="2388" extrusionOk="0">
                  <a:moveTo>
                    <a:pt x="922" y="1"/>
                  </a:moveTo>
                  <a:lnTo>
                    <a:pt x="922" y="1"/>
                  </a:lnTo>
                  <a:cubicBezTo>
                    <a:pt x="963" y="432"/>
                    <a:pt x="872" y="871"/>
                    <a:pt x="700" y="1269"/>
                  </a:cubicBezTo>
                  <a:cubicBezTo>
                    <a:pt x="528" y="1667"/>
                    <a:pt x="280" y="2029"/>
                    <a:pt x="1" y="2361"/>
                  </a:cubicBezTo>
                  <a:cubicBezTo>
                    <a:pt x="164" y="2378"/>
                    <a:pt x="329" y="2388"/>
                    <a:pt x="494" y="2388"/>
                  </a:cubicBezTo>
                  <a:cubicBezTo>
                    <a:pt x="625" y="2388"/>
                    <a:pt x="756" y="2382"/>
                    <a:pt x="887" y="2370"/>
                  </a:cubicBezTo>
                  <a:cubicBezTo>
                    <a:pt x="824" y="2326"/>
                    <a:pt x="801" y="2243"/>
                    <a:pt x="809" y="2168"/>
                  </a:cubicBezTo>
                  <a:cubicBezTo>
                    <a:pt x="818" y="2092"/>
                    <a:pt x="853" y="2023"/>
                    <a:pt x="884" y="1955"/>
                  </a:cubicBezTo>
                  <a:cubicBezTo>
                    <a:pt x="1032" y="1645"/>
                    <a:pt x="1157" y="1316"/>
                    <a:pt x="1186" y="973"/>
                  </a:cubicBezTo>
                  <a:cubicBezTo>
                    <a:pt x="1214" y="630"/>
                    <a:pt x="1139" y="268"/>
                    <a:pt x="922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1"/>
            <p:cNvSpPr/>
            <p:nvPr/>
          </p:nvSpPr>
          <p:spPr>
            <a:xfrm>
              <a:off x="8313281" y="3824987"/>
              <a:ext cx="363751" cy="166940"/>
            </a:xfrm>
            <a:custGeom>
              <a:avLst/>
              <a:gdLst/>
              <a:ahLst/>
              <a:cxnLst/>
              <a:rect l="l" t="t" r="r" b="b"/>
              <a:pathLst>
                <a:path w="1924" h="883" extrusionOk="0">
                  <a:moveTo>
                    <a:pt x="117" y="1"/>
                  </a:moveTo>
                  <a:cubicBezTo>
                    <a:pt x="84" y="84"/>
                    <a:pt x="46" y="167"/>
                    <a:pt x="1" y="251"/>
                  </a:cubicBezTo>
                  <a:cubicBezTo>
                    <a:pt x="207" y="703"/>
                    <a:pt x="559" y="881"/>
                    <a:pt x="945" y="881"/>
                  </a:cubicBezTo>
                  <a:cubicBezTo>
                    <a:pt x="1117" y="881"/>
                    <a:pt x="1295" y="846"/>
                    <a:pt x="1471" y="783"/>
                  </a:cubicBezTo>
                  <a:lnTo>
                    <a:pt x="1471" y="783"/>
                  </a:lnTo>
                  <a:cubicBezTo>
                    <a:pt x="1433" y="821"/>
                    <a:pt x="1391" y="854"/>
                    <a:pt x="1343" y="883"/>
                  </a:cubicBezTo>
                  <a:cubicBezTo>
                    <a:pt x="1442" y="854"/>
                    <a:pt x="1542" y="816"/>
                    <a:pt x="1634" y="768"/>
                  </a:cubicBezTo>
                  <a:lnTo>
                    <a:pt x="1634" y="768"/>
                  </a:lnTo>
                  <a:cubicBezTo>
                    <a:pt x="1620" y="797"/>
                    <a:pt x="1605" y="827"/>
                    <a:pt x="1592" y="854"/>
                  </a:cubicBezTo>
                  <a:cubicBezTo>
                    <a:pt x="1666" y="786"/>
                    <a:pt x="1733" y="714"/>
                    <a:pt x="1797" y="636"/>
                  </a:cubicBezTo>
                  <a:cubicBezTo>
                    <a:pt x="1841" y="613"/>
                    <a:pt x="1883" y="589"/>
                    <a:pt x="1923" y="565"/>
                  </a:cubicBezTo>
                  <a:cubicBezTo>
                    <a:pt x="1889" y="397"/>
                    <a:pt x="1844" y="228"/>
                    <a:pt x="1782" y="67"/>
                  </a:cubicBezTo>
                  <a:cubicBezTo>
                    <a:pt x="1634" y="89"/>
                    <a:pt x="1496" y="98"/>
                    <a:pt x="1363" y="98"/>
                  </a:cubicBezTo>
                  <a:cubicBezTo>
                    <a:pt x="949" y="98"/>
                    <a:pt x="580" y="16"/>
                    <a:pt x="117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1"/>
            <p:cNvSpPr/>
            <p:nvPr/>
          </p:nvSpPr>
          <p:spPr>
            <a:xfrm>
              <a:off x="7620000" y="4282322"/>
              <a:ext cx="424062" cy="345224"/>
            </a:xfrm>
            <a:custGeom>
              <a:avLst/>
              <a:gdLst/>
              <a:ahLst/>
              <a:cxnLst/>
              <a:rect l="l" t="t" r="r" b="b"/>
              <a:pathLst>
                <a:path w="2243" h="1826" extrusionOk="0">
                  <a:moveTo>
                    <a:pt x="124" y="0"/>
                  </a:moveTo>
                  <a:cubicBezTo>
                    <a:pt x="71" y="187"/>
                    <a:pt x="19" y="373"/>
                    <a:pt x="10" y="566"/>
                  </a:cubicBezTo>
                  <a:cubicBezTo>
                    <a:pt x="1" y="757"/>
                    <a:pt x="34" y="956"/>
                    <a:pt x="147" y="1119"/>
                  </a:cubicBezTo>
                  <a:cubicBezTo>
                    <a:pt x="117" y="1098"/>
                    <a:pt x="87" y="1077"/>
                    <a:pt x="56" y="1056"/>
                  </a:cubicBezTo>
                  <a:lnTo>
                    <a:pt x="56" y="1056"/>
                  </a:lnTo>
                  <a:cubicBezTo>
                    <a:pt x="71" y="1223"/>
                    <a:pt x="162" y="1383"/>
                    <a:pt x="305" y="1493"/>
                  </a:cubicBezTo>
                  <a:cubicBezTo>
                    <a:pt x="281" y="1489"/>
                    <a:pt x="258" y="1486"/>
                    <a:pt x="234" y="1484"/>
                  </a:cubicBezTo>
                  <a:lnTo>
                    <a:pt x="234" y="1484"/>
                  </a:lnTo>
                  <a:cubicBezTo>
                    <a:pt x="263" y="1609"/>
                    <a:pt x="399" y="1712"/>
                    <a:pt x="542" y="1713"/>
                  </a:cubicBezTo>
                  <a:cubicBezTo>
                    <a:pt x="607" y="1787"/>
                    <a:pt x="712" y="1826"/>
                    <a:pt x="818" y="1826"/>
                  </a:cubicBezTo>
                  <a:cubicBezTo>
                    <a:pt x="903" y="1826"/>
                    <a:pt x="989" y="1800"/>
                    <a:pt x="1052" y="1748"/>
                  </a:cubicBezTo>
                  <a:cubicBezTo>
                    <a:pt x="1095" y="1766"/>
                    <a:pt x="1141" y="1773"/>
                    <a:pt x="1187" y="1773"/>
                  </a:cubicBezTo>
                  <a:cubicBezTo>
                    <a:pt x="1280" y="1773"/>
                    <a:pt x="1376" y="1744"/>
                    <a:pt x="1459" y="1706"/>
                  </a:cubicBezTo>
                  <a:cubicBezTo>
                    <a:pt x="1696" y="1600"/>
                    <a:pt x="1895" y="1431"/>
                    <a:pt x="2023" y="1223"/>
                  </a:cubicBezTo>
                  <a:lnTo>
                    <a:pt x="2023" y="1223"/>
                  </a:lnTo>
                  <a:cubicBezTo>
                    <a:pt x="1962" y="1261"/>
                    <a:pt x="1893" y="1285"/>
                    <a:pt x="1819" y="1293"/>
                  </a:cubicBezTo>
                  <a:cubicBezTo>
                    <a:pt x="2030" y="1217"/>
                    <a:pt x="2195" y="1044"/>
                    <a:pt x="2243" y="845"/>
                  </a:cubicBezTo>
                  <a:lnTo>
                    <a:pt x="2243" y="845"/>
                  </a:lnTo>
                  <a:cubicBezTo>
                    <a:pt x="2098" y="922"/>
                    <a:pt x="1930" y="960"/>
                    <a:pt x="1762" y="960"/>
                  </a:cubicBezTo>
                  <a:cubicBezTo>
                    <a:pt x="1527" y="960"/>
                    <a:pt x="1293" y="887"/>
                    <a:pt x="1118" y="744"/>
                  </a:cubicBezTo>
                  <a:lnTo>
                    <a:pt x="1118" y="744"/>
                  </a:lnTo>
                  <a:cubicBezTo>
                    <a:pt x="1100" y="773"/>
                    <a:pt x="1102" y="811"/>
                    <a:pt x="1123" y="837"/>
                  </a:cubicBezTo>
                  <a:lnTo>
                    <a:pt x="1123" y="837"/>
                  </a:lnTo>
                  <a:cubicBezTo>
                    <a:pt x="1091" y="807"/>
                    <a:pt x="1045" y="792"/>
                    <a:pt x="1000" y="792"/>
                  </a:cubicBezTo>
                  <a:cubicBezTo>
                    <a:pt x="969" y="792"/>
                    <a:pt x="939" y="799"/>
                    <a:pt x="913" y="813"/>
                  </a:cubicBezTo>
                  <a:cubicBezTo>
                    <a:pt x="635" y="693"/>
                    <a:pt x="456" y="409"/>
                    <a:pt x="485" y="135"/>
                  </a:cubicBezTo>
                  <a:lnTo>
                    <a:pt x="485" y="135"/>
                  </a:lnTo>
                  <a:cubicBezTo>
                    <a:pt x="465" y="187"/>
                    <a:pt x="448" y="242"/>
                    <a:pt x="430" y="294"/>
                  </a:cubicBezTo>
                  <a:cubicBezTo>
                    <a:pt x="402" y="228"/>
                    <a:pt x="373" y="165"/>
                    <a:pt x="347" y="98"/>
                  </a:cubicBezTo>
                  <a:cubicBezTo>
                    <a:pt x="317" y="138"/>
                    <a:pt x="289" y="175"/>
                    <a:pt x="258" y="215"/>
                  </a:cubicBezTo>
                  <a:cubicBezTo>
                    <a:pt x="243" y="130"/>
                    <a:pt x="195" y="55"/>
                    <a:pt x="124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1"/>
            <p:cNvSpPr/>
            <p:nvPr/>
          </p:nvSpPr>
          <p:spPr>
            <a:xfrm>
              <a:off x="7644011" y="4441699"/>
              <a:ext cx="399862" cy="185846"/>
            </a:xfrm>
            <a:custGeom>
              <a:avLst/>
              <a:gdLst/>
              <a:ahLst/>
              <a:cxnLst/>
              <a:rect l="l" t="t" r="r" b="b"/>
              <a:pathLst>
                <a:path w="2115" h="983" extrusionOk="0">
                  <a:moveTo>
                    <a:pt x="2114" y="0"/>
                  </a:moveTo>
                  <a:lnTo>
                    <a:pt x="2114" y="0"/>
                  </a:lnTo>
                  <a:cubicBezTo>
                    <a:pt x="2053" y="33"/>
                    <a:pt x="1985" y="61"/>
                    <a:pt x="1917" y="79"/>
                  </a:cubicBezTo>
                  <a:cubicBezTo>
                    <a:pt x="1695" y="508"/>
                    <a:pt x="1271" y="820"/>
                    <a:pt x="792" y="820"/>
                  </a:cubicBezTo>
                  <a:cubicBezTo>
                    <a:pt x="766" y="820"/>
                    <a:pt x="740" y="819"/>
                    <a:pt x="714" y="818"/>
                  </a:cubicBezTo>
                  <a:cubicBezTo>
                    <a:pt x="780" y="786"/>
                    <a:pt x="846" y="751"/>
                    <a:pt x="925" y="735"/>
                  </a:cubicBezTo>
                  <a:cubicBezTo>
                    <a:pt x="920" y="733"/>
                    <a:pt x="916" y="732"/>
                    <a:pt x="910" y="729"/>
                  </a:cubicBezTo>
                  <a:cubicBezTo>
                    <a:pt x="819" y="739"/>
                    <a:pt x="730" y="752"/>
                    <a:pt x="645" y="752"/>
                  </a:cubicBezTo>
                  <a:cubicBezTo>
                    <a:pt x="548" y="752"/>
                    <a:pt x="457" y="735"/>
                    <a:pt x="374" y="673"/>
                  </a:cubicBezTo>
                  <a:lnTo>
                    <a:pt x="593" y="673"/>
                  </a:lnTo>
                  <a:cubicBezTo>
                    <a:pt x="591" y="670"/>
                    <a:pt x="590" y="668"/>
                    <a:pt x="588" y="668"/>
                  </a:cubicBezTo>
                  <a:cubicBezTo>
                    <a:pt x="382" y="646"/>
                    <a:pt x="199" y="536"/>
                    <a:pt x="0" y="445"/>
                  </a:cubicBezTo>
                  <a:lnTo>
                    <a:pt x="0" y="445"/>
                  </a:lnTo>
                  <a:cubicBezTo>
                    <a:pt x="43" y="524"/>
                    <a:pt x="101" y="593"/>
                    <a:pt x="177" y="650"/>
                  </a:cubicBezTo>
                  <a:cubicBezTo>
                    <a:pt x="153" y="646"/>
                    <a:pt x="130" y="643"/>
                    <a:pt x="106" y="641"/>
                  </a:cubicBezTo>
                  <a:lnTo>
                    <a:pt x="106" y="641"/>
                  </a:lnTo>
                  <a:cubicBezTo>
                    <a:pt x="133" y="766"/>
                    <a:pt x="269" y="869"/>
                    <a:pt x="412" y="870"/>
                  </a:cubicBezTo>
                  <a:cubicBezTo>
                    <a:pt x="478" y="944"/>
                    <a:pt x="583" y="983"/>
                    <a:pt x="688" y="983"/>
                  </a:cubicBezTo>
                  <a:cubicBezTo>
                    <a:pt x="774" y="983"/>
                    <a:pt x="859" y="957"/>
                    <a:pt x="923" y="905"/>
                  </a:cubicBezTo>
                  <a:cubicBezTo>
                    <a:pt x="966" y="923"/>
                    <a:pt x="1012" y="930"/>
                    <a:pt x="1059" y="930"/>
                  </a:cubicBezTo>
                  <a:cubicBezTo>
                    <a:pt x="1151" y="930"/>
                    <a:pt x="1246" y="901"/>
                    <a:pt x="1330" y="863"/>
                  </a:cubicBezTo>
                  <a:cubicBezTo>
                    <a:pt x="1566" y="757"/>
                    <a:pt x="1766" y="588"/>
                    <a:pt x="1894" y="380"/>
                  </a:cubicBezTo>
                  <a:lnTo>
                    <a:pt x="1894" y="380"/>
                  </a:lnTo>
                  <a:cubicBezTo>
                    <a:pt x="1834" y="418"/>
                    <a:pt x="1765" y="442"/>
                    <a:pt x="1691" y="450"/>
                  </a:cubicBezTo>
                  <a:cubicBezTo>
                    <a:pt x="1903" y="373"/>
                    <a:pt x="2068" y="199"/>
                    <a:pt x="2114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1"/>
            <p:cNvSpPr/>
            <p:nvPr/>
          </p:nvSpPr>
          <p:spPr>
            <a:xfrm>
              <a:off x="7703753" y="4352463"/>
              <a:ext cx="168831" cy="148412"/>
            </a:xfrm>
            <a:custGeom>
              <a:avLst/>
              <a:gdLst/>
              <a:ahLst/>
              <a:cxnLst/>
              <a:rect l="l" t="t" r="r" b="b"/>
              <a:pathLst>
                <a:path w="893" h="785" extrusionOk="0">
                  <a:moveTo>
                    <a:pt x="1" y="0"/>
                  </a:moveTo>
                  <a:lnTo>
                    <a:pt x="1" y="0"/>
                  </a:lnTo>
                  <a:cubicBezTo>
                    <a:pt x="39" y="236"/>
                    <a:pt x="125" y="465"/>
                    <a:pt x="253" y="665"/>
                  </a:cubicBezTo>
                  <a:cubicBezTo>
                    <a:pt x="247" y="610"/>
                    <a:pt x="242" y="552"/>
                    <a:pt x="238" y="496"/>
                  </a:cubicBezTo>
                  <a:lnTo>
                    <a:pt x="238" y="496"/>
                  </a:lnTo>
                  <a:cubicBezTo>
                    <a:pt x="265" y="625"/>
                    <a:pt x="357" y="736"/>
                    <a:pt x="477" y="784"/>
                  </a:cubicBezTo>
                  <a:cubicBezTo>
                    <a:pt x="486" y="745"/>
                    <a:pt x="480" y="700"/>
                    <a:pt x="462" y="664"/>
                  </a:cubicBezTo>
                  <a:lnTo>
                    <a:pt x="462" y="664"/>
                  </a:lnTo>
                  <a:cubicBezTo>
                    <a:pt x="514" y="724"/>
                    <a:pt x="592" y="756"/>
                    <a:pt x="671" y="756"/>
                  </a:cubicBezTo>
                  <a:cubicBezTo>
                    <a:pt x="719" y="756"/>
                    <a:pt x="767" y="744"/>
                    <a:pt x="809" y="718"/>
                  </a:cubicBezTo>
                  <a:cubicBezTo>
                    <a:pt x="787" y="708"/>
                    <a:pt x="767" y="695"/>
                    <a:pt x="749" y="685"/>
                  </a:cubicBezTo>
                  <a:cubicBezTo>
                    <a:pt x="809" y="685"/>
                    <a:pt x="866" y="646"/>
                    <a:pt x="892" y="590"/>
                  </a:cubicBezTo>
                  <a:lnTo>
                    <a:pt x="892" y="590"/>
                  </a:lnTo>
                  <a:cubicBezTo>
                    <a:pt x="863" y="602"/>
                    <a:pt x="833" y="607"/>
                    <a:pt x="802" y="607"/>
                  </a:cubicBezTo>
                  <a:cubicBezTo>
                    <a:pt x="719" y="607"/>
                    <a:pt x="636" y="567"/>
                    <a:pt x="592" y="496"/>
                  </a:cubicBezTo>
                  <a:cubicBezTo>
                    <a:pt x="569" y="514"/>
                    <a:pt x="539" y="521"/>
                    <a:pt x="509" y="521"/>
                  </a:cubicBezTo>
                  <a:cubicBezTo>
                    <a:pt x="487" y="521"/>
                    <a:pt x="464" y="517"/>
                    <a:pt x="443" y="510"/>
                  </a:cubicBezTo>
                  <a:cubicBezTo>
                    <a:pt x="395" y="492"/>
                    <a:pt x="352" y="460"/>
                    <a:pt x="315" y="427"/>
                  </a:cubicBezTo>
                  <a:cubicBezTo>
                    <a:pt x="182" y="308"/>
                    <a:pt x="73" y="163"/>
                    <a:pt x="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1"/>
            <p:cNvSpPr/>
            <p:nvPr/>
          </p:nvSpPr>
          <p:spPr>
            <a:xfrm>
              <a:off x="7670290" y="4404265"/>
              <a:ext cx="81863" cy="105495"/>
            </a:xfrm>
            <a:custGeom>
              <a:avLst/>
              <a:gdLst/>
              <a:ahLst/>
              <a:cxnLst/>
              <a:rect l="l" t="t" r="r" b="b"/>
              <a:pathLst>
                <a:path w="433" h="558" extrusionOk="0">
                  <a:moveTo>
                    <a:pt x="9" y="1"/>
                  </a:moveTo>
                  <a:cubicBezTo>
                    <a:pt x="0" y="127"/>
                    <a:pt x="38" y="259"/>
                    <a:pt x="115" y="360"/>
                  </a:cubicBezTo>
                  <a:cubicBezTo>
                    <a:pt x="193" y="462"/>
                    <a:pt x="308" y="533"/>
                    <a:pt x="433" y="557"/>
                  </a:cubicBezTo>
                  <a:cubicBezTo>
                    <a:pt x="382" y="452"/>
                    <a:pt x="327" y="345"/>
                    <a:pt x="259" y="248"/>
                  </a:cubicBezTo>
                  <a:cubicBezTo>
                    <a:pt x="192" y="150"/>
                    <a:pt x="112" y="63"/>
                    <a:pt x="9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7753098" y="4484994"/>
              <a:ext cx="35921" cy="37623"/>
            </a:xfrm>
            <a:custGeom>
              <a:avLst/>
              <a:gdLst/>
              <a:ahLst/>
              <a:cxnLst/>
              <a:rect l="l" t="t" r="r" b="b"/>
              <a:pathLst>
                <a:path w="190" h="199" extrusionOk="0">
                  <a:moveTo>
                    <a:pt x="14" y="1"/>
                  </a:moveTo>
                  <a:lnTo>
                    <a:pt x="14" y="1"/>
                  </a:lnTo>
                  <a:cubicBezTo>
                    <a:pt x="1" y="52"/>
                    <a:pt x="16" y="106"/>
                    <a:pt x="51" y="144"/>
                  </a:cubicBezTo>
                  <a:cubicBezTo>
                    <a:pt x="79" y="178"/>
                    <a:pt x="125" y="198"/>
                    <a:pt x="169" y="198"/>
                  </a:cubicBezTo>
                  <a:cubicBezTo>
                    <a:pt x="176" y="198"/>
                    <a:pt x="183" y="198"/>
                    <a:pt x="189" y="197"/>
                  </a:cubicBezTo>
                  <a:cubicBezTo>
                    <a:pt x="159" y="112"/>
                    <a:pt x="96" y="40"/>
                    <a:pt x="14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8197010" y="4080784"/>
              <a:ext cx="300416" cy="775335"/>
            </a:xfrm>
            <a:custGeom>
              <a:avLst/>
              <a:gdLst/>
              <a:ahLst/>
              <a:cxnLst/>
              <a:rect l="l" t="t" r="r" b="b"/>
              <a:pathLst>
                <a:path w="1589" h="4101" extrusionOk="0">
                  <a:moveTo>
                    <a:pt x="219" y="1"/>
                  </a:moveTo>
                  <a:cubicBezTo>
                    <a:pt x="168" y="1"/>
                    <a:pt x="119" y="16"/>
                    <a:pt x="81" y="52"/>
                  </a:cubicBezTo>
                  <a:cubicBezTo>
                    <a:pt x="2" y="127"/>
                    <a:pt x="1" y="251"/>
                    <a:pt x="5" y="359"/>
                  </a:cubicBezTo>
                  <a:cubicBezTo>
                    <a:pt x="46" y="1110"/>
                    <a:pt x="148" y="1857"/>
                    <a:pt x="314" y="2589"/>
                  </a:cubicBezTo>
                  <a:cubicBezTo>
                    <a:pt x="427" y="3089"/>
                    <a:pt x="571" y="3609"/>
                    <a:pt x="433" y="4100"/>
                  </a:cubicBezTo>
                  <a:cubicBezTo>
                    <a:pt x="767" y="4038"/>
                    <a:pt x="1098" y="3975"/>
                    <a:pt x="1432" y="3912"/>
                  </a:cubicBezTo>
                  <a:cubicBezTo>
                    <a:pt x="1475" y="3904"/>
                    <a:pt x="1521" y="3894"/>
                    <a:pt x="1551" y="3862"/>
                  </a:cubicBezTo>
                  <a:cubicBezTo>
                    <a:pt x="1588" y="3817"/>
                    <a:pt x="1584" y="3753"/>
                    <a:pt x="1573" y="3699"/>
                  </a:cubicBezTo>
                  <a:cubicBezTo>
                    <a:pt x="1465" y="3027"/>
                    <a:pt x="1083" y="2433"/>
                    <a:pt x="860" y="1790"/>
                  </a:cubicBezTo>
                  <a:cubicBezTo>
                    <a:pt x="717" y="1377"/>
                    <a:pt x="637" y="946"/>
                    <a:pt x="578" y="514"/>
                  </a:cubicBezTo>
                  <a:cubicBezTo>
                    <a:pt x="560" y="374"/>
                    <a:pt x="539" y="228"/>
                    <a:pt x="453" y="116"/>
                  </a:cubicBezTo>
                  <a:cubicBezTo>
                    <a:pt x="398" y="46"/>
                    <a:pt x="306" y="1"/>
                    <a:pt x="21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7869559" y="4328074"/>
              <a:ext cx="354677" cy="601400"/>
            </a:xfrm>
            <a:custGeom>
              <a:avLst/>
              <a:gdLst/>
              <a:ahLst/>
              <a:cxnLst/>
              <a:rect l="l" t="t" r="r" b="b"/>
              <a:pathLst>
                <a:path w="1876" h="3181" extrusionOk="0">
                  <a:moveTo>
                    <a:pt x="1011" y="1"/>
                  </a:moveTo>
                  <a:cubicBezTo>
                    <a:pt x="984" y="1"/>
                    <a:pt x="957" y="2"/>
                    <a:pt x="930" y="6"/>
                  </a:cubicBezTo>
                  <a:lnTo>
                    <a:pt x="825" y="202"/>
                  </a:lnTo>
                  <a:cubicBezTo>
                    <a:pt x="787" y="185"/>
                    <a:pt x="745" y="177"/>
                    <a:pt x="703" y="177"/>
                  </a:cubicBezTo>
                  <a:cubicBezTo>
                    <a:pt x="641" y="177"/>
                    <a:pt x="577" y="194"/>
                    <a:pt x="523" y="221"/>
                  </a:cubicBezTo>
                  <a:cubicBezTo>
                    <a:pt x="431" y="270"/>
                    <a:pt x="362" y="345"/>
                    <a:pt x="302" y="423"/>
                  </a:cubicBezTo>
                  <a:cubicBezTo>
                    <a:pt x="86" y="710"/>
                    <a:pt x="0" y="1070"/>
                    <a:pt x="30" y="1416"/>
                  </a:cubicBezTo>
                  <a:cubicBezTo>
                    <a:pt x="47" y="1600"/>
                    <a:pt x="98" y="1779"/>
                    <a:pt x="170" y="1952"/>
                  </a:cubicBezTo>
                  <a:cubicBezTo>
                    <a:pt x="170" y="1954"/>
                    <a:pt x="170" y="1958"/>
                    <a:pt x="173" y="1960"/>
                  </a:cubicBezTo>
                  <a:cubicBezTo>
                    <a:pt x="181" y="2053"/>
                    <a:pt x="161" y="2154"/>
                    <a:pt x="101" y="2227"/>
                  </a:cubicBezTo>
                  <a:cubicBezTo>
                    <a:pt x="160" y="2194"/>
                    <a:pt x="199" y="2133"/>
                    <a:pt x="216" y="2069"/>
                  </a:cubicBezTo>
                  <a:lnTo>
                    <a:pt x="216" y="2069"/>
                  </a:lnTo>
                  <a:cubicBezTo>
                    <a:pt x="253" y="2189"/>
                    <a:pt x="220" y="2331"/>
                    <a:pt x="128" y="2420"/>
                  </a:cubicBezTo>
                  <a:cubicBezTo>
                    <a:pt x="216" y="2393"/>
                    <a:pt x="290" y="2322"/>
                    <a:pt x="320" y="2234"/>
                  </a:cubicBezTo>
                  <a:cubicBezTo>
                    <a:pt x="320" y="2237"/>
                    <a:pt x="321" y="2237"/>
                    <a:pt x="321" y="2239"/>
                  </a:cubicBezTo>
                  <a:cubicBezTo>
                    <a:pt x="311" y="2375"/>
                    <a:pt x="237" y="2506"/>
                    <a:pt x="124" y="2584"/>
                  </a:cubicBezTo>
                  <a:cubicBezTo>
                    <a:pt x="229" y="2563"/>
                    <a:pt x="327" y="2510"/>
                    <a:pt x="401" y="2433"/>
                  </a:cubicBezTo>
                  <a:lnTo>
                    <a:pt x="401" y="2433"/>
                  </a:lnTo>
                  <a:cubicBezTo>
                    <a:pt x="400" y="2444"/>
                    <a:pt x="395" y="2458"/>
                    <a:pt x="392" y="2468"/>
                  </a:cubicBezTo>
                  <a:cubicBezTo>
                    <a:pt x="350" y="2589"/>
                    <a:pt x="256" y="2682"/>
                    <a:pt x="181" y="2783"/>
                  </a:cubicBezTo>
                  <a:cubicBezTo>
                    <a:pt x="103" y="2886"/>
                    <a:pt x="41" y="3011"/>
                    <a:pt x="72" y="3135"/>
                  </a:cubicBezTo>
                  <a:cubicBezTo>
                    <a:pt x="392" y="3165"/>
                    <a:pt x="712" y="3180"/>
                    <a:pt x="1031" y="3180"/>
                  </a:cubicBezTo>
                  <a:cubicBezTo>
                    <a:pt x="1305" y="3180"/>
                    <a:pt x="1579" y="3169"/>
                    <a:pt x="1852" y="3145"/>
                  </a:cubicBezTo>
                  <a:cubicBezTo>
                    <a:pt x="1876" y="2943"/>
                    <a:pt x="1698" y="2767"/>
                    <a:pt x="1502" y="2715"/>
                  </a:cubicBezTo>
                  <a:cubicBezTo>
                    <a:pt x="1438" y="2699"/>
                    <a:pt x="1374" y="2692"/>
                    <a:pt x="1309" y="2692"/>
                  </a:cubicBezTo>
                  <a:cubicBezTo>
                    <a:pt x="1174" y="2692"/>
                    <a:pt x="1038" y="2721"/>
                    <a:pt x="905" y="2750"/>
                  </a:cubicBezTo>
                  <a:cubicBezTo>
                    <a:pt x="968" y="2705"/>
                    <a:pt x="1027" y="2654"/>
                    <a:pt x="1081" y="2595"/>
                  </a:cubicBezTo>
                  <a:cubicBezTo>
                    <a:pt x="1157" y="2548"/>
                    <a:pt x="1223" y="2482"/>
                    <a:pt x="1279" y="2415"/>
                  </a:cubicBezTo>
                  <a:cubicBezTo>
                    <a:pt x="1610" y="2023"/>
                    <a:pt x="1797" y="1530"/>
                    <a:pt x="1804" y="1034"/>
                  </a:cubicBezTo>
                  <a:cubicBezTo>
                    <a:pt x="1805" y="787"/>
                    <a:pt x="1760" y="530"/>
                    <a:pt x="1614" y="324"/>
                  </a:cubicBezTo>
                  <a:cubicBezTo>
                    <a:pt x="1480" y="137"/>
                    <a:pt x="1251" y="1"/>
                    <a:pt x="1011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8116659" y="4885233"/>
              <a:ext cx="39514" cy="42349"/>
            </a:xfrm>
            <a:custGeom>
              <a:avLst/>
              <a:gdLst/>
              <a:ahLst/>
              <a:cxnLst/>
              <a:rect l="l" t="t" r="r" b="b"/>
              <a:pathLst>
                <a:path w="209" h="224" extrusionOk="0">
                  <a:moveTo>
                    <a:pt x="26" y="0"/>
                  </a:moveTo>
                  <a:cubicBezTo>
                    <a:pt x="18" y="0"/>
                    <a:pt x="9" y="1"/>
                    <a:pt x="0" y="2"/>
                  </a:cubicBezTo>
                  <a:cubicBezTo>
                    <a:pt x="31" y="22"/>
                    <a:pt x="61" y="41"/>
                    <a:pt x="85" y="68"/>
                  </a:cubicBezTo>
                  <a:cubicBezTo>
                    <a:pt x="110" y="94"/>
                    <a:pt x="132" y="127"/>
                    <a:pt x="135" y="162"/>
                  </a:cubicBezTo>
                  <a:cubicBezTo>
                    <a:pt x="136" y="183"/>
                    <a:pt x="136" y="212"/>
                    <a:pt x="156" y="221"/>
                  </a:cubicBezTo>
                  <a:cubicBezTo>
                    <a:pt x="160" y="223"/>
                    <a:pt x="164" y="224"/>
                    <a:pt x="169" y="224"/>
                  </a:cubicBezTo>
                  <a:cubicBezTo>
                    <a:pt x="181" y="224"/>
                    <a:pt x="194" y="217"/>
                    <a:pt x="199" y="206"/>
                  </a:cubicBezTo>
                  <a:cubicBezTo>
                    <a:pt x="209" y="191"/>
                    <a:pt x="209" y="174"/>
                    <a:pt x="207" y="157"/>
                  </a:cubicBezTo>
                  <a:cubicBezTo>
                    <a:pt x="201" y="109"/>
                    <a:pt x="174" y="64"/>
                    <a:pt x="136" y="37"/>
                  </a:cubicBezTo>
                  <a:cubicBezTo>
                    <a:pt x="105" y="13"/>
                    <a:pt x="66" y="0"/>
                    <a:pt x="2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1"/>
            <p:cNvSpPr/>
            <p:nvPr/>
          </p:nvSpPr>
          <p:spPr>
            <a:xfrm>
              <a:off x="8184154" y="4884098"/>
              <a:ext cx="26090" cy="39703"/>
            </a:xfrm>
            <a:custGeom>
              <a:avLst/>
              <a:gdLst/>
              <a:ahLst/>
              <a:cxnLst/>
              <a:rect l="l" t="t" r="r" b="b"/>
              <a:pathLst>
                <a:path w="138" h="210" extrusionOk="0">
                  <a:moveTo>
                    <a:pt x="1" y="1"/>
                  </a:moveTo>
                  <a:cubicBezTo>
                    <a:pt x="40" y="53"/>
                    <a:pt x="69" y="111"/>
                    <a:pt x="88" y="171"/>
                  </a:cubicBezTo>
                  <a:cubicBezTo>
                    <a:pt x="93" y="180"/>
                    <a:pt x="94" y="191"/>
                    <a:pt x="102" y="198"/>
                  </a:cubicBezTo>
                  <a:cubicBezTo>
                    <a:pt x="108" y="204"/>
                    <a:pt x="115" y="209"/>
                    <a:pt x="124" y="209"/>
                  </a:cubicBezTo>
                  <a:cubicBezTo>
                    <a:pt x="126" y="209"/>
                    <a:pt x="128" y="209"/>
                    <a:pt x="130" y="209"/>
                  </a:cubicBezTo>
                  <a:cubicBezTo>
                    <a:pt x="138" y="165"/>
                    <a:pt x="130" y="118"/>
                    <a:pt x="106" y="81"/>
                  </a:cubicBezTo>
                  <a:cubicBezTo>
                    <a:pt x="81" y="43"/>
                    <a:pt x="43" y="14"/>
                    <a:pt x="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1"/>
            <p:cNvSpPr/>
            <p:nvPr/>
          </p:nvSpPr>
          <p:spPr>
            <a:xfrm>
              <a:off x="8062210" y="4360971"/>
              <a:ext cx="153517" cy="383603"/>
            </a:xfrm>
            <a:custGeom>
              <a:avLst/>
              <a:gdLst/>
              <a:ahLst/>
              <a:cxnLst/>
              <a:rect l="l" t="t" r="r" b="b"/>
              <a:pathLst>
                <a:path w="812" h="2029" extrusionOk="0">
                  <a:moveTo>
                    <a:pt x="331" y="1"/>
                  </a:moveTo>
                  <a:cubicBezTo>
                    <a:pt x="349" y="50"/>
                    <a:pt x="367" y="97"/>
                    <a:pt x="385" y="144"/>
                  </a:cubicBezTo>
                  <a:cubicBezTo>
                    <a:pt x="269" y="82"/>
                    <a:pt x="135" y="47"/>
                    <a:pt x="0" y="46"/>
                  </a:cubicBezTo>
                  <a:lnTo>
                    <a:pt x="0" y="46"/>
                  </a:lnTo>
                  <a:cubicBezTo>
                    <a:pt x="287" y="280"/>
                    <a:pt x="500" y="608"/>
                    <a:pt x="575" y="970"/>
                  </a:cubicBezTo>
                  <a:cubicBezTo>
                    <a:pt x="650" y="1332"/>
                    <a:pt x="581" y="1727"/>
                    <a:pt x="367" y="2029"/>
                  </a:cubicBezTo>
                  <a:cubicBezTo>
                    <a:pt x="628" y="1700"/>
                    <a:pt x="785" y="1290"/>
                    <a:pt x="812" y="869"/>
                  </a:cubicBezTo>
                  <a:lnTo>
                    <a:pt x="754" y="865"/>
                  </a:lnTo>
                  <a:cubicBezTo>
                    <a:pt x="768" y="801"/>
                    <a:pt x="769" y="736"/>
                    <a:pt x="760" y="673"/>
                  </a:cubicBezTo>
                  <a:lnTo>
                    <a:pt x="760" y="673"/>
                  </a:lnTo>
                  <a:cubicBezTo>
                    <a:pt x="747" y="678"/>
                    <a:pt x="732" y="679"/>
                    <a:pt x="718" y="681"/>
                  </a:cubicBezTo>
                  <a:cubicBezTo>
                    <a:pt x="732" y="604"/>
                    <a:pt x="726" y="522"/>
                    <a:pt x="702" y="450"/>
                  </a:cubicBezTo>
                  <a:lnTo>
                    <a:pt x="676" y="476"/>
                  </a:lnTo>
                  <a:cubicBezTo>
                    <a:pt x="653" y="338"/>
                    <a:pt x="587" y="206"/>
                    <a:pt x="489" y="106"/>
                  </a:cubicBezTo>
                  <a:cubicBezTo>
                    <a:pt x="436" y="70"/>
                    <a:pt x="383" y="37"/>
                    <a:pt x="331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7878255" y="4491233"/>
              <a:ext cx="27414" cy="109466"/>
            </a:xfrm>
            <a:custGeom>
              <a:avLst/>
              <a:gdLst/>
              <a:ahLst/>
              <a:cxnLst/>
              <a:rect l="l" t="t" r="r" b="b"/>
              <a:pathLst>
                <a:path w="145" h="579" extrusionOk="0">
                  <a:moveTo>
                    <a:pt x="144" y="1"/>
                  </a:moveTo>
                  <a:lnTo>
                    <a:pt x="58" y="118"/>
                  </a:lnTo>
                  <a:cubicBezTo>
                    <a:pt x="5" y="239"/>
                    <a:pt x="1" y="379"/>
                    <a:pt x="46" y="503"/>
                  </a:cubicBezTo>
                  <a:cubicBezTo>
                    <a:pt x="38" y="427"/>
                    <a:pt x="46" y="349"/>
                    <a:pt x="73" y="277"/>
                  </a:cubicBezTo>
                  <a:lnTo>
                    <a:pt x="73" y="277"/>
                  </a:lnTo>
                  <a:cubicBezTo>
                    <a:pt x="55" y="381"/>
                    <a:pt x="76" y="488"/>
                    <a:pt x="129" y="578"/>
                  </a:cubicBezTo>
                  <a:cubicBezTo>
                    <a:pt x="133" y="480"/>
                    <a:pt x="111" y="384"/>
                    <a:pt x="99" y="286"/>
                  </a:cubicBezTo>
                  <a:cubicBezTo>
                    <a:pt x="87" y="188"/>
                    <a:pt x="91" y="85"/>
                    <a:pt x="144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7892624" y="4601265"/>
              <a:ext cx="18717" cy="63902"/>
            </a:xfrm>
            <a:custGeom>
              <a:avLst/>
              <a:gdLst/>
              <a:ahLst/>
              <a:cxnLst/>
              <a:rect l="l" t="t" r="r" b="b"/>
              <a:pathLst>
                <a:path w="99" h="338" extrusionOk="0">
                  <a:moveTo>
                    <a:pt x="21" y="1"/>
                  </a:moveTo>
                  <a:lnTo>
                    <a:pt x="21" y="1"/>
                  </a:lnTo>
                  <a:cubicBezTo>
                    <a:pt x="0" y="117"/>
                    <a:pt x="26" y="242"/>
                    <a:pt x="97" y="337"/>
                  </a:cubicBezTo>
                  <a:cubicBezTo>
                    <a:pt x="98" y="201"/>
                    <a:pt x="65" y="126"/>
                    <a:pt x="21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7916445" y="4671784"/>
              <a:ext cx="17583" cy="28926"/>
            </a:xfrm>
            <a:custGeom>
              <a:avLst/>
              <a:gdLst/>
              <a:ahLst/>
              <a:cxnLst/>
              <a:rect l="l" t="t" r="r" b="b"/>
              <a:pathLst>
                <a:path w="93" h="153" extrusionOk="0">
                  <a:moveTo>
                    <a:pt x="11" y="0"/>
                  </a:moveTo>
                  <a:cubicBezTo>
                    <a:pt x="1" y="56"/>
                    <a:pt x="26" y="121"/>
                    <a:pt x="73" y="153"/>
                  </a:cubicBezTo>
                  <a:cubicBezTo>
                    <a:pt x="93" y="95"/>
                    <a:pt x="36" y="54"/>
                    <a:pt x="1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8177347" y="3907984"/>
              <a:ext cx="368289" cy="1032646"/>
            </a:xfrm>
            <a:custGeom>
              <a:avLst/>
              <a:gdLst/>
              <a:ahLst/>
              <a:cxnLst/>
              <a:rect l="l" t="t" r="r" b="b"/>
              <a:pathLst>
                <a:path w="1948" h="5462" extrusionOk="0">
                  <a:moveTo>
                    <a:pt x="518" y="0"/>
                  </a:moveTo>
                  <a:cubicBezTo>
                    <a:pt x="462" y="0"/>
                    <a:pt x="402" y="36"/>
                    <a:pt x="356" y="76"/>
                  </a:cubicBezTo>
                  <a:cubicBezTo>
                    <a:pt x="115" y="290"/>
                    <a:pt x="8" y="634"/>
                    <a:pt x="4" y="966"/>
                  </a:cubicBezTo>
                  <a:cubicBezTo>
                    <a:pt x="1" y="1297"/>
                    <a:pt x="87" y="1622"/>
                    <a:pt x="174" y="1943"/>
                  </a:cubicBezTo>
                  <a:cubicBezTo>
                    <a:pt x="313" y="2457"/>
                    <a:pt x="451" y="2971"/>
                    <a:pt x="590" y="3484"/>
                  </a:cubicBezTo>
                  <a:lnTo>
                    <a:pt x="589" y="3482"/>
                  </a:lnTo>
                  <a:lnTo>
                    <a:pt x="589" y="3482"/>
                  </a:lnTo>
                  <a:cubicBezTo>
                    <a:pt x="631" y="3633"/>
                    <a:pt x="644" y="3791"/>
                    <a:pt x="626" y="3947"/>
                  </a:cubicBezTo>
                  <a:cubicBezTo>
                    <a:pt x="637" y="3933"/>
                    <a:pt x="649" y="3918"/>
                    <a:pt x="660" y="3901"/>
                  </a:cubicBezTo>
                  <a:cubicBezTo>
                    <a:pt x="661" y="3898"/>
                    <a:pt x="664" y="3895"/>
                    <a:pt x="664" y="3894"/>
                  </a:cubicBezTo>
                  <a:cubicBezTo>
                    <a:pt x="673" y="3879"/>
                    <a:pt x="682" y="3864"/>
                    <a:pt x="688" y="3846"/>
                  </a:cubicBezTo>
                  <a:cubicBezTo>
                    <a:pt x="694" y="3868"/>
                    <a:pt x="699" y="3891"/>
                    <a:pt x="706" y="3914"/>
                  </a:cubicBezTo>
                  <a:cubicBezTo>
                    <a:pt x="697" y="4004"/>
                    <a:pt x="688" y="4098"/>
                    <a:pt x="679" y="4188"/>
                  </a:cubicBezTo>
                  <a:cubicBezTo>
                    <a:pt x="688" y="4182"/>
                    <a:pt x="697" y="4174"/>
                    <a:pt x="706" y="4167"/>
                  </a:cubicBezTo>
                  <a:cubicBezTo>
                    <a:pt x="711" y="4165"/>
                    <a:pt x="712" y="4161"/>
                    <a:pt x="717" y="4159"/>
                  </a:cubicBezTo>
                  <a:lnTo>
                    <a:pt x="733" y="4143"/>
                  </a:lnTo>
                  <a:lnTo>
                    <a:pt x="742" y="4132"/>
                  </a:lnTo>
                  <a:cubicBezTo>
                    <a:pt x="750" y="4125"/>
                    <a:pt x="756" y="4116"/>
                    <a:pt x="762" y="4107"/>
                  </a:cubicBezTo>
                  <a:cubicBezTo>
                    <a:pt x="834" y="4378"/>
                    <a:pt x="908" y="4649"/>
                    <a:pt x="981" y="4919"/>
                  </a:cubicBezTo>
                  <a:cubicBezTo>
                    <a:pt x="916" y="5029"/>
                    <a:pt x="863" y="5150"/>
                    <a:pt x="827" y="5275"/>
                  </a:cubicBezTo>
                  <a:cubicBezTo>
                    <a:pt x="815" y="5319"/>
                    <a:pt x="804" y="5369"/>
                    <a:pt x="830" y="5406"/>
                  </a:cubicBezTo>
                  <a:cubicBezTo>
                    <a:pt x="856" y="5450"/>
                    <a:pt x="914" y="5458"/>
                    <a:pt x="963" y="5458"/>
                  </a:cubicBezTo>
                  <a:cubicBezTo>
                    <a:pt x="1028" y="5460"/>
                    <a:pt x="1105" y="5461"/>
                    <a:pt x="1188" y="5461"/>
                  </a:cubicBezTo>
                  <a:cubicBezTo>
                    <a:pt x="1441" y="5461"/>
                    <a:pt x="1751" y="5451"/>
                    <a:pt x="1947" y="5429"/>
                  </a:cubicBezTo>
                  <a:cubicBezTo>
                    <a:pt x="1902" y="5269"/>
                    <a:pt x="1798" y="5164"/>
                    <a:pt x="1671" y="5079"/>
                  </a:cubicBezTo>
                  <a:cubicBezTo>
                    <a:pt x="1089" y="3556"/>
                    <a:pt x="1119" y="2178"/>
                    <a:pt x="884" y="548"/>
                  </a:cubicBezTo>
                  <a:cubicBezTo>
                    <a:pt x="874" y="468"/>
                    <a:pt x="643" y="49"/>
                    <a:pt x="575" y="14"/>
                  </a:cubicBezTo>
                  <a:cubicBezTo>
                    <a:pt x="557" y="4"/>
                    <a:pt x="538" y="0"/>
                    <a:pt x="51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1"/>
            <p:cNvSpPr/>
            <p:nvPr/>
          </p:nvSpPr>
          <p:spPr>
            <a:xfrm>
              <a:off x="8414617" y="4894307"/>
              <a:ext cx="25145" cy="46887"/>
            </a:xfrm>
            <a:custGeom>
              <a:avLst/>
              <a:gdLst/>
              <a:ahLst/>
              <a:cxnLst/>
              <a:rect l="l" t="t" r="r" b="b"/>
              <a:pathLst>
                <a:path w="133" h="248" extrusionOk="0">
                  <a:moveTo>
                    <a:pt x="8" y="0"/>
                  </a:moveTo>
                  <a:cubicBezTo>
                    <a:pt x="5" y="0"/>
                    <a:pt x="3" y="0"/>
                    <a:pt x="0" y="1"/>
                  </a:cubicBezTo>
                  <a:cubicBezTo>
                    <a:pt x="42" y="60"/>
                    <a:pt x="68" y="128"/>
                    <a:pt x="76" y="200"/>
                  </a:cubicBezTo>
                  <a:cubicBezTo>
                    <a:pt x="79" y="210"/>
                    <a:pt x="79" y="223"/>
                    <a:pt x="83" y="232"/>
                  </a:cubicBezTo>
                  <a:cubicBezTo>
                    <a:pt x="88" y="239"/>
                    <a:pt x="96" y="247"/>
                    <a:pt x="106" y="247"/>
                  </a:cubicBezTo>
                  <a:cubicBezTo>
                    <a:pt x="107" y="247"/>
                    <a:pt x="109" y="247"/>
                    <a:pt x="110" y="247"/>
                  </a:cubicBezTo>
                  <a:cubicBezTo>
                    <a:pt x="131" y="245"/>
                    <a:pt x="133" y="218"/>
                    <a:pt x="131" y="201"/>
                  </a:cubicBezTo>
                  <a:cubicBezTo>
                    <a:pt x="125" y="155"/>
                    <a:pt x="110" y="106"/>
                    <a:pt x="88" y="64"/>
                  </a:cubicBezTo>
                  <a:cubicBezTo>
                    <a:pt x="79" y="46"/>
                    <a:pt x="68" y="30"/>
                    <a:pt x="53" y="19"/>
                  </a:cubicBezTo>
                  <a:cubicBezTo>
                    <a:pt x="40" y="9"/>
                    <a:pt x="24" y="0"/>
                    <a:pt x="8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1"/>
            <p:cNvSpPr/>
            <p:nvPr/>
          </p:nvSpPr>
          <p:spPr>
            <a:xfrm>
              <a:off x="8482679" y="4890904"/>
              <a:ext cx="26090" cy="48210"/>
            </a:xfrm>
            <a:custGeom>
              <a:avLst/>
              <a:gdLst/>
              <a:ahLst/>
              <a:cxnLst/>
              <a:rect l="l" t="t" r="r" b="b"/>
              <a:pathLst>
                <a:path w="138" h="255" extrusionOk="0">
                  <a:moveTo>
                    <a:pt x="1" y="1"/>
                  </a:moveTo>
                  <a:lnTo>
                    <a:pt x="1" y="1"/>
                  </a:lnTo>
                  <a:cubicBezTo>
                    <a:pt x="53" y="72"/>
                    <a:pt x="82" y="162"/>
                    <a:pt x="77" y="251"/>
                  </a:cubicBezTo>
                  <a:cubicBezTo>
                    <a:pt x="82" y="254"/>
                    <a:pt x="87" y="255"/>
                    <a:pt x="91" y="255"/>
                  </a:cubicBezTo>
                  <a:cubicBezTo>
                    <a:pt x="110" y="255"/>
                    <a:pt x="128" y="239"/>
                    <a:pt x="132" y="219"/>
                  </a:cubicBezTo>
                  <a:cubicBezTo>
                    <a:pt x="138" y="195"/>
                    <a:pt x="129" y="170"/>
                    <a:pt x="120" y="147"/>
                  </a:cubicBezTo>
                  <a:cubicBezTo>
                    <a:pt x="106" y="117"/>
                    <a:pt x="94" y="87"/>
                    <a:pt x="76" y="61"/>
                  </a:cubicBezTo>
                  <a:cubicBezTo>
                    <a:pt x="56" y="34"/>
                    <a:pt x="31" y="11"/>
                    <a:pt x="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8187935" y="3992872"/>
              <a:ext cx="62957" cy="435027"/>
            </a:xfrm>
            <a:custGeom>
              <a:avLst/>
              <a:gdLst/>
              <a:ahLst/>
              <a:cxnLst/>
              <a:rect l="l" t="t" r="r" b="b"/>
              <a:pathLst>
                <a:path w="333" h="2301" extrusionOk="0">
                  <a:moveTo>
                    <a:pt x="106" y="1"/>
                  </a:moveTo>
                  <a:cubicBezTo>
                    <a:pt x="11" y="379"/>
                    <a:pt x="0" y="777"/>
                    <a:pt x="49" y="1165"/>
                  </a:cubicBezTo>
                  <a:cubicBezTo>
                    <a:pt x="97" y="1554"/>
                    <a:pt x="202" y="1932"/>
                    <a:pt x="332" y="2300"/>
                  </a:cubicBezTo>
                  <a:cubicBezTo>
                    <a:pt x="163" y="1546"/>
                    <a:pt x="88" y="771"/>
                    <a:pt x="106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1"/>
            <p:cNvSpPr/>
            <p:nvPr/>
          </p:nvSpPr>
          <p:spPr>
            <a:xfrm>
              <a:off x="8336157" y="4159433"/>
              <a:ext cx="13612" cy="80350"/>
            </a:xfrm>
            <a:custGeom>
              <a:avLst/>
              <a:gdLst/>
              <a:ahLst/>
              <a:cxnLst/>
              <a:rect l="l" t="t" r="r" b="b"/>
              <a:pathLst>
                <a:path w="72" h="425" extrusionOk="0">
                  <a:moveTo>
                    <a:pt x="26" y="0"/>
                  </a:moveTo>
                  <a:lnTo>
                    <a:pt x="26" y="0"/>
                  </a:lnTo>
                  <a:cubicBezTo>
                    <a:pt x="13" y="144"/>
                    <a:pt x="1" y="296"/>
                    <a:pt x="64" y="424"/>
                  </a:cubicBezTo>
                  <a:cubicBezTo>
                    <a:pt x="71" y="282"/>
                    <a:pt x="58" y="139"/>
                    <a:pt x="26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1"/>
            <p:cNvSpPr/>
            <p:nvPr/>
          </p:nvSpPr>
          <p:spPr>
            <a:xfrm>
              <a:off x="8327083" y="3993439"/>
              <a:ext cx="24956" cy="106630"/>
            </a:xfrm>
            <a:custGeom>
              <a:avLst/>
              <a:gdLst/>
              <a:ahLst/>
              <a:cxnLst/>
              <a:rect l="l" t="t" r="r" b="b"/>
              <a:pathLst>
                <a:path w="132" h="564" extrusionOk="0">
                  <a:moveTo>
                    <a:pt x="8" y="1"/>
                  </a:moveTo>
                  <a:lnTo>
                    <a:pt x="0" y="105"/>
                  </a:lnTo>
                  <a:cubicBezTo>
                    <a:pt x="39" y="254"/>
                    <a:pt x="59" y="408"/>
                    <a:pt x="52" y="563"/>
                  </a:cubicBezTo>
                  <a:cubicBezTo>
                    <a:pt x="131" y="385"/>
                    <a:pt x="115" y="165"/>
                    <a:pt x="8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1"/>
            <p:cNvSpPr/>
            <p:nvPr/>
          </p:nvSpPr>
          <p:spPr>
            <a:xfrm>
              <a:off x="8343342" y="4094208"/>
              <a:ext cx="8697" cy="44618"/>
            </a:xfrm>
            <a:custGeom>
              <a:avLst/>
              <a:gdLst/>
              <a:ahLst/>
              <a:cxnLst/>
              <a:rect l="l" t="t" r="r" b="b"/>
              <a:pathLst>
                <a:path w="46" h="236" extrusionOk="0">
                  <a:moveTo>
                    <a:pt x="39" y="0"/>
                  </a:moveTo>
                  <a:lnTo>
                    <a:pt x="39" y="0"/>
                  </a:lnTo>
                  <a:cubicBezTo>
                    <a:pt x="21" y="57"/>
                    <a:pt x="8" y="121"/>
                    <a:pt x="2" y="181"/>
                  </a:cubicBezTo>
                  <a:cubicBezTo>
                    <a:pt x="0" y="202"/>
                    <a:pt x="2" y="226"/>
                    <a:pt x="20" y="235"/>
                  </a:cubicBezTo>
                  <a:cubicBezTo>
                    <a:pt x="38" y="158"/>
                    <a:pt x="45" y="79"/>
                    <a:pt x="39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1"/>
            <p:cNvSpPr/>
            <p:nvPr/>
          </p:nvSpPr>
          <p:spPr>
            <a:xfrm>
              <a:off x="8300236" y="3943338"/>
              <a:ext cx="17204" cy="28926"/>
            </a:xfrm>
            <a:custGeom>
              <a:avLst/>
              <a:gdLst/>
              <a:ahLst/>
              <a:cxnLst/>
              <a:rect l="l" t="t" r="r" b="b"/>
              <a:pathLst>
                <a:path w="91" h="153" extrusionOk="0">
                  <a:moveTo>
                    <a:pt x="1" y="0"/>
                  </a:moveTo>
                  <a:lnTo>
                    <a:pt x="1" y="0"/>
                  </a:lnTo>
                  <a:cubicBezTo>
                    <a:pt x="10" y="58"/>
                    <a:pt x="37" y="111"/>
                    <a:pt x="74" y="153"/>
                  </a:cubicBezTo>
                  <a:lnTo>
                    <a:pt x="89" y="153"/>
                  </a:lnTo>
                  <a:cubicBezTo>
                    <a:pt x="91" y="80"/>
                    <a:pt x="52" y="53"/>
                    <a:pt x="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1"/>
            <p:cNvSpPr/>
            <p:nvPr/>
          </p:nvSpPr>
          <p:spPr>
            <a:xfrm>
              <a:off x="8301938" y="3486381"/>
              <a:ext cx="548085" cy="451853"/>
            </a:xfrm>
            <a:custGeom>
              <a:avLst/>
              <a:gdLst/>
              <a:ahLst/>
              <a:cxnLst/>
              <a:rect l="l" t="t" r="r" b="b"/>
              <a:pathLst>
                <a:path w="2899" h="2390" extrusionOk="0">
                  <a:moveTo>
                    <a:pt x="1404" y="0"/>
                  </a:moveTo>
                  <a:cubicBezTo>
                    <a:pt x="1337" y="0"/>
                    <a:pt x="1267" y="10"/>
                    <a:pt x="1199" y="17"/>
                  </a:cubicBezTo>
                  <a:cubicBezTo>
                    <a:pt x="1023" y="35"/>
                    <a:pt x="836" y="29"/>
                    <a:pt x="679" y="116"/>
                  </a:cubicBezTo>
                  <a:cubicBezTo>
                    <a:pt x="519" y="205"/>
                    <a:pt x="420" y="376"/>
                    <a:pt x="361" y="549"/>
                  </a:cubicBezTo>
                  <a:cubicBezTo>
                    <a:pt x="358" y="560"/>
                    <a:pt x="355" y="570"/>
                    <a:pt x="352" y="579"/>
                  </a:cubicBezTo>
                  <a:cubicBezTo>
                    <a:pt x="171" y="914"/>
                    <a:pt x="50" y="1281"/>
                    <a:pt x="1" y="1656"/>
                  </a:cubicBezTo>
                  <a:cubicBezTo>
                    <a:pt x="34" y="1633"/>
                    <a:pt x="65" y="1609"/>
                    <a:pt x="97" y="1587"/>
                  </a:cubicBezTo>
                  <a:lnTo>
                    <a:pt x="97" y="1587"/>
                  </a:lnTo>
                  <a:cubicBezTo>
                    <a:pt x="71" y="1692"/>
                    <a:pt x="74" y="1805"/>
                    <a:pt x="106" y="1909"/>
                  </a:cubicBezTo>
                  <a:cubicBezTo>
                    <a:pt x="127" y="1894"/>
                    <a:pt x="150" y="1879"/>
                    <a:pt x="171" y="1864"/>
                  </a:cubicBezTo>
                  <a:cubicBezTo>
                    <a:pt x="222" y="1979"/>
                    <a:pt x="272" y="2095"/>
                    <a:pt x="352" y="2196"/>
                  </a:cubicBezTo>
                  <a:cubicBezTo>
                    <a:pt x="430" y="2295"/>
                    <a:pt x="540" y="2372"/>
                    <a:pt x="667" y="2387"/>
                  </a:cubicBezTo>
                  <a:cubicBezTo>
                    <a:pt x="681" y="2389"/>
                    <a:pt x="694" y="2390"/>
                    <a:pt x="708" y="2390"/>
                  </a:cubicBezTo>
                  <a:cubicBezTo>
                    <a:pt x="845" y="2390"/>
                    <a:pt x="974" y="2315"/>
                    <a:pt x="1079" y="2221"/>
                  </a:cubicBezTo>
                  <a:cubicBezTo>
                    <a:pt x="1290" y="2182"/>
                    <a:pt x="1499" y="2143"/>
                    <a:pt x="1711" y="2099"/>
                  </a:cubicBezTo>
                  <a:cubicBezTo>
                    <a:pt x="1965" y="2045"/>
                    <a:pt x="2229" y="1980"/>
                    <a:pt x="2439" y="1829"/>
                  </a:cubicBezTo>
                  <a:cubicBezTo>
                    <a:pt x="2468" y="1826"/>
                    <a:pt x="2498" y="1824"/>
                    <a:pt x="2528" y="1824"/>
                  </a:cubicBezTo>
                  <a:cubicBezTo>
                    <a:pt x="2549" y="1824"/>
                    <a:pt x="2571" y="1825"/>
                    <a:pt x="2593" y="1826"/>
                  </a:cubicBezTo>
                  <a:cubicBezTo>
                    <a:pt x="2608" y="1827"/>
                    <a:pt x="2622" y="1828"/>
                    <a:pt x="2637" y="1828"/>
                  </a:cubicBezTo>
                  <a:cubicBezTo>
                    <a:pt x="2656" y="1828"/>
                    <a:pt x="2674" y="1826"/>
                    <a:pt x="2692" y="1820"/>
                  </a:cubicBezTo>
                  <a:cubicBezTo>
                    <a:pt x="2740" y="1805"/>
                    <a:pt x="2775" y="1763"/>
                    <a:pt x="2798" y="1718"/>
                  </a:cubicBezTo>
                  <a:cubicBezTo>
                    <a:pt x="2832" y="1647"/>
                    <a:pt x="2841" y="1564"/>
                    <a:pt x="2819" y="1489"/>
                  </a:cubicBezTo>
                  <a:cubicBezTo>
                    <a:pt x="2813" y="1469"/>
                    <a:pt x="2805" y="1451"/>
                    <a:pt x="2790" y="1437"/>
                  </a:cubicBezTo>
                  <a:cubicBezTo>
                    <a:pt x="2783" y="1430"/>
                    <a:pt x="2774" y="1425"/>
                    <a:pt x="2765" y="1424"/>
                  </a:cubicBezTo>
                  <a:cubicBezTo>
                    <a:pt x="2863" y="1205"/>
                    <a:pt x="2899" y="952"/>
                    <a:pt x="2888" y="711"/>
                  </a:cubicBezTo>
                  <a:cubicBezTo>
                    <a:pt x="2885" y="632"/>
                    <a:pt x="2876" y="548"/>
                    <a:pt x="2825" y="489"/>
                  </a:cubicBezTo>
                  <a:cubicBezTo>
                    <a:pt x="2778" y="435"/>
                    <a:pt x="2706" y="410"/>
                    <a:pt x="2635" y="397"/>
                  </a:cubicBezTo>
                  <a:cubicBezTo>
                    <a:pt x="2357" y="343"/>
                    <a:pt x="2041" y="409"/>
                    <a:pt x="1818" y="237"/>
                  </a:cubicBezTo>
                  <a:cubicBezTo>
                    <a:pt x="1738" y="175"/>
                    <a:pt x="1677" y="82"/>
                    <a:pt x="1587" y="36"/>
                  </a:cubicBezTo>
                  <a:cubicBezTo>
                    <a:pt x="1530" y="9"/>
                    <a:pt x="1468" y="0"/>
                    <a:pt x="1404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1"/>
            <p:cNvSpPr/>
            <p:nvPr/>
          </p:nvSpPr>
          <p:spPr>
            <a:xfrm>
              <a:off x="8572293" y="3539507"/>
              <a:ext cx="77704" cy="123834"/>
            </a:xfrm>
            <a:custGeom>
              <a:avLst/>
              <a:gdLst/>
              <a:ahLst/>
              <a:cxnLst/>
              <a:rect l="l" t="t" r="r" b="b"/>
              <a:pathLst>
                <a:path w="411" h="655" extrusionOk="0">
                  <a:moveTo>
                    <a:pt x="138" y="0"/>
                  </a:moveTo>
                  <a:cubicBezTo>
                    <a:pt x="131" y="0"/>
                    <a:pt x="124" y="1"/>
                    <a:pt x="118" y="3"/>
                  </a:cubicBezTo>
                  <a:cubicBezTo>
                    <a:pt x="83" y="12"/>
                    <a:pt x="57" y="45"/>
                    <a:pt x="41" y="78"/>
                  </a:cubicBezTo>
                  <a:cubicBezTo>
                    <a:pt x="5" y="151"/>
                    <a:pt x="0" y="233"/>
                    <a:pt x="11" y="312"/>
                  </a:cubicBezTo>
                  <a:cubicBezTo>
                    <a:pt x="23" y="390"/>
                    <a:pt x="47" y="469"/>
                    <a:pt x="72" y="544"/>
                  </a:cubicBezTo>
                  <a:cubicBezTo>
                    <a:pt x="86" y="583"/>
                    <a:pt x="103" y="627"/>
                    <a:pt x="140" y="645"/>
                  </a:cubicBezTo>
                  <a:cubicBezTo>
                    <a:pt x="153" y="652"/>
                    <a:pt x="167" y="654"/>
                    <a:pt x="181" y="654"/>
                  </a:cubicBezTo>
                  <a:cubicBezTo>
                    <a:pt x="213" y="654"/>
                    <a:pt x="247" y="639"/>
                    <a:pt x="273" y="620"/>
                  </a:cubicBezTo>
                  <a:cubicBezTo>
                    <a:pt x="363" y="550"/>
                    <a:pt x="410" y="431"/>
                    <a:pt x="398" y="318"/>
                  </a:cubicBezTo>
                  <a:cubicBezTo>
                    <a:pt x="385" y="205"/>
                    <a:pt x="318" y="101"/>
                    <a:pt x="226" y="34"/>
                  </a:cubicBezTo>
                  <a:cubicBezTo>
                    <a:pt x="199" y="16"/>
                    <a:pt x="169" y="0"/>
                    <a:pt x="13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1"/>
            <p:cNvSpPr/>
            <p:nvPr/>
          </p:nvSpPr>
          <p:spPr>
            <a:xfrm>
              <a:off x="8584960" y="3547258"/>
              <a:ext cx="37623" cy="72221"/>
            </a:xfrm>
            <a:custGeom>
              <a:avLst/>
              <a:gdLst/>
              <a:ahLst/>
              <a:cxnLst/>
              <a:rect l="l" t="t" r="r" b="b"/>
              <a:pathLst>
                <a:path w="199" h="382" extrusionOk="0">
                  <a:moveTo>
                    <a:pt x="140" y="1"/>
                  </a:moveTo>
                  <a:cubicBezTo>
                    <a:pt x="102" y="6"/>
                    <a:pt x="76" y="36"/>
                    <a:pt x="60" y="67"/>
                  </a:cubicBezTo>
                  <a:cubicBezTo>
                    <a:pt x="18" y="137"/>
                    <a:pt x="1" y="220"/>
                    <a:pt x="8" y="300"/>
                  </a:cubicBezTo>
                  <a:cubicBezTo>
                    <a:pt x="10" y="322"/>
                    <a:pt x="13" y="345"/>
                    <a:pt x="30" y="361"/>
                  </a:cubicBezTo>
                  <a:cubicBezTo>
                    <a:pt x="38" y="373"/>
                    <a:pt x="55" y="382"/>
                    <a:pt x="71" y="382"/>
                  </a:cubicBezTo>
                  <a:cubicBezTo>
                    <a:pt x="76" y="382"/>
                    <a:pt x="82" y="380"/>
                    <a:pt x="87" y="378"/>
                  </a:cubicBezTo>
                  <a:cubicBezTo>
                    <a:pt x="67" y="325"/>
                    <a:pt x="67" y="263"/>
                    <a:pt x="87" y="211"/>
                  </a:cubicBezTo>
                  <a:cubicBezTo>
                    <a:pt x="108" y="158"/>
                    <a:pt x="147" y="113"/>
                    <a:pt x="198" y="85"/>
                  </a:cubicBezTo>
                  <a:cubicBezTo>
                    <a:pt x="168" y="66"/>
                    <a:pt x="147" y="36"/>
                    <a:pt x="140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8631846" y="3525706"/>
              <a:ext cx="231409" cy="304387"/>
            </a:xfrm>
            <a:custGeom>
              <a:avLst/>
              <a:gdLst/>
              <a:ahLst/>
              <a:cxnLst/>
              <a:rect l="l" t="t" r="r" b="b"/>
              <a:pathLst>
                <a:path w="1224" h="1610" extrusionOk="0">
                  <a:moveTo>
                    <a:pt x="0" y="0"/>
                  </a:moveTo>
                  <a:cubicBezTo>
                    <a:pt x="2" y="135"/>
                    <a:pt x="151" y="195"/>
                    <a:pt x="204" y="291"/>
                  </a:cubicBezTo>
                  <a:cubicBezTo>
                    <a:pt x="260" y="397"/>
                    <a:pt x="291" y="463"/>
                    <a:pt x="285" y="582"/>
                  </a:cubicBezTo>
                  <a:cubicBezTo>
                    <a:pt x="279" y="736"/>
                    <a:pt x="260" y="887"/>
                    <a:pt x="261" y="1039"/>
                  </a:cubicBezTo>
                  <a:cubicBezTo>
                    <a:pt x="264" y="1192"/>
                    <a:pt x="291" y="1347"/>
                    <a:pt x="373" y="1477"/>
                  </a:cubicBezTo>
                  <a:cubicBezTo>
                    <a:pt x="409" y="1532"/>
                    <a:pt x="456" y="1585"/>
                    <a:pt x="519" y="1602"/>
                  </a:cubicBezTo>
                  <a:cubicBezTo>
                    <a:pt x="537" y="1607"/>
                    <a:pt x="556" y="1610"/>
                    <a:pt x="575" y="1610"/>
                  </a:cubicBezTo>
                  <a:cubicBezTo>
                    <a:pt x="628" y="1610"/>
                    <a:pt x="682" y="1590"/>
                    <a:pt x="729" y="1564"/>
                  </a:cubicBezTo>
                  <a:cubicBezTo>
                    <a:pt x="842" y="1507"/>
                    <a:pt x="944" y="1417"/>
                    <a:pt x="991" y="1302"/>
                  </a:cubicBezTo>
                  <a:lnTo>
                    <a:pt x="991" y="1302"/>
                  </a:lnTo>
                  <a:cubicBezTo>
                    <a:pt x="991" y="1308"/>
                    <a:pt x="991" y="1314"/>
                    <a:pt x="991" y="1320"/>
                  </a:cubicBezTo>
                  <a:cubicBezTo>
                    <a:pt x="992" y="1348"/>
                    <a:pt x="1007" y="1380"/>
                    <a:pt x="1038" y="1389"/>
                  </a:cubicBezTo>
                  <a:cubicBezTo>
                    <a:pt x="1043" y="1391"/>
                    <a:pt x="1048" y="1391"/>
                    <a:pt x="1053" y="1391"/>
                  </a:cubicBezTo>
                  <a:cubicBezTo>
                    <a:pt x="1093" y="1391"/>
                    <a:pt x="1127" y="1348"/>
                    <a:pt x="1143" y="1311"/>
                  </a:cubicBezTo>
                  <a:cubicBezTo>
                    <a:pt x="1223" y="1127"/>
                    <a:pt x="1217" y="920"/>
                    <a:pt x="1211" y="720"/>
                  </a:cubicBezTo>
                  <a:cubicBezTo>
                    <a:pt x="1208" y="588"/>
                    <a:pt x="1197" y="444"/>
                    <a:pt x="1112" y="343"/>
                  </a:cubicBezTo>
                  <a:cubicBezTo>
                    <a:pt x="1027" y="249"/>
                    <a:pt x="897" y="216"/>
                    <a:pt x="772" y="199"/>
                  </a:cubicBezTo>
                  <a:cubicBezTo>
                    <a:pt x="611" y="180"/>
                    <a:pt x="445" y="183"/>
                    <a:pt x="288" y="141"/>
                  </a:cubicBezTo>
                  <a:cubicBezTo>
                    <a:pt x="184" y="112"/>
                    <a:pt x="86" y="65"/>
                    <a:pt x="0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1"/>
            <p:cNvSpPr/>
            <p:nvPr/>
          </p:nvSpPr>
          <p:spPr>
            <a:xfrm>
              <a:off x="8753601" y="3575617"/>
              <a:ext cx="98122" cy="86589"/>
            </a:xfrm>
            <a:custGeom>
              <a:avLst/>
              <a:gdLst/>
              <a:ahLst/>
              <a:cxnLst/>
              <a:rect l="l" t="t" r="r" b="b"/>
              <a:pathLst>
                <a:path w="519" h="458" extrusionOk="0">
                  <a:moveTo>
                    <a:pt x="399" y="1"/>
                  </a:moveTo>
                  <a:cubicBezTo>
                    <a:pt x="389" y="1"/>
                    <a:pt x="380" y="1"/>
                    <a:pt x="371" y="2"/>
                  </a:cubicBezTo>
                  <a:cubicBezTo>
                    <a:pt x="284" y="9"/>
                    <a:pt x="195" y="30"/>
                    <a:pt x="112" y="62"/>
                  </a:cubicBezTo>
                  <a:cubicBezTo>
                    <a:pt x="83" y="74"/>
                    <a:pt x="53" y="88"/>
                    <a:pt x="32" y="110"/>
                  </a:cubicBezTo>
                  <a:cubicBezTo>
                    <a:pt x="12" y="133"/>
                    <a:pt x="0" y="166"/>
                    <a:pt x="12" y="196"/>
                  </a:cubicBezTo>
                  <a:cubicBezTo>
                    <a:pt x="145" y="236"/>
                    <a:pt x="293" y="285"/>
                    <a:pt x="370" y="401"/>
                  </a:cubicBezTo>
                  <a:cubicBezTo>
                    <a:pt x="383" y="428"/>
                    <a:pt x="405" y="458"/>
                    <a:pt x="434" y="458"/>
                  </a:cubicBezTo>
                  <a:cubicBezTo>
                    <a:pt x="437" y="458"/>
                    <a:pt x="439" y="458"/>
                    <a:pt x="442" y="457"/>
                  </a:cubicBezTo>
                  <a:cubicBezTo>
                    <a:pt x="469" y="450"/>
                    <a:pt x="477" y="415"/>
                    <a:pt x="481" y="386"/>
                  </a:cubicBezTo>
                  <a:cubicBezTo>
                    <a:pt x="490" y="308"/>
                    <a:pt x="499" y="226"/>
                    <a:pt x="511" y="148"/>
                  </a:cubicBezTo>
                  <a:cubicBezTo>
                    <a:pt x="514" y="110"/>
                    <a:pt x="519" y="67"/>
                    <a:pt x="496" y="36"/>
                  </a:cubicBezTo>
                  <a:cubicBezTo>
                    <a:pt x="473" y="8"/>
                    <a:pt x="436" y="1"/>
                    <a:pt x="39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1"/>
            <p:cNvSpPr/>
            <p:nvPr/>
          </p:nvSpPr>
          <p:spPr>
            <a:xfrm>
              <a:off x="8756626" y="3646137"/>
              <a:ext cx="85455" cy="170532"/>
            </a:xfrm>
            <a:custGeom>
              <a:avLst/>
              <a:gdLst/>
              <a:ahLst/>
              <a:cxnLst/>
              <a:rect l="l" t="t" r="r" b="b"/>
              <a:pathLst>
                <a:path w="452" h="902" extrusionOk="0">
                  <a:moveTo>
                    <a:pt x="449" y="1"/>
                  </a:moveTo>
                  <a:cubicBezTo>
                    <a:pt x="443" y="1"/>
                    <a:pt x="429" y="37"/>
                    <a:pt x="423" y="37"/>
                  </a:cubicBezTo>
                  <a:cubicBezTo>
                    <a:pt x="421" y="37"/>
                    <a:pt x="420" y="34"/>
                    <a:pt x="420" y="24"/>
                  </a:cubicBezTo>
                  <a:cubicBezTo>
                    <a:pt x="411" y="131"/>
                    <a:pt x="400" y="239"/>
                    <a:pt x="391" y="348"/>
                  </a:cubicBezTo>
                  <a:cubicBezTo>
                    <a:pt x="387" y="383"/>
                    <a:pt x="385" y="419"/>
                    <a:pt x="378" y="455"/>
                  </a:cubicBezTo>
                  <a:cubicBezTo>
                    <a:pt x="355" y="577"/>
                    <a:pt x="287" y="690"/>
                    <a:pt x="201" y="781"/>
                  </a:cubicBezTo>
                  <a:cubicBezTo>
                    <a:pt x="179" y="805"/>
                    <a:pt x="151" y="831"/>
                    <a:pt x="120" y="841"/>
                  </a:cubicBezTo>
                  <a:cubicBezTo>
                    <a:pt x="108" y="846"/>
                    <a:pt x="95" y="848"/>
                    <a:pt x="82" y="848"/>
                  </a:cubicBezTo>
                  <a:cubicBezTo>
                    <a:pt x="61" y="848"/>
                    <a:pt x="40" y="842"/>
                    <a:pt x="23" y="828"/>
                  </a:cubicBezTo>
                  <a:lnTo>
                    <a:pt x="23" y="828"/>
                  </a:lnTo>
                  <a:cubicBezTo>
                    <a:pt x="1" y="849"/>
                    <a:pt x="22" y="892"/>
                    <a:pt x="52" y="900"/>
                  </a:cubicBezTo>
                  <a:cubicBezTo>
                    <a:pt x="57" y="901"/>
                    <a:pt x="63" y="902"/>
                    <a:pt x="69" y="902"/>
                  </a:cubicBezTo>
                  <a:cubicBezTo>
                    <a:pt x="93" y="902"/>
                    <a:pt x="119" y="889"/>
                    <a:pt x="141" y="876"/>
                  </a:cubicBezTo>
                  <a:cubicBezTo>
                    <a:pt x="219" y="826"/>
                    <a:pt x="280" y="752"/>
                    <a:pt x="325" y="674"/>
                  </a:cubicBezTo>
                  <a:lnTo>
                    <a:pt x="325" y="674"/>
                  </a:lnTo>
                  <a:cubicBezTo>
                    <a:pt x="323" y="705"/>
                    <a:pt x="351" y="736"/>
                    <a:pt x="382" y="736"/>
                  </a:cubicBezTo>
                  <a:cubicBezTo>
                    <a:pt x="382" y="736"/>
                    <a:pt x="383" y="736"/>
                    <a:pt x="384" y="736"/>
                  </a:cubicBezTo>
                  <a:cubicBezTo>
                    <a:pt x="415" y="736"/>
                    <a:pt x="444" y="704"/>
                    <a:pt x="441" y="672"/>
                  </a:cubicBezTo>
                  <a:lnTo>
                    <a:pt x="441" y="672"/>
                  </a:lnTo>
                  <a:cubicBezTo>
                    <a:pt x="437" y="674"/>
                    <a:pt x="433" y="674"/>
                    <a:pt x="428" y="674"/>
                  </a:cubicBezTo>
                  <a:cubicBezTo>
                    <a:pt x="405" y="674"/>
                    <a:pt x="383" y="654"/>
                    <a:pt x="376" y="630"/>
                  </a:cubicBezTo>
                  <a:cubicBezTo>
                    <a:pt x="367" y="604"/>
                    <a:pt x="393" y="555"/>
                    <a:pt x="397" y="529"/>
                  </a:cubicBezTo>
                  <a:cubicBezTo>
                    <a:pt x="418" y="405"/>
                    <a:pt x="452" y="132"/>
                    <a:pt x="452" y="13"/>
                  </a:cubicBezTo>
                  <a:cubicBezTo>
                    <a:pt x="452" y="4"/>
                    <a:pt x="450" y="1"/>
                    <a:pt x="44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8815045" y="3581289"/>
              <a:ext cx="28548" cy="11533"/>
            </a:xfrm>
            <a:custGeom>
              <a:avLst/>
              <a:gdLst/>
              <a:ahLst/>
              <a:cxnLst/>
              <a:rect l="l" t="t" r="r" b="b"/>
              <a:pathLst>
                <a:path w="151" h="61" extrusionOk="0">
                  <a:moveTo>
                    <a:pt x="84" y="1"/>
                  </a:moveTo>
                  <a:cubicBezTo>
                    <a:pt x="63" y="1"/>
                    <a:pt x="42" y="5"/>
                    <a:pt x="23" y="16"/>
                  </a:cubicBezTo>
                  <a:cubicBezTo>
                    <a:pt x="13" y="22"/>
                    <a:pt x="1" y="32"/>
                    <a:pt x="4" y="44"/>
                  </a:cubicBezTo>
                  <a:cubicBezTo>
                    <a:pt x="7" y="56"/>
                    <a:pt x="23" y="61"/>
                    <a:pt x="37" y="61"/>
                  </a:cubicBezTo>
                  <a:cubicBezTo>
                    <a:pt x="66" y="61"/>
                    <a:pt x="96" y="56"/>
                    <a:pt x="121" y="49"/>
                  </a:cubicBezTo>
                  <a:cubicBezTo>
                    <a:pt x="135" y="46"/>
                    <a:pt x="150" y="38"/>
                    <a:pt x="149" y="25"/>
                  </a:cubicBezTo>
                  <a:cubicBezTo>
                    <a:pt x="146" y="16"/>
                    <a:pt x="135" y="9"/>
                    <a:pt x="126" y="6"/>
                  </a:cubicBezTo>
                  <a:cubicBezTo>
                    <a:pt x="112" y="3"/>
                    <a:pt x="98" y="1"/>
                    <a:pt x="8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1"/>
            <p:cNvSpPr/>
            <p:nvPr/>
          </p:nvSpPr>
          <p:spPr>
            <a:xfrm>
              <a:off x="8803134" y="3585638"/>
              <a:ext cx="7373" cy="4537"/>
            </a:xfrm>
            <a:custGeom>
              <a:avLst/>
              <a:gdLst/>
              <a:ahLst/>
              <a:cxnLst/>
              <a:rect l="l" t="t" r="r" b="b"/>
              <a:pathLst>
                <a:path w="39" h="24" extrusionOk="0">
                  <a:moveTo>
                    <a:pt x="19" y="0"/>
                  </a:moveTo>
                  <a:cubicBezTo>
                    <a:pt x="14" y="5"/>
                    <a:pt x="7" y="8"/>
                    <a:pt x="0" y="12"/>
                  </a:cubicBezTo>
                  <a:cubicBezTo>
                    <a:pt x="3" y="20"/>
                    <a:pt x="11" y="23"/>
                    <a:pt x="19" y="23"/>
                  </a:cubicBezTo>
                  <a:cubicBezTo>
                    <a:pt x="27" y="23"/>
                    <a:pt x="35" y="20"/>
                    <a:pt x="38" y="12"/>
                  </a:cubicBezTo>
                  <a:cubicBezTo>
                    <a:pt x="34" y="9"/>
                    <a:pt x="31" y="9"/>
                    <a:pt x="29" y="8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1"/>
            <p:cNvSpPr/>
            <p:nvPr/>
          </p:nvSpPr>
          <p:spPr>
            <a:xfrm>
              <a:off x="8767780" y="3662207"/>
              <a:ext cx="13045" cy="15125"/>
            </a:xfrm>
            <a:custGeom>
              <a:avLst/>
              <a:gdLst/>
              <a:ahLst/>
              <a:cxnLst/>
              <a:rect l="l" t="t" r="r" b="b"/>
              <a:pathLst>
                <a:path w="69" h="80" extrusionOk="0">
                  <a:moveTo>
                    <a:pt x="46" y="1"/>
                  </a:moveTo>
                  <a:cubicBezTo>
                    <a:pt x="31" y="10"/>
                    <a:pt x="14" y="19"/>
                    <a:pt x="8" y="37"/>
                  </a:cubicBezTo>
                  <a:cubicBezTo>
                    <a:pt x="0" y="53"/>
                    <a:pt x="8" y="76"/>
                    <a:pt x="25" y="79"/>
                  </a:cubicBezTo>
                  <a:cubicBezTo>
                    <a:pt x="26" y="79"/>
                    <a:pt x="27" y="79"/>
                    <a:pt x="29" y="79"/>
                  </a:cubicBezTo>
                  <a:cubicBezTo>
                    <a:pt x="36" y="79"/>
                    <a:pt x="44" y="76"/>
                    <a:pt x="50" y="70"/>
                  </a:cubicBezTo>
                  <a:cubicBezTo>
                    <a:pt x="68" y="52"/>
                    <a:pt x="67" y="17"/>
                    <a:pt x="46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1"/>
            <p:cNvSpPr/>
            <p:nvPr/>
          </p:nvSpPr>
          <p:spPr>
            <a:xfrm>
              <a:off x="8803134" y="3662018"/>
              <a:ext cx="8508" cy="17583"/>
            </a:xfrm>
            <a:custGeom>
              <a:avLst/>
              <a:gdLst/>
              <a:ahLst/>
              <a:cxnLst/>
              <a:rect l="l" t="t" r="r" b="b"/>
              <a:pathLst>
                <a:path w="45" h="93" extrusionOk="0">
                  <a:moveTo>
                    <a:pt x="23" y="0"/>
                  </a:moveTo>
                  <a:cubicBezTo>
                    <a:pt x="8" y="23"/>
                    <a:pt x="0" y="48"/>
                    <a:pt x="0" y="77"/>
                  </a:cubicBezTo>
                  <a:cubicBezTo>
                    <a:pt x="0" y="83"/>
                    <a:pt x="2" y="91"/>
                    <a:pt x="8" y="92"/>
                  </a:cubicBezTo>
                  <a:cubicBezTo>
                    <a:pt x="8" y="92"/>
                    <a:pt x="14" y="91"/>
                    <a:pt x="17" y="88"/>
                  </a:cubicBezTo>
                  <a:cubicBezTo>
                    <a:pt x="32" y="79"/>
                    <a:pt x="41" y="62"/>
                    <a:pt x="44" y="44"/>
                  </a:cubicBezTo>
                  <a:cubicBezTo>
                    <a:pt x="44" y="27"/>
                    <a:pt x="37" y="9"/>
                    <a:pt x="23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1"/>
            <p:cNvSpPr/>
            <p:nvPr/>
          </p:nvSpPr>
          <p:spPr>
            <a:xfrm>
              <a:off x="8790656" y="3691889"/>
              <a:ext cx="7562" cy="13801"/>
            </a:xfrm>
            <a:custGeom>
              <a:avLst/>
              <a:gdLst/>
              <a:ahLst/>
              <a:cxnLst/>
              <a:rect l="l" t="t" r="r" b="b"/>
              <a:pathLst>
                <a:path w="40" h="73" extrusionOk="0">
                  <a:moveTo>
                    <a:pt x="30" y="1"/>
                  </a:moveTo>
                  <a:lnTo>
                    <a:pt x="30" y="1"/>
                  </a:lnTo>
                  <a:cubicBezTo>
                    <a:pt x="12" y="11"/>
                    <a:pt x="0" y="34"/>
                    <a:pt x="0" y="55"/>
                  </a:cubicBezTo>
                  <a:cubicBezTo>
                    <a:pt x="0" y="61"/>
                    <a:pt x="2" y="68"/>
                    <a:pt x="8" y="71"/>
                  </a:cubicBezTo>
                  <a:cubicBezTo>
                    <a:pt x="9" y="72"/>
                    <a:pt x="10" y="72"/>
                    <a:pt x="12" y="72"/>
                  </a:cubicBezTo>
                  <a:cubicBezTo>
                    <a:pt x="18" y="72"/>
                    <a:pt x="25" y="67"/>
                    <a:pt x="29" y="61"/>
                  </a:cubicBezTo>
                  <a:cubicBezTo>
                    <a:pt x="38" y="41"/>
                    <a:pt x="39" y="19"/>
                    <a:pt x="30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1"/>
            <p:cNvSpPr/>
            <p:nvPr/>
          </p:nvSpPr>
          <p:spPr>
            <a:xfrm>
              <a:off x="8762108" y="3709471"/>
              <a:ext cx="13801" cy="23632"/>
            </a:xfrm>
            <a:custGeom>
              <a:avLst/>
              <a:gdLst/>
              <a:ahLst/>
              <a:cxnLst/>
              <a:rect l="l" t="t" r="r" b="b"/>
              <a:pathLst>
                <a:path w="73" h="125" extrusionOk="0">
                  <a:moveTo>
                    <a:pt x="62" y="1"/>
                  </a:moveTo>
                  <a:cubicBezTo>
                    <a:pt x="24" y="18"/>
                    <a:pt x="0" y="58"/>
                    <a:pt x="5" y="99"/>
                  </a:cubicBezTo>
                  <a:cubicBezTo>
                    <a:pt x="5" y="107"/>
                    <a:pt x="6" y="119"/>
                    <a:pt x="14" y="122"/>
                  </a:cubicBezTo>
                  <a:cubicBezTo>
                    <a:pt x="17" y="124"/>
                    <a:pt x="20" y="124"/>
                    <a:pt x="23" y="124"/>
                  </a:cubicBezTo>
                  <a:cubicBezTo>
                    <a:pt x="34" y="124"/>
                    <a:pt x="46" y="113"/>
                    <a:pt x="52" y="104"/>
                  </a:cubicBezTo>
                  <a:cubicBezTo>
                    <a:pt x="68" y="73"/>
                    <a:pt x="73" y="36"/>
                    <a:pt x="62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1"/>
            <p:cNvSpPr/>
            <p:nvPr/>
          </p:nvSpPr>
          <p:spPr>
            <a:xfrm>
              <a:off x="8798786" y="3721004"/>
              <a:ext cx="6239" cy="12667"/>
            </a:xfrm>
            <a:custGeom>
              <a:avLst/>
              <a:gdLst/>
              <a:ahLst/>
              <a:cxnLst/>
              <a:rect l="l" t="t" r="r" b="b"/>
              <a:pathLst>
                <a:path w="33" h="67" extrusionOk="0">
                  <a:moveTo>
                    <a:pt x="19" y="0"/>
                  </a:moveTo>
                  <a:cubicBezTo>
                    <a:pt x="5" y="14"/>
                    <a:pt x="1" y="35"/>
                    <a:pt x="2" y="53"/>
                  </a:cubicBezTo>
                  <a:cubicBezTo>
                    <a:pt x="2" y="59"/>
                    <a:pt x="4" y="65"/>
                    <a:pt x="10" y="67"/>
                  </a:cubicBezTo>
                  <a:cubicBezTo>
                    <a:pt x="16" y="65"/>
                    <a:pt x="19" y="61"/>
                    <a:pt x="22" y="58"/>
                  </a:cubicBezTo>
                  <a:cubicBezTo>
                    <a:pt x="33" y="40"/>
                    <a:pt x="31" y="15"/>
                    <a:pt x="19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1"/>
            <p:cNvSpPr/>
            <p:nvPr/>
          </p:nvSpPr>
          <p:spPr>
            <a:xfrm>
              <a:off x="8847374" y="3652565"/>
              <a:ext cx="7751" cy="14369"/>
            </a:xfrm>
            <a:custGeom>
              <a:avLst/>
              <a:gdLst/>
              <a:ahLst/>
              <a:cxnLst/>
              <a:rect l="l" t="t" r="r" b="b"/>
              <a:pathLst>
                <a:path w="41" h="76" extrusionOk="0">
                  <a:moveTo>
                    <a:pt x="21" y="0"/>
                  </a:moveTo>
                  <a:cubicBezTo>
                    <a:pt x="20" y="0"/>
                    <a:pt x="19" y="0"/>
                    <a:pt x="18" y="0"/>
                  </a:cubicBezTo>
                  <a:cubicBezTo>
                    <a:pt x="15" y="2"/>
                    <a:pt x="11" y="8"/>
                    <a:pt x="9" y="14"/>
                  </a:cubicBezTo>
                  <a:cubicBezTo>
                    <a:pt x="6" y="23"/>
                    <a:pt x="3" y="35"/>
                    <a:pt x="2" y="44"/>
                  </a:cubicBezTo>
                  <a:cubicBezTo>
                    <a:pt x="0" y="52"/>
                    <a:pt x="0" y="59"/>
                    <a:pt x="3" y="67"/>
                  </a:cubicBezTo>
                  <a:cubicBezTo>
                    <a:pt x="7" y="72"/>
                    <a:pt x="12" y="75"/>
                    <a:pt x="17" y="75"/>
                  </a:cubicBezTo>
                  <a:cubicBezTo>
                    <a:pt x="19" y="75"/>
                    <a:pt x="21" y="75"/>
                    <a:pt x="23" y="74"/>
                  </a:cubicBezTo>
                  <a:cubicBezTo>
                    <a:pt x="33" y="59"/>
                    <a:pt x="41" y="40"/>
                    <a:pt x="39" y="22"/>
                  </a:cubicBezTo>
                  <a:cubicBezTo>
                    <a:pt x="39" y="15"/>
                    <a:pt x="38" y="9"/>
                    <a:pt x="33" y="6"/>
                  </a:cubicBezTo>
                  <a:cubicBezTo>
                    <a:pt x="31" y="3"/>
                    <a:pt x="26" y="0"/>
                    <a:pt x="21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1"/>
            <p:cNvSpPr/>
            <p:nvPr/>
          </p:nvSpPr>
          <p:spPr>
            <a:xfrm>
              <a:off x="8843593" y="3679222"/>
              <a:ext cx="10209" cy="17772"/>
            </a:xfrm>
            <a:custGeom>
              <a:avLst/>
              <a:gdLst/>
              <a:ahLst/>
              <a:cxnLst/>
              <a:rect l="l" t="t" r="r" b="b"/>
              <a:pathLst>
                <a:path w="54" h="94" extrusionOk="0">
                  <a:moveTo>
                    <a:pt x="28" y="0"/>
                  </a:moveTo>
                  <a:cubicBezTo>
                    <a:pt x="26" y="0"/>
                    <a:pt x="24" y="1"/>
                    <a:pt x="22" y="1"/>
                  </a:cubicBezTo>
                  <a:cubicBezTo>
                    <a:pt x="19" y="4"/>
                    <a:pt x="16" y="10"/>
                    <a:pt x="14" y="15"/>
                  </a:cubicBezTo>
                  <a:cubicBezTo>
                    <a:pt x="8" y="30"/>
                    <a:pt x="5" y="46"/>
                    <a:pt x="2" y="63"/>
                  </a:cubicBezTo>
                  <a:cubicBezTo>
                    <a:pt x="1" y="75"/>
                    <a:pt x="2" y="86"/>
                    <a:pt x="10" y="92"/>
                  </a:cubicBezTo>
                  <a:cubicBezTo>
                    <a:pt x="13" y="93"/>
                    <a:pt x="16" y="94"/>
                    <a:pt x="20" y="94"/>
                  </a:cubicBezTo>
                  <a:cubicBezTo>
                    <a:pt x="24" y="94"/>
                    <a:pt x="28" y="93"/>
                    <a:pt x="31" y="92"/>
                  </a:cubicBezTo>
                  <a:cubicBezTo>
                    <a:pt x="37" y="87"/>
                    <a:pt x="43" y="83"/>
                    <a:pt x="44" y="75"/>
                  </a:cubicBezTo>
                  <a:cubicBezTo>
                    <a:pt x="53" y="55"/>
                    <a:pt x="53" y="34"/>
                    <a:pt x="46" y="16"/>
                  </a:cubicBezTo>
                  <a:cubicBezTo>
                    <a:pt x="44" y="10"/>
                    <a:pt x="41" y="7"/>
                    <a:pt x="37" y="3"/>
                  </a:cubicBezTo>
                  <a:cubicBezTo>
                    <a:pt x="34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1"/>
            <p:cNvSpPr/>
            <p:nvPr/>
          </p:nvSpPr>
          <p:spPr>
            <a:xfrm>
              <a:off x="8847563" y="3710984"/>
              <a:ext cx="4726" cy="8697"/>
            </a:xfrm>
            <a:custGeom>
              <a:avLst/>
              <a:gdLst/>
              <a:ahLst/>
              <a:cxnLst/>
              <a:rect l="l" t="t" r="r" b="b"/>
              <a:pathLst>
                <a:path w="25" h="46" extrusionOk="0">
                  <a:moveTo>
                    <a:pt x="17" y="1"/>
                  </a:moveTo>
                  <a:cubicBezTo>
                    <a:pt x="5" y="11"/>
                    <a:pt x="1" y="35"/>
                    <a:pt x="14" y="46"/>
                  </a:cubicBezTo>
                  <a:cubicBezTo>
                    <a:pt x="23" y="34"/>
                    <a:pt x="25" y="16"/>
                    <a:pt x="17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1"/>
            <p:cNvSpPr/>
            <p:nvPr/>
          </p:nvSpPr>
          <p:spPr>
            <a:xfrm>
              <a:off x="8359223" y="3497725"/>
              <a:ext cx="250315" cy="521238"/>
            </a:xfrm>
            <a:custGeom>
              <a:avLst/>
              <a:gdLst/>
              <a:ahLst/>
              <a:cxnLst/>
              <a:rect l="l" t="t" r="r" b="b"/>
              <a:pathLst>
                <a:path w="1324" h="2757" extrusionOk="0">
                  <a:moveTo>
                    <a:pt x="619" y="0"/>
                  </a:moveTo>
                  <a:cubicBezTo>
                    <a:pt x="521" y="0"/>
                    <a:pt x="427" y="60"/>
                    <a:pt x="367" y="141"/>
                  </a:cubicBezTo>
                  <a:cubicBezTo>
                    <a:pt x="301" y="228"/>
                    <a:pt x="269" y="337"/>
                    <a:pt x="239" y="442"/>
                  </a:cubicBezTo>
                  <a:cubicBezTo>
                    <a:pt x="99" y="945"/>
                    <a:pt x="1" y="1466"/>
                    <a:pt x="61" y="1982"/>
                  </a:cubicBezTo>
                  <a:cubicBezTo>
                    <a:pt x="84" y="2177"/>
                    <a:pt x="132" y="2374"/>
                    <a:pt x="249" y="2531"/>
                  </a:cubicBezTo>
                  <a:cubicBezTo>
                    <a:pt x="350" y="2662"/>
                    <a:pt x="512" y="2756"/>
                    <a:pt x="674" y="2756"/>
                  </a:cubicBezTo>
                  <a:cubicBezTo>
                    <a:pt x="704" y="2756"/>
                    <a:pt x="733" y="2753"/>
                    <a:pt x="762" y="2747"/>
                  </a:cubicBezTo>
                  <a:cubicBezTo>
                    <a:pt x="905" y="2713"/>
                    <a:pt x="1023" y="2605"/>
                    <a:pt x="1104" y="2483"/>
                  </a:cubicBezTo>
                  <a:cubicBezTo>
                    <a:pt x="1264" y="2241"/>
                    <a:pt x="1323" y="1941"/>
                    <a:pt x="1306" y="1653"/>
                  </a:cubicBezTo>
                  <a:cubicBezTo>
                    <a:pt x="1288" y="1364"/>
                    <a:pt x="1205" y="1083"/>
                    <a:pt x="1103" y="812"/>
                  </a:cubicBezTo>
                  <a:cubicBezTo>
                    <a:pt x="999" y="542"/>
                    <a:pt x="878" y="278"/>
                    <a:pt x="782" y="5"/>
                  </a:cubicBezTo>
                  <a:lnTo>
                    <a:pt x="649" y="2"/>
                  </a:lnTo>
                  <a:cubicBezTo>
                    <a:pt x="639" y="1"/>
                    <a:pt x="629" y="0"/>
                    <a:pt x="619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1"/>
            <p:cNvSpPr/>
            <p:nvPr/>
          </p:nvSpPr>
          <p:spPr>
            <a:xfrm>
              <a:off x="8323679" y="3475227"/>
              <a:ext cx="288884" cy="526154"/>
            </a:xfrm>
            <a:custGeom>
              <a:avLst/>
              <a:gdLst/>
              <a:ahLst/>
              <a:cxnLst/>
              <a:rect l="l" t="t" r="r" b="b"/>
              <a:pathLst>
                <a:path w="1528" h="2783" extrusionOk="0">
                  <a:moveTo>
                    <a:pt x="895" y="0"/>
                  </a:moveTo>
                  <a:cubicBezTo>
                    <a:pt x="746" y="0"/>
                    <a:pt x="493" y="113"/>
                    <a:pt x="388" y="213"/>
                  </a:cubicBezTo>
                  <a:cubicBezTo>
                    <a:pt x="250" y="343"/>
                    <a:pt x="214" y="542"/>
                    <a:pt x="184" y="727"/>
                  </a:cubicBezTo>
                  <a:cubicBezTo>
                    <a:pt x="142" y="984"/>
                    <a:pt x="101" y="1240"/>
                    <a:pt x="59" y="1498"/>
                  </a:cubicBezTo>
                  <a:cubicBezTo>
                    <a:pt x="29" y="1680"/>
                    <a:pt x="0" y="1866"/>
                    <a:pt x="8" y="2048"/>
                  </a:cubicBezTo>
                  <a:cubicBezTo>
                    <a:pt x="18" y="2234"/>
                    <a:pt x="68" y="2422"/>
                    <a:pt x="184" y="2565"/>
                  </a:cubicBezTo>
                  <a:cubicBezTo>
                    <a:pt x="287" y="2694"/>
                    <a:pt x="450" y="2782"/>
                    <a:pt x="614" y="2782"/>
                  </a:cubicBezTo>
                  <a:cubicBezTo>
                    <a:pt x="648" y="2782"/>
                    <a:pt x="681" y="2779"/>
                    <a:pt x="715" y="2771"/>
                  </a:cubicBezTo>
                  <a:cubicBezTo>
                    <a:pt x="882" y="2731"/>
                    <a:pt x="1013" y="2597"/>
                    <a:pt x="1111" y="2454"/>
                  </a:cubicBezTo>
                  <a:cubicBezTo>
                    <a:pt x="1528" y="1852"/>
                    <a:pt x="1507" y="978"/>
                    <a:pt x="1060" y="394"/>
                  </a:cubicBezTo>
                  <a:cubicBezTo>
                    <a:pt x="1013" y="332"/>
                    <a:pt x="961" y="266"/>
                    <a:pt x="962" y="189"/>
                  </a:cubicBezTo>
                  <a:cubicBezTo>
                    <a:pt x="962" y="163"/>
                    <a:pt x="973" y="139"/>
                    <a:pt x="988" y="121"/>
                  </a:cubicBezTo>
                  <a:cubicBezTo>
                    <a:pt x="983" y="108"/>
                    <a:pt x="1010" y="88"/>
                    <a:pt x="1009" y="73"/>
                  </a:cubicBezTo>
                  <a:cubicBezTo>
                    <a:pt x="1004" y="21"/>
                    <a:pt x="959" y="0"/>
                    <a:pt x="89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1"/>
            <p:cNvSpPr/>
            <p:nvPr/>
          </p:nvSpPr>
          <p:spPr>
            <a:xfrm>
              <a:off x="8364138" y="3668446"/>
              <a:ext cx="233111" cy="326885"/>
            </a:xfrm>
            <a:custGeom>
              <a:avLst/>
              <a:gdLst/>
              <a:ahLst/>
              <a:cxnLst/>
              <a:rect l="l" t="t" r="r" b="b"/>
              <a:pathLst>
                <a:path w="1233" h="1729" extrusionOk="0">
                  <a:moveTo>
                    <a:pt x="1072" y="1"/>
                  </a:moveTo>
                  <a:lnTo>
                    <a:pt x="1072" y="1"/>
                  </a:lnTo>
                  <a:cubicBezTo>
                    <a:pt x="1110" y="221"/>
                    <a:pt x="1146" y="452"/>
                    <a:pt x="1074" y="663"/>
                  </a:cubicBezTo>
                  <a:cubicBezTo>
                    <a:pt x="1060" y="630"/>
                    <a:pt x="1048" y="596"/>
                    <a:pt x="1035" y="563"/>
                  </a:cubicBezTo>
                  <a:cubicBezTo>
                    <a:pt x="1027" y="707"/>
                    <a:pt x="997" y="844"/>
                    <a:pt x="947" y="984"/>
                  </a:cubicBezTo>
                  <a:cubicBezTo>
                    <a:pt x="890" y="1087"/>
                    <a:pt x="812" y="1179"/>
                    <a:pt x="720" y="1254"/>
                  </a:cubicBezTo>
                  <a:cubicBezTo>
                    <a:pt x="772" y="1245"/>
                    <a:pt x="822" y="1222"/>
                    <a:pt x="866" y="1192"/>
                  </a:cubicBezTo>
                  <a:lnTo>
                    <a:pt x="866" y="1192"/>
                  </a:lnTo>
                  <a:cubicBezTo>
                    <a:pt x="860" y="1204"/>
                    <a:pt x="855" y="1215"/>
                    <a:pt x="851" y="1227"/>
                  </a:cubicBezTo>
                  <a:cubicBezTo>
                    <a:pt x="777" y="1361"/>
                    <a:pt x="644" y="1464"/>
                    <a:pt x="496" y="1498"/>
                  </a:cubicBezTo>
                  <a:cubicBezTo>
                    <a:pt x="510" y="1500"/>
                    <a:pt x="524" y="1501"/>
                    <a:pt x="538" y="1501"/>
                  </a:cubicBezTo>
                  <a:cubicBezTo>
                    <a:pt x="602" y="1501"/>
                    <a:pt x="666" y="1480"/>
                    <a:pt x="720" y="1445"/>
                  </a:cubicBezTo>
                  <a:cubicBezTo>
                    <a:pt x="730" y="1439"/>
                    <a:pt x="738" y="1432"/>
                    <a:pt x="747" y="1426"/>
                  </a:cubicBezTo>
                  <a:lnTo>
                    <a:pt x="747" y="1426"/>
                  </a:lnTo>
                  <a:cubicBezTo>
                    <a:pt x="707" y="1480"/>
                    <a:pt x="658" y="1528"/>
                    <a:pt x="602" y="1562"/>
                  </a:cubicBezTo>
                  <a:cubicBezTo>
                    <a:pt x="567" y="1570"/>
                    <a:pt x="530" y="1574"/>
                    <a:pt x="494" y="1574"/>
                  </a:cubicBezTo>
                  <a:cubicBezTo>
                    <a:pt x="475" y="1574"/>
                    <a:pt x="457" y="1573"/>
                    <a:pt x="439" y="1571"/>
                  </a:cubicBezTo>
                  <a:lnTo>
                    <a:pt x="439" y="1571"/>
                  </a:lnTo>
                  <a:cubicBezTo>
                    <a:pt x="462" y="1585"/>
                    <a:pt x="489" y="1593"/>
                    <a:pt x="519" y="1593"/>
                  </a:cubicBezTo>
                  <a:cubicBezTo>
                    <a:pt x="526" y="1593"/>
                    <a:pt x="533" y="1593"/>
                    <a:pt x="540" y="1592"/>
                  </a:cubicBezTo>
                  <a:lnTo>
                    <a:pt x="540" y="1592"/>
                  </a:lnTo>
                  <a:cubicBezTo>
                    <a:pt x="531" y="1596"/>
                    <a:pt x="521" y="1601"/>
                    <a:pt x="510" y="1604"/>
                  </a:cubicBezTo>
                  <a:cubicBezTo>
                    <a:pt x="473" y="1616"/>
                    <a:pt x="435" y="1621"/>
                    <a:pt x="397" y="1621"/>
                  </a:cubicBezTo>
                  <a:cubicBezTo>
                    <a:pt x="309" y="1621"/>
                    <a:pt x="220" y="1592"/>
                    <a:pt x="147" y="1545"/>
                  </a:cubicBezTo>
                  <a:cubicBezTo>
                    <a:pt x="94" y="1510"/>
                    <a:pt x="47" y="1468"/>
                    <a:pt x="5" y="1420"/>
                  </a:cubicBezTo>
                  <a:cubicBezTo>
                    <a:pt x="3" y="1420"/>
                    <a:pt x="2" y="1423"/>
                    <a:pt x="0" y="1423"/>
                  </a:cubicBezTo>
                  <a:cubicBezTo>
                    <a:pt x="41" y="1483"/>
                    <a:pt x="85" y="1539"/>
                    <a:pt x="136" y="1590"/>
                  </a:cubicBezTo>
                  <a:cubicBezTo>
                    <a:pt x="218" y="1669"/>
                    <a:pt x="328" y="1728"/>
                    <a:pt x="440" y="1728"/>
                  </a:cubicBezTo>
                  <a:cubicBezTo>
                    <a:pt x="461" y="1728"/>
                    <a:pt x="483" y="1726"/>
                    <a:pt x="504" y="1721"/>
                  </a:cubicBezTo>
                  <a:cubicBezTo>
                    <a:pt x="606" y="1699"/>
                    <a:pt x="689" y="1622"/>
                    <a:pt x="757" y="1540"/>
                  </a:cubicBezTo>
                  <a:cubicBezTo>
                    <a:pt x="1116" y="1124"/>
                    <a:pt x="1232" y="524"/>
                    <a:pt x="1072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1"/>
            <p:cNvSpPr/>
            <p:nvPr/>
          </p:nvSpPr>
          <p:spPr>
            <a:xfrm>
              <a:off x="8549984" y="3681113"/>
              <a:ext cx="11344" cy="52370"/>
            </a:xfrm>
            <a:custGeom>
              <a:avLst/>
              <a:gdLst/>
              <a:ahLst/>
              <a:cxnLst/>
              <a:rect l="l" t="t" r="r" b="b"/>
              <a:pathLst>
                <a:path w="60" h="277" extrusionOk="0">
                  <a:moveTo>
                    <a:pt x="0" y="0"/>
                  </a:moveTo>
                  <a:lnTo>
                    <a:pt x="0" y="0"/>
                  </a:lnTo>
                  <a:cubicBezTo>
                    <a:pt x="8" y="92"/>
                    <a:pt x="16" y="183"/>
                    <a:pt x="23" y="276"/>
                  </a:cubicBezTo>
                  <a:cubicBezTo>
                    <a:pt x="53" y="238"/>
                    <a:pt x="59" y="186"/>
                    <a:pt x="50" y="136"/>
                  </a:cubicBezTo>
                  <a:cubicBezTo>
                    <a:pt x="43" y="89"/>
                    <a:pt x="22" y="44"/>
                    <a:pt x="0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8337103" y="3832360"/>
              <a:ext cx="12100" cy="70708"/>
            </a:xfrm>
            <a:custGeom>
              <a:avLst/>
              <a:gdLst/>
              <a:ahLst/>
              <a:cxnLst/>
              <a:rect l="l" t="t" r="r" b="b"/>
              <a:pathLst>
                <a:path w="64" h="374" extrusionOk="0">
                  <a:moveTo>
                    <a:pt x="23" y="1"/>
                  </a:moveTo>
                  <a:cubicBezTo>
                    <a:pt x="11" y="66"/>
                    <a:pt x="0" y="129"/>
                    <a:pt x="3" y="194"/>
                  </a:cubicBezTo>
                  <a:cubicBezTo>
                    <a:pt x="6" y="257"/>
                    <a:pt x="24" y="324"/>
                    <a:pt x="63" y="373"/>
                  </a:cubicBezTo>
                  <a:cubicBezTo>
                    <a:pt x="38" y="263"/>
                    <a:pt x="24" y="112"/>
                    <a:pt x="23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1"/>
            <p:cNvSpPr/>
            <p:nvPr/>
          </p:nvSpPr>
          <p:spPr>
            <a:xfrm>
              <a:off x="7888275" y="4141283"/>
              <a:ext cx="208533" cy="161457"/>
            </a:xfrm>
            <a:custGeom>
              <a:avLst/>
              <a:gdLst/>
              <a:ahLst/>
              <a:cxnLst/>
              <a:rect l="l" t="t" r="r" b="b"/>
              <a:pathLst>
                <a:path w="1103" h="854" extrusionOk="0">
                  <a:moveTo>
                    <a:pt x="610" y="0"/>
                  </a:moveTo>
                  <a:cubicBezTo>
                    <a:pt x="573" y="0"/>
                    <a:pt x="535" y="3"/>
                    <a:pt x="498" y="6"/>
                  </a:cubicBezTo>
                  <a:cubicBezTo>
                    <a:pt x="400" y="15"/>
                    <a:pt x="301" y="30"/>
                    <a:pt x="213" y="74"/>
                  </a:cubicBezTo>
                  <a:cubicBezTo>
                    <a:pt x="124" y="116"/>
                    <a:pt x="49" y="194"/>
                    <a:pt x="28" y="288"/>
                  </a:cubicBezTo>
                  <a:cubicBezTo>
                    <a:pt x="1" y="394"/>
                    <a:pt x="41" y="507"/>
                    <a:pt x="114" y="588"/>
                  </a:cubicBezTo>
                  <a:cubicBezTo>
                    <a:pt x="185" y="669"/>
                    <a:pt x="281" y="724"/>
                    <a:pt x="379" y="769"/>
                  </a:cubicBezTo>
                  <a:cubicBezTo>
                    <a:pt x="486" y="816"/>
                    <a:pt x="598" y="853"/>
                    <a:pt x="714" y="853"/>
                  </a:cubicBezTo>
                  <a:cubicBezTo>
                    <a:pt x="717" y="853"/>
                    <a:pt x="719" y="853"/>
                    <a:pt x="721" y="853"/>
                  </a:cubicBezTo>
                  <a:cubicBezTo>
                    <a:pt x="839" y="852"/>
                    <a:pt x="960" y="805"/>
                    <a:pt x="1030" y="709"/>
                  </a:cubicBezTo>
                  <a:cubicBezTo>
                    <a:pt x="1094" y="618"/>
                    <a:pt x="1103" y="499"/>
                    <a:pt x="1086" y="391"/>
                  </a:cubicBezTo>
                  <a:cubicBezTo>
                    <a:pt x="1071" y="286"/>
                    <a:pt x="1032" y="181"/>
                    <a:pt x="955" y="109"/>
                  </a:cubicBezTo>
                  <a:cubicBezTo>
                    <a:pt x="863" y="25"/>
                    <a:pt x="737" y="0"/>
                    <a:pt x="610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1"/>
            <p:cNvSpPr/>
            <p:nvPr/>
          </p:nvSpPr>
          <p:spPr>
            <a:xfrm>
              <a:off x="7920794" y="4155274"/>
              <a:ext cx="164482" cy="127237"/>
            </a:xfrm>
            <a:custGeom>
              <a:avLst/>
              <a:gdLst/>
              <a:ahLst/>
              <a:cxnLst/>
              <a:rect l="l" t="t" r="r" b="b"/>
              <a:pathLst>
                <a:path w="870" h="673" extrusionOk="0">
                  <a:moveTo>
                    <a:pt x="482" y="0"/>
                  </a:moveTo>
                  <a:cubicBezTo>
                    <a:pt x="452" y="0"/>
                    <a:pt x="422" y="2"/>
                    <a:pt x="393" y="4"/>
                  </a:cubicBezTo>
                  <a:cubicBezTo>
                    <a:pt x="314" y="12"/>
                    <a:pt x="237" y="24"/>
                    <a:pt x="168" y="59"/>
                  </a:cubicBezTo>
                  <a:cubicBezTo>
                    <a:pt x="98" y="95"/>
                    <a:pt x="40" y="154"/>
                    <a:pt x="22" y="229"/>
                  </a:cubicBezTo>
                  <a:cubicBezTo>
                    <a:pt x="0" y="312"/>
                    <a:pt x="34" y="401"/>
                    <a:pt x="89" y="464"/>
                  </a:cubicBezTo>
                  <a:cubicBezTo>
                    <a:pt x="145" y="529"/>
                    <a:pt x="221" y="571"/>
                    <a:pt x="298" y="606"/>
                  </a:cubicBezTo>
                  <a:cubicBezTo>
                    <a:pt x="381" y="643"/>
                    <a:pt x="470" y="672"/>
                    <a:pt x="559" y="672"/>
                  </a:cubicBezTo>
                  <a:cubicBezTo>
                    <a:pt x="562" y="672"/>
                    <a:pt x="564" y="672"/>
                    <a:pt x="566" y="672"/>
                  </a:cubicBezTo>
                  <a:cubicBezTo>
                    <a:pt x="658" y="669"/>
                    <a:pt x="754" y="632"/>
                    <a:pt x="809" y="556"/>
                  </a:cubicBezTo>
                  <a:cubicBezTo>
                    <a:pt x="861" y="485"/>
                    <a:pt x="869" y="392"/>
                    <a:pt x="855" y="306"/>
                  </a:cubicBezTo>
                  <a:cubicBezTo>
                    <a:pt x="845" y="225"/>
                    <a:pt x="813" y="143"/>
                    <a:pt x="753" y="86"/>
                  </a:cubicBezTo>
                  <a:cubicBezTo>
                    <a:pt x="681" y="19"/>
                    <a:pt x="581" y="0"/>
                    <a:pt x="482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1"/>
            <p:cNvSpPr/>
            <p:nvPr/>
          </p:nvSpPr>
          <p:spPr>
            <a:xfrm>
              <a:off x="7934406" y="4163781"/>
              <a:ext cx="227439" cy="270734"/>
            </a:xfrm>
            <a:custGeom>
              <a:avLst/>
              <a:gdLst/>
              <a:ahLst/>
              <a:cxnLst/>
              <a:rect l="l" t="t" r="r" b="b"/>
              <a:pathLst>
                <a:path w="1203" h="1432" extrusionOk="0">
                  <a:moveTo>
                    <a:pt x="392" y="0"/>
                  </a:moveTo>
                  <a:cubicBezTo>
                    <a:pt x="368" y="0"/>
                    <a:pt x="344" y="3"/>
                    <a:pt x="321" y="8"/>
                  </a:cubicBezTo>
                  <a:cubicBezTo>
                    <a:pt x="186" y="35"/>
                    <a:pt x="85" y="154"/>
                    <a:pt x="43" y="284"/>
                  </a:cubicBezTo>
                  <a:cubicBezTo>
                    <a:pt x="1" y="413"/>
                    <a:pt x="11" y="555"/>
                    <a:pt x="34" y="691"/>
                  </a:cubicBezTo>
                  <a:cubicBezTo>
                    <a:pt x="76" y="965"/>
                    <a:pt x="188" y="1259"/>
                    <a:pt x="435" y="1383"/>
                  </a:cubicBezTo>
                  <a:cubicBezTo>
                    <a:pt x="495" y="1413"/>
                    <a:pt x="563" y="1432"/>
                    <a:pt x="630" y="1432"/>
                  </a:cubicBezTo>
                  <a:cubicBezTo>
                    <a:pt x="678" y="1432"/>
                    <a:pt x="726" y="1422"/>
                    <a:pt x="770" y="1399"/>
                  </a:cubicBezTo>
                  <a:cubicBezTo>
                    <a:pt x="954" y="1307"/>
                    <a:pt x="1007" y="1039"/>
                    <a:pt x="1203" y="971"/>
                  </a:cubicBezTo>
                  <a:cubicBezTo>
                    <a:pt x="1114" y="759"/>
                    <a:pt x="964" y="570"/>
                    <a:pt x="776" y="437"/>
                  </a:cubicBezTo>
                  <a:cubicBezTo>
                    <a:pt x="842" y="396"/>
                    <a:pt x="920" y="374"/>
                    <a:pt x="998" y="374"/>
                  </a:cubicBezTo>
                  <a:cubicBezTo>
                    <a:pt x="1042" y="374"/>
                    <a:pt x="1085" y="381"/>
                    <a:pt x="1127" y="395"/>
                  </a:cubicBezTo>
                  <a:cubicBezTo>
                    <a:pt x="1162" y="356"/>
                    <a:pt x="1150" y="290"/>
                    <a:pt x="1114" y="250"/>
                  </a:cubicBezTo>
                  <a:cubicBezTo>
                    <a:pt x="1078" y="211"/>
                    <a:pt x="1025" y="192"/>
                    <a:pt x="973" y="175"/>
                  </a:cubicBezTo>
                  <a:cubicBezTo>
                    <a:pt x="863" y="136"/>
                    <a:pt x="752" y="98"/>
                    <a:pt x="639" y="57"/>
                  </a:cubicBezTo>
                  <a:cubicBezTo>
                    <a:pt x="560" y="28"/>
                    <a:pt x="476" y="0"/>
                    <a:pt x="392" y="0"/>
                  </a:cubicBezTo>
                  <a:close/>
                </a:path>
              </a:pathLst>
            </a:custGeom>
            <a:solidFill>
              <a:srgbClr val="FFE1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1"/>
            <p:cNvSpPr/>
            <p:nvPr/>
          </p:nvSpPr>
          <p:spPr>
            <a:xfrm>
              <a:off x="8571726" y="3802300"/>
              <a:ext cx="189" cy="945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0" y="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57" name="Google Shape;757;p31"/>
          <p:cNvCxnSpPr/>
          <p:nvPr/>
        </p:nvCxnSpPr>
        <p:spPr>
          <a:xfrm>
            <a:off x="2098375" y="3189100"/>
            <a:ext cx="4947300" cy="0"/>
          </a:xfrm>
          <a:prstGeom prst="straightConnector1">
            <a:avLst/>
          </a:prstGeom>
          <a:noFill/>
          <a:ln w="38100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2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bg-BG" dirty="0"/>
              <a:t>Относно системата</a:t>
            </a:r>
            <a:endParaRPr dirty="0"/>
          </a:p>
        </p:txBody>
      </p:sp>
      <p:cxnSp>
        <p:nvCxnSpPr>
          <p:cNvPr id="767" name="Google Shape;767;p32"/>
          <p:cNvCxnSpPr/>
          <p:nvPr/>
        </p:nvCxnSpPr>
        <p:spPr>
          <a:xfrm>
            <a:off x="741400" y="1068350"/>
            <a:ext cx="7686900" cy="0"/>
          </a:xfrm>
          <a:prstGeom prst="straightConnector1">
            <a:avLst/>
          </a:prstGeom>
          <a:noFill/>
          <a:ln w="38100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EDC4DA-8067-93A4-5A70-97D28FF619E1}"/>
              </a:ext>
            </a:extLst>
          </p:cNvPr>
          <p:cNvSpPr txBox="1"/>
          <p:nvPr/>
        </p:nvSpPr>
        <p:spPr>
          <a:xfrm>
            <a:off x="1051500" y="2115047"/>
            <a:ext cx="76826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Платформа, която свързва приюти и осиновители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Разглеждане на налични животни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Подаване на кандидатури за осиновяване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Приютите управляват и одобряват молбите</a:t>
            </a:r>
          </a:p>
          <a:p>
            <a:endParaRPr lang="en-B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7"/>
          <p:cNvSpPr txBox="1">
            <a:spLocks noGrp="1"/>
          </p:cNvSpPr>
          <p:nvPr>
            <p:ph type="title"/>
          </p:nvPr>
        </p:nvSpPr>
        <p:spPr>
          <a:xfrm>
            <a:off x="1453597" y="521225"/>
            <a:ext cx="5706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За кого е предназначена?</a:t>
            </a:r>
            <a:endParaRPr dirty="0"/>
          </a:p>
        </p:txBody>
      </p:sp>
      <p:cxnSp>
        <p:nvCxnSpPr>
          <p:cNvPr id="974" name="Google Shape;974;p37"/>
          <p:cNvCxnSpPr>
            <a:cxnSpLocks/>
          </p:cNvCxnSpPr>
          <p:nvPr/>
        </p:nvCxnSpPr>
        <p:spPr>
          <a:xfrm>
            <a:off x="820338" y="1093925"/>
            <a:ext cx="6973294" cy="0"/>
          </a:xfrm>
          <a:prstGeom prst="straightConnector1">
            <a:avLst/>
          </a:prstGeom>
          <a:noFill/>
          <a:ln w="38100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75" name="Google Shape;975;p37"/>
          <p:cNvGrpSpPr/>
          <p:nvPr/>
        </p:nvGrpSpPr>
        <p:grpSpPr>
          <a:xfrm>
            <a:off x="6384456" y="3843139"/>
            <a:ext cx="2628258" cy="1277752"/>
            <a:chOff x="3085275" y="2433450"/>
            <a:chExt cx="245650" cy="119425"/>
          </a:xfrm>
        </p:grpSpPr>
        <p:sp>
          <p:nvSpPr>
            <p:cNvPr id="976" name="Google Shape;976;p37"/>
            <p:cNvSpPr/>
            <p:nvPr/>
          </p:nvSpPr>
          <p:spPr>
            <a:xfrm>
              <a:off x="3237950" y="2466325"/>
              <a:ext cx="33875" cy="84075"/>
            </a:xfrm>
            <a:custGeom>
              <a:avLst/>
              <a:gdLst/>
              <a:ahLst/>
              <a:cxnLst/>
              <a:rect l="l" t="t" r="r" b="b"/>
              <a:pathLst>
                <a:path w="1355" h="3363" extrusionOk="0">
                  <a:moveTo>
                    <a:pt x="718" y="0"/>
                  </a:moveTo>
                  <a:cubicBezTo>
                    <a:pt x="711" y="0"/>
                    <a:pt x="705" y="1"/>
                    <a:pt x="699" y="1"/>
                  </a:cubicBezTo>
                  <a:cubicBezTo>
                    <a:pt x="597" y="9"/>
                    <a:pt x="512" y="84"/>
                    <a:pt x="446" y="162"/>
                  </a:cubicBezTo>
                  <a:cubicBezTo>
                    <a:pt x="149" y="499"/>
                    <a:pt x="1" y="965"/>
                    <a:pt x="51" y="1411"/>
                  </a:cubicBezTo>
                  <a:cubicBezTo>
                    <a:pt x="75" y="1637"/>
                    <a:pt x="174" y="1889"/>
                    <a:pt x="391" y="1957"/>
                  </a:cubicBezTo>
                  <a:cubicBezTo>
                    <a:pt x="429" y="1969"/>
                    <a:pt x="468" y="1974"/>
                    <a:pt x="505" y="1974"/>
                  </a:cubicBezTo>
                  <a:cubicBezTo>
                    <a:pt x="549" y="1974"/>
                    <a:pt x="592" y="1967"/>
                    <a:pt x="634" y="1957"/>
                  </a:cubicBezTo>
                  <a:cubicBezTo>
                    <a:pt x="669" y="1977"/>
                    <a:pt x="693" y="2005"/>
                    <a:pt x="707" y="2043"/>
                  </a:cubicBezTo>
                  <a:cubicBezTo>
                    <a:pt x="723" y="2093"/>
                    <a:pt x="713" y="2147"/>
                    <a:pt x="701" y="2198"/>
                  </a:cubicBezTo>
                  <a:cubicBezTo>
                    <a:pt x="637" y="2497"/>
                    <a:pt x="572" y="2795"/>
                    <a:pt x="511" y="3095"/>
                  </a:cubicBezTo>
                  <a:cubicBezTo>
                    <a:pt x="502" y="3094"/>
                    <a:pt x="494" y="3094"/>
                    <a:pt x="486" y="3094"/>
                  </a:cubicBezTo>
                  <a:cubicBezTo>
                    <a:pt x="426" y="3094"/>
                    <a:pt x="365" y="3118"/>
                    <a:pt x="322" y="3160"/>
                  </a:cubicBezTo>
                  <a:cubicBezTo>
                    <a:pt x="269" y="3211"/>
                    <a:pt x="244" y="3291"/>
                    <a:pt x="256" y="3362"/>
                  </a:cubicBezTo>
                  <a:cubicBezTo>
                    <a:pt x="407" y="3353"/>
                    <a:pt x="556" y="3341"/>
                    <a:pt x="707" y="3332"/>
                  </a:cubicBezTo>
                  <a:cubicBezTo>
                    <a:pt x="723" y="3331"/>
                    <a:pt x="741" y="3331"/>
                    <a:pt x="756" y="3322"/>
                  </a:cubicBezTo>
                  <a:cubicBezTo>
                    <a:pt x="790" y="3302"/>
                    <a:pt x="793" y="3257"/>
                    <a:pt x="793" y="3219"/>
                  </a:cubicBezTo>
                  <a:lnTo>
                    <a:pt x="793" y="2967"/>
                  </a:lnTo>
                  <a:cubicBezTo>
                    <a:pt x="921" y="2537"/>
                    <a:pt x="1298" y="2163"/>
                    <a:pt x="1275" y="1711"/>
                  </a:cubicBezTo>
                  <a:cubicBezTo>
                    <a:pt x="1272" y="1634"/>
                    <a:pt x="1255" y="1559"/>
                    <a:pt x="1233" y="1483"/>
                  </a:cubicBezTo>
                  <a:cubicBezTo>
                    <a:pt x="1245" y="1449"/>
                    <a:pt x="1252" y="1414"/>
                    <a:pt x="1255" y="1378"/>
                  </a:cubicBezTo>
                  <a:cubicBezTo>
                    <a:pt x="1355" y="978"/>
                    <a:pt x="1268" y="536"/>
                    <a:pt x="1025" y="203"/>
                  </a:cubicBezTo>
                  <a:cubicBezTo>
                    <a:pt x="950" y="101"/>
                    <a:pt x="844" y="0"/>
                    <a:pt x="718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3136700" y="2459625"/>
              <a:ext cx="72600" cy="84275"/>
            </a:xfrm>
            <a:custGeom>
              <a:avLst/>
              <a:gdLst/>
              <a:ahLst/>
              <a:cxnLst/>
              <a:rect l="l" t="t" r="r" b="b"/>
              <a:pathLst>
                <a:path w="2904" h="3371" extrusionOk="0">
                  <a:moveTo>
                    <a:pt x="2354" y="1"/>
                  </a:moveTo>
                  <a:cubicBezTo>
                    <a:pt x="2109" y="1"/>
                    <a:pt x="1905" y="210"/>
                    <a:pt x="1815" y="438"/>
                  </a:cubicBezTo>
                  <a:cubicBezTo>
                    <a:pt x="1721" y="670"/>
                    <a:pt x="1714" y="925"/>
                    <a:pt x="1670" y="1172"/>
                  </a:cubicBezTo>
                  <a:cubicBezTo>
                    <a:pt x="1533" y="1943"/>
                    <a:pt x="1008" y="2634"/>
                    <a:pt x="301" y="2970"/>
                  </a:cubicBezTo>
                  <a:cubicBezTo>
                    <a:pt x="225" y="3004"/>
                    <a:pt x="145" y="3039"/>
                    <a:pt x="90" y="3098"/>
                  </a:cubicBezTo>
                  <a:cubicBezTo>
                    <a:pt x="31" y="3158"/>
                    <a:pt x="1" y="3252"/>
                    <a:pt x="40" y="3326"/>
                  </a:cubicBezTo>
                  <a:cubicBezTo>
                    <a:pt x="90" y="3357"/>
                    <a:pt x="147" y="3370"/>
                    <a:pt x="205" y="3370"/>
                  </a:cubicBezTo>
                  <a:cubicBezTo>
                    <a:pt x="285" y="3370"/>
                    <a:pt x="367" y="3345"/>
                    <a:pt x="436" y="3306"/>
                  </a:cubicBezTo>
                  <a:cubicBezTo>
                    <a:pt x="557" y="3238"/>
                    <a:pt x="651" y="3131"/>
                    <a:pt x="749" y="3035"/>
                  </a:cubicBezTo>
                  <a:cubicBezTo>
                    <a:pt x="884" y="2902"/>
                    <a:pt x="1032" y="2778"/>
                    <a:pt x="1198" y="2683"/>
                  </a:cubicBezTo>
                  <a:cubicBezTo>
                    <a:pt x="1350" y="2594"/>
                    <a:pt x="1522" y="2525"/>
                    <a:pt x="1638" y="2392"/>
                  </a:cubicBezTo>
                  <a:cubicBezTo>
                    <a:pt x="1751" y="2266"/>
                    <a:pt x="1803" y="2097"/>
                    <a:pt x="1908" y="1964"/>
                  </a:cubicBezTo>
                  <a:cubicBezTo>
                    <a:pt x="2076" y="1756"/>
                    <a:pt x="2354" y="1668"/>
                    <a:pt x="2555" y="1489"/>
                  </a:cubicBezTo>
                  <a:cubicBezTo>
                    <a:pt x="2757" y="1311"/>
                    <a:pt x="2870" y="1044"/>
                    <a:pt x="2890" y="777"/>
                  </a:cubicBezTo>
                  <a:cubicBezTo>
                    <a:pt x="2903" y="601"/>
                    <a:pt x="2879" y="421"/>
                    <a:pt x="2790" y="271"/>
                  </a:cubicBezTo>
                  <a:cubicBezTo>
                    <a:pt x="2701" y="120"/>
                    <a:pt x="2540" y="7"/>
                    <a:pt x="2367" y="1"/>
                  </a:cubicBezTo>
                  <a:cubicBezTo>
                    <a:pt x="2362" y="1"/>
                    <a:pt x="2358" y="1"/>
                    <a:pt x="235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3157850" y="2446325"/>
              <a:ext cx="128925" cy="59150"/>
            </a:xfrm>
            <a:custGeom>
              <a:avLst/>
              <a:gdLst/>
              <a:ahLst/>
              <a:cxnLst/>
              <a:rect l="l" t="t" r="r" b="b"/>
              <a:pathLst>
                <a:path w="5157" h="2366" extrusionOk="0">
                  <a:moveTo>
                    <a:pt x="1605" y="0"/>
                  </a:moveTo>
                  <a:cubicBezTo>
                    <a:pt x="1561" y="0"/>
                    <a:pt x="1517" y="2"/>
                    <a:pt x="1474" y="8"/>
                  </a:cubicBezTo>
                  <a:cubicBezTo>
                    <a:pt x="934" y="77"/>
                    <a:pt x="542" y="619"/>
                    <a:pt x="1" y="684"/>
                  </a:cubicBezTo>
                  <a:lnTo>
                    <a:pt x="11" y="1039"/>
                  </a:lnTo>
                  <a:cubicBezTo>
                    <a:pt x="73" y="1346"/>
                    <a:pt x="136" y="1650"/>
                    <a:pt x="200" y="1956"/>
                  </a:cubicBezTo>
                  <a:cubicBezTo>
                    <a:pt x="412" y="1851"/>
                    <a:pt x="629" y="1741"/>
                    <a:pt x="865" y="1700"/>
                  </a:cubicBezTo>
                  <a:cubicBezTo>
                    <a:pt x="927" y="1689"/>
                    <a:pt x="991" y="1683"/>
                    <a:pt x="1055" y="1683"/>
                  </a:cubicBezTo>
                  <a:cubicBezTo>
                    <a:pt x="1232" y="1683"/>
                    <a:pt x="1407" y="1729"/>
                    <a:pt x="1545" y="1839"/>
                  </a:cubicBezTo>
                  <a:cubicBezTo>
                    <a:pt x="1673" y="1941"/>
                    <a:pt x="1756" y="2089"/>
                    <a:pt x="1882" y="2193"/>
                  </a:cubicBezTo>
                  <a:cubicBezTo>
                    <a:pt x="2033" y="2317"/>
                    <a:pt x="2228" y="2366"/>
                    <a:pt x="2426" y="2366"/>
                  </a:cubicBezTo>
                  <a:cubicBezTo>
                    <a:pt x="2508" y="2366"/>
                    <a:pt x="2590" y="2357"/>
                    <a:pt x="2670" y="2342"/>
                  </a:cubicBezTo>
                  <a:cubicBezTo>
                    <a:pt x="2941" y="2292"/>
                    <a:pt x="3196" y="2176"/>
                    <a:pt x="3461" y="2101"/>
                  </a:cubicBezTo>
                  <a:cubicBezTo>
                    <a:pt x="3606" y="2060"/>
                    <a:pt x="3759" y="2031"/>
                    <a:pt x="3909" y="2031"/>
                  </a:cubicBezTo>
                  <a:cubicBezTo>
                    <a:pt x="4035" y="2031"/>
                    <a:pt x="4159" y="2052"/>
                    <a:pt x="4274" y="2102"/>
                  </a:cubicBezTo>
                  <a:cubicBezTo>
                    <a:pt x="4359" y="2140"/>
                    <a:pt x="4442" y="2194"/>
                    <a:pt x="4530" y="2194"/>
                  </a:cubicBezTo>
                  <a:cubicBezTo>
                    <a:pt x="4541" y="2194"/>
                    <a:pt x="4551" y="2193"/>
                    <a:pt x="4562" y="2191"/>
                  </a:cubicBezTo>
                  <a:cubicBezTo>
                    <a:pt x="4672" y="2176"/>
                    <a:pt x="4747" y="2074"/>
                    <a:pt x="4803" y="1979"/>
                  </a:cubicBezTo>
                  <a:cubicBezTo>
                    <a:pt x="5075" y="1507"/>
                    <a:pt x="5156" y="931"/>
                    <a:pt x="5037" y="400"/>
                  </a:cubicBezTo>
                  <a:cubicBezTo>
                    <a:pt x="4995" y="208"/>
                    <a:pt x="4823" y="75"/>
                    <a:pt x="4629" y="75"/>
                  </a:cubicBezTo>
                  <a:cubicBezTo>
                    <a:pt x="4616" y="75"/>
                    <a:pt x="4603" y="76"/>
                    <a:pt x="4589" y="77"/>
                  </a:cubicBezTo>
                  <a:cubicBezTo>
                    <a:pt x="4217" y="114"/>
                    <a:pt x="3843" y="132"/>
                    <a:pt x="3469" y="132"/>
                  </a:cubicBezTo>
                  <a:cubicBezTo>
                    <a:pt x="2969" y="132"/>
                    <a:pt x="2469" y="100"/>
                    <a:pt x="1974" y="35"/>
                  </a:cubicBezTo>
                  <a:cubicBezTo>
                    <a:pt x="1852" y="18"/>
                    <a:pt x="1728" y="0"/>
                    <a:pt x="1605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3253950" y="2459225"/>
              <a:ext cx="12600" cy="37900"/>
            </a:xfrm>
            <a:custGeom>
              <a:avLst/>
              <a:gdLst/>
              <a:ahLst/>
              <a:cxnLst/>
              <a:rect l="l" t="t" r="r" b="b"/>
              <a:pathLst>
                <a:path w="504" h="1516" extrusionOk="0">
                  <a:moveTo>
                    <a:pt x="504" y="0"/>
                  </a:moveTo>
                  <a:lnTo>
                    <a:pt x="504" y="0"/>
                  </a:lnTo>
                  <a:cubicBezTo>
                    <a:pt x="156" y="407"/>
                    <a:pt x="21" y="959"/>
                    <a:pt x="0" y="1496"/>
                  </a:cubicBezTo>
                  <a:cubicBezTo>
                    <a:pt x="168" y="1502"/>
                    <a:pt x="333" y="1510"/>
                    <a:pt x="502" y="1516"/>
                  </a:cubicBezTo>
                  <a:cubicBezTo>
                    <a:pt x="416" y="1398"/>
                    <a:pt x="377" y="1255"/>
                    <a:pt x="364" y="1111"/>
                  </a:cubicBezTo>
                  <a:cubicBezTo>
                    <a:pt x="352" y="968"/>
                    <a:pt x="362" y="825"/>
                    <a:pt x="376" y="682"/>
                  </a:cubicBezTo>
                  <a:cubicBezTo>
                    <a:pt x="397" y="450"/>
                    <a:pt x="416" y="216"/>
                    <a:pt x="504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3195550" y="2463525"/>
              <a:ext cx="38475" cy="41175"/>
            </a:xfrm>
            <a:custGeom>
              <a:avLst/>
              <a:gdLst/>
              <a:ahLst/>
              <a:cxnLst/>
              <a:rect l="l" t="t" r="r" b="b"/>
              <a:pathLst>
                <a:path w="1539" h="1647" extrusionOk="0">
                  <a:moveTo>
                    <a:pt x="412" y="1"/>
                  </a:moveTo>
                  <a:cubicBezTo>
                    <a:pt x="298" y="1"/>
                    <a:pt x="180" y="29"/>
                    <a:pt x="109" y="115"/>
                  </a:cubicBezTo>
                  <a:cubicBezTo>
                    <a:pt x="56" y="178"/>
                    <a:pt x="37" y="265"/>
                    <a:pt x="29" y="348"/>
                  </a:cubicBezTo>
                  <a:cubicBezTo>
                    <a:pt x="0" y="718"/>
                    <a:pt x="174" y="1068"/>
                    <a:pt x="343" y="1396"/>
                  </a:cubicBezTo>
                  <a:cubicBezTo>
                    <a:pt x="380" y="1472"/>
                    <a:pt x="421" y="1549"/>
                    <a:pt x="491" y="1594"/>
                  </a:cubicBezTo>
                  <a:cubicBezTo>
                    <a:pt x="566" y="1642"/>
                    <a:pt x="661" y="1647"/>
                    <a:pt x="750" y="1647"/>
                  </a:cubicBezTo>
                  <a:cubicBezTo>
                    <a:pt x="763" y="1647"/>
                    <a:pt x="776" y="1647"/>
                    <a:pt x="790" y="1647"/>
                  </a:cubicBezTo>
                  <a:cubicBezTo>
                    <a:pt x="970" y="1647"/>
                    <a:pt x="1160" y="1634"/>
                    <a:pt x="1305" y="1529"/>
                  </a:cubicBezTo>
                  <a:cubicBezTo>
                    <a:pt x="1431" y="1439"/>
                    <a:pt x="1505" y="1288"/>
                    <a:pt x="1522" y="1134"/>
                  </a:cubicBezTo>
                  <a:cubicBezTo>
                    <a:pt x="1539" y="979"/>
                    <a:pt x="1501" y="823"/>
                    <a:pt x="1436" y="683"/>
                  </a:cubicBezTo>
                  <a:cubicBezTo>
                    <a:pt x="1264" y="315"/>
                    <a:pt x="893" y="48"/>
                    <a:pt x="489" y="5"/>
                  </a:cubicBezTo>
                  <a:cubicBezTo>
                    <a:pt x="464" y="2"/>
                    <a:pt x="438" y="1"/>
                    <a:pt x="412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3138775" y="2461350"/>
              <a:ext cx="26275" cy="44875"/>
            </a:xfrm>
            <a:custGeom>
              <a:avLst/>
              <a:gdLst/>
              <a:ahLst/>
              <a:cxnLst/>
              <a:rect l="l" t="t" r="r" b="b"/>
              <a:pathLst>
                <a:path w="1051" h="1795" extrusionOk="0">
                  <a:moveTo>
                    <a:pt x="478" y="1"/>
                  </a:moveTo>
                  <a:cubicBezTo>
                    <a:pt x="431" y="1"/>
                    <a:pt x="384" y="29"/>
                    <a:pt x="347" y="61"/>
                  </a:cubicBezTo>
                  <a:cubicBezTo>
                    <a:pt x="307" y="99"/>
                    <a:pt x="272" y="149"/>
                    <a:pt x="227" y="181"/>
                  </a:cubicBezTo>
                  <a:cubicBezTo>
                    <a:pt x="194" y="203"/>
                    <a:pt x="153" y="220"/>
                    <a:pt x="127" y="250"/>
                  </a:cubicBezTo>
                  <a:cubicBezTo>
                    <a:pt x="84" y="304"/>
                    <a:pt x="97" y="383"/>
                    <a:pt x="103" y="452"/>
                  </a:cubicBezTo>
                  <a:cubicBezTo>
                    <a:pt x="121" y="695"/>
                    <a:pt x="1" y="936"/>
                    <a:pt x="43" y="1177"/>
                  </a:cubicBezTo>
                  <a:cubicBezTo>
                    <a:pt x="62" y="1304"/>
                    <a:pt x="129" y="1419"/>
                    <a:pt x="216" y="1514"/>
                  </a:cubicBezTo>
                  <a:cubicBezTo>
                    <a:pt x="302" y="1607"/>
                    <a:pt x="415" y="1676"/>
                    <a:pt x="530" y="1732"/>
                  </a:cubicBezTo>
                  <a:cubicBezTo>
                    <a:pt x="601" y="1766"/>
                    <a:pt x="681" y="1794"/>
                    <a:pt x="758" y="1794"/>
                  </a:cubicBezTo>
                  <a:cubicBezTo>
                    <a:pt x="792" y="1794"/>
                    <a:pt x="825" y="1789"/>
                    <a:pt x="857" y="1776"/>
                  </a:cubicBezTo>
                  <a:cubicBezTo>
                    <a:pt x="940" y="1744"/>
                    <a:pt x="997" y="1666"/>
                    <a:pt x="1024" y="1581"/>
                  </a:cubicBezTo>
                  <a:cubicBezTo>
                    <a:pt x="1050" y="1495"/>
                    <a:pt x="1049" y="1405"/>
                    <a:pt x="1035" y="1318"/>
                  </a:cubicBezTo>
                  <a:cubicBezTo>
                    <a:pt x="1000" y="1048"/>
                    <a:pt x="877" y="800"/>
                    <a:pt x="774" y="548"/>
                  </a:cubicBezTo>
                  <a:cubicBezTo>
                    <a:pt x="724" y="428"/>
                    <a:pt x="679" y="304"/>
                    <a:pt x="638" y="182"/>
                  </a:cubicBezTo>
                  <a:cubicBezTo>
                    <a:pt x="625" y="144"/>
                    <a:pt x="613" y="107"/>
                    <a:pt x="593" y="73"/>
                  </a:cubicBezTo>
                  <a:cubicBezTo>
                    <a:pt x="572" y="39"/>
                    <a:pt x="540" y="10"/>
                    <a:pt x="500" y="3"/>
                  </a:cubicBezTo>
                  <a:cubicBezTo>
                    <a:pt x="492" y="1"/>
                    <a:pt x="485" y="1"/>
                    <a:pt x="47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3136175" y="2461750"/>
              <a:ext cx="38250" cy="49950"/>
            </a:xfrm>
            <a:custGeom>
              <a:avLst/>
              <a:gdLst/>
              <a:ahLst/>
              <a:cxnLst/>
              <a:rect l="l" t="t" r="r" b="b"/>
              <a:pathLst>
                <a:path w="1530" h="1998" extrusionOk="0">
                  <a:moveTo>
                    <a:pt x="843" y="0"/>
                  </a:moveTo>
                  <a:cubicBezTo>
                    <a:pt x="675" y="101"/>
                    <a:pt x="510" y="211"/>
                    <a:pt x="350" y="332"/>
                  </a:cubicBezTo>
                  <a:cubicBezTo>
                    <a:pt x="255" y="504"/>
                    <a:pt x="194" y="703"/>
                    <a:pt x="203" y="888"/>
                  </a:cubicBezTo>
                  <a:cubicBezTo>
                    <a:pt x="209" y="985"/>
                    <a:pt x="260" y="1048"/>
                    <a:pt x="255" y="1145"/>
                  </a:cubicBezTo>
                  <a:cubicBezTo>
                    <a:pt x="249" y="1362"/>
                    <a:pt x="133" y="1558"/>
                    <a:pt x="28" y="1746"/>
                  </a:cubicBezTo>
                  <a:cubicBezTo>
                    <a:pt x="14" y="1769"/>
                    <a:pt x="1" y="1795"/>
                    <a:pt x="7" y="1822"/>
                  </a:cubicBezTo>
                  <a:cubicBezTo>
                    <a:pt x="14" y="1853"/>
                    <a:pt x="44" y="1870"/>
                    <a:pt x="74" y="1884"/>
                  </a:cubicBezTo>
                  <a:cubicBezTo>
                    <a:pt x="224" y="1954"/>
                    <a:pt x="390" y="1998"/>
                    <a:pt x="554" y="1998"/>
                  </a:cubicBezTo>
                  <a:cubicBezTo>
                    <a:pt x="605" y="1998"/>
                    <a:pt x="656" y="1993"/>
                    <a:pt x="706" y="1985"/>
                  </a:cubicBezTo>
                  <a:cubicBezTo>
                    <a:pt x="919" y="1947"/>
                    <a:pt x="1121" y="1819"/>
                    <a:pt x="1219" y="1627"/>
                  </a:cubicBezTo>
                  <a:cubicBezTo>
                    <a:pt x="1324" y="1419"/>
                    <a:pt x="1302" y="1169"/>
                    <a:pt x="1391" y="956"/>
                  </a:cubicBezTo>
                  <a:cubicBezTo>
                    <a:pt x="1441" y="831"/>
                    <a:pt x="1530" y="713"/>
                    <a:pt x="1511" y="579"/>
                  </a:cubicBezTo>
                  <a:cubicBezTo>
                    <a:pt x="1498" y="477"/>
                    <a:pt x="1421" y="394"/>
                    <a:pt x="1340" y="333"/>
                  </a:cubicBezTo>
                  <a:cubicBezTo>
                    <a:pt x="1180" y="214"/>
                    <a:pt x="1032" y="38"/>
                    <a:pt x="843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3137275" y="2471400"/>
              <a:ext cx="25325" cy="42875"/>
            </a:xfrm>
            <a:custGeom>
              <a:avLst/>
              <a:gdLst/>
              <a:ahLst/>
              <a:cxnLst/>
              <a:rect l="l" t="t" r="r" b="b"/>
              <a:pathLst>
                <a:path w="1013" h="1715" extrusionOk="0">
                  <a:moveTo>
                    <a:pt x="317" y="0"/>
                  </a:moveTo>
                  <a:cubicBezTo>
                    <a:pt x="205" y="130"/>
                    <a:pt x="151" y="308"/>
                    <a:pt x="171" y="480"/>
                  </a:cubicBezTo>
                  <a:cubicBezTo>
                    <a:pt x="187" y="631"/>
                    <a:pt x="257" y="778"/>
                    <a:pt x="228" y="929"/>
                  </a:cubicBezTo>
                  <a:cubicBezTo>
                    <a:pt x="204" y="1057"/>
                    <a:pt x="115" y="1160"/>
                    <a:pt x="47" y="1271"/>
                  </a:cubicBezTo>
                  <a:cubicBezTo>
                    <a:pt x="23" y="1312"/>
                    <a:pt x="0" y="1357"/>
                    <a:pt x="0" y="1406"/>
                  </a:cubicBezTo>
                  <a:cubicBezTo>
                    <a:pt x="0" y="1460"/>
                    <a:pt x="29" y="1513"/>
                    <a:pt x="68" y="1550"/>
                  </a:cubicBezTo>
                  <a:cubicBezTo>
                    <a:pt x="106" y="1590"/>
                    <a:pt x="156" y="1618"/>
                    <a:pt x="202" y="1644"/>
                  </a:cubicBezTo>
                  <a:cubicBezTo>
                    <a:pt x="259" y="1678"/>
                    <a:pt x="324" y="1714"/>
                    <a:pt x="389" y="1714"/>
                  </a:cubicBezTo>
                  <a:cubicBezTo>
                    <a:pt x="403" y="1714"/>
                    <a:pt x="417" y="1712"/>
                    <a:pt x="432" y="1709"/>
                  </a:cubicBezTo>
                  <a:cubicBezTo>
                    <a:pt x="489" y="1694"/>
                    <a:pt x="533" y="1648"/>
                    <a:pt x="582" y="1620"/>
                  </a:cubicBezTo>
                  <a:cubicBezTo>
                    <a:pt x="655" y="1580"/>
                    <a:pt x="739" y="1574"/>
                    <a:pt x="816" y="1553"/>
                  </a:cubicBezTo>
                  <a:cubicBezTo>
                    <a:pt x="896" y="1532"/>
                    <a:pt x="977" y="1484"/>
                    <a:pt x="995" y="1406"/>
                  </a:cubicBezTo>
                  <a:cubicBezTo>
                    <a:pt x="1012" y="1333"/>
                    <a:pt x="973" y="1259"/>
                    <a:pt x="929" y="1197"/>
                  </a:cubicBezTo>
                  <a:cubicBezTo>
                    <a:pt x="860" y="1096"/>
                    <a:pt x="768" y="994"/>
                    <a:pt x="647" y="971"/>
                  </a:cubicBezTo>
                  <a:cubicBezTo>
                    <a:pt x="594" y="962"/>
                    <a:pt x="537" y="968"/>
                    <a:pt x="484" y="962"/>
                  </a:cubicBezTo>
                  <a:cubicBezTo>
                    <a:pt x="430" y="955"/>
                    <a:pt x="374" y="928"/>
                    <a:pt x="355" y="878"/>
                  </a:cubicBezTo>
                  <a:cubicBezTo>
                    <a:pt x="333" y="825"/>
                    <a:pt x="361" y="766"/>
                    <a:pt x="364" y="709"/>
                  </a:cubicBezTo>
                  <a:cubicBezTo>
                    <a:pt x="367" y="647"/>
                    <a:pt x="338" y="587"/>
                    <a:pt x="318" y="528"/>
                  </a:cubicBezTo>
                  <a:cubicBezTo>
                    <a:pt x="258" y="361"/>
                    <a:pt x="258" y="171"/>
                    <a:pt x="317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3155175" y="2459000"/>
              <a:ext cx="26900" cy="47250"/>
            </a:xfrm>
            <a:custGeom>
              <a:avLst/>
              <a:gdLst/>
              <a:ahLst/>
              <a:cxnLst/>
              <a:rect l="l" t="t" r="r" b="b"/>
              <a:pathLst>
                <a:path w="1076" h="1890" extrusionOk="0">
                  <a:moveTo>
                    <a:pt x="214" y="1"/>
                  </a:moveTo>
                  <a:cubicBezTo>
                    <a:pt x="187" y="1"/>
                    <a:pt x="159" y="5"/>
                    <a:pt x="133" y="14"/>
                  </a:cubicBezTo>
                  <a:cubicBezTo>
                    <a:pt x="77" y="33"/>
                    <a:pt x="32" y="79"/>
                    <a:pt x="14" y="131"/>
                  </a:cubicBezTo>
                  <a:cubicBezTo>
                    <a:pt x="1" y="164"/>
                    <a:pt x="25" y="202"/>
                    <a:pt x="61" y="205"/>
                  </a:cubicBezTo>
                  <a:cubicBezTo>
                    <a:pt x="144" y="210"/>
                    <a:pt x="270" y="198"/>
                    <a:pt x="311" y="273"/>
                  </a:cubicBezTo>
                  <a:cubicBezTo>
                    <a:pt x="362" y="365"/>
                    <a:pt x="325" y="546"/>
                    <a:pt x="323" y="650"/>
                  </a:cubicBezTo>
                  <a:cubicBezTo>
                    <a:pt x="322" y="813"/>
                    <a:pt x="299" y="977"/>
                    <a:pt x="261" y="1137"/>
                  </a:cubicBezTo>
                  <a:cubicBezTo>
                    <a:pt x="236" y="1240"/>
                    <a:pt x="206" y="1354"/>
                    <a:pt x="264" y="1442"/>
                  </a:cubicBezTo>
                  <a:cubicBezTo>
                    <a:pt x="301" y="1494"/>
                    <a:pt x="465" y="1864"/>
                    <a:pt x="522" y="1890"/>
                  </a:cubicBezTo>
                  <a:lnTo>
                    <a:pt x="868" y="1748"/>
                  </a:lnTo>
                  <a:cubicBezTo>
                    <a:pt x="880" y="1753"/>
                    <a:pt x="893" y="1756"/>
                    <a:pt x="905" y="1756"/>
                  </a:cubicBezTo>
                  <a:cubicBezTo>
                    <a:pt x="957" y="1756"/>
                    <a:pt x="1003" y="1711"/>
                    <a:pt x="996" y="1654"/>
                  </a:cubicBezTo>
                  <a:cubicBezTo>
                    <a:pt x="978" y="1488"/>
                    <a:pt x="978" y="1321"/>
                    <a:pt x="996" y="1155"/>
                  </a:cubicBezTo>
                  <a:cubicBezTo>
                    <a:pt x="1020" y="938"/>
                    <a:pt x="1076" y="703"/>
                    <a:pt x="967" y="510"/>
                  </a:cubicBezTo>
                  <a:cubicBezTo>
                    <a:pt x="887" y="360"/>
                    <a:pt x="729" y="278"/>
                    <a:pt x="589" y="180"/>
                  </a:cubicBezTo>
                  <a:cubicBezTo>
                    <a:pt x="519" y="131"/>
                    <a:pt x="454" y="77"/>
                    <a:pt x="377" y="41"/>
                  </a:cubicBezTo>
                  <a:cubicBezTo>
                    <a:pt x="326" y="17"/>
                    <a:pt x="270" y="1"/>
                    <a:pt x="214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3151925" y="2482050"/>
              <a:ext cx="8025" cy="4350"/>
            </a:xfrm>
            <a:custGeom>
              <a:avLst/>
              <a:gdLst/>
              <a:ahLst/>
              <a:cxnLst/>
              <a:rect l="l" t="t" r="r" b="b"/>
              <a:pathLst>
                <a:path w="321" h="174" extrusionOk="0">
                  <a:moveTo>
                    <a:pt x="8" y="1"/>
                  </a:moveTo>
                  <a:cubicBezTo>
                    <a:pt x="11" y="8"/>
                    <a:pt x="8" y="18"/>
                    <a:pt x="1" y="22"/>
                  </a:cubicBezTo>
                  <a:cubicBezTo>
                    <a:pt x="31" y="76"/>
                    <a:pt x="78" y="119"/>
                    <a:pt x="132" y="150"/>
                  </a:cubicBezTo>
                  <a:cubicBezTo>
                    <a:pt x="159" y="164"/>
                    <a:pt x="189" y="174"/>
                    <a:pt x="218" y="174"/>
                  </a:cubicBezTo>
                  <a:cubicBezTo>
                    <a:pt x="228" y="174"/>
                    <a:pt x="238" y="173"/>
                    <a:pt x="248" y="170"/>
                  </a:cubicBezTo>
                  <a:cubicBezTo>
                    <a:pt x="286" y="161"/>
                    <a:pt x="321" y="128"/>
                    <a:pt x="319" y="85"/>
                  </a:cubicBezTo>
                  <a:cubicBezTo>
                    <a:pt x="313" y="78"/>
                    <a:pt x="308" y="69"/>
                    <a:pt x="302" y="60"/>
                  </a:cubicBezTo>
                  <a:cubicBezTo>
                    <a:pt x="295" y="79"/>
                    <a:pt x="275" y="97"/>
                    <a:pt x="256" y="103"/>
                  </a:cubicBezTo>
                  <a:cubicBezTo>
                    <a:pt x="243" y="108"/>
                    <a:pt x="229" y="110"/>
                    <a:pt x="215" y="110"/>
                  </a:cubicBezTo>
                  <a:cubicBezTo>
                    <a:pt x="206" y="110"/>
                    <a:pt x="197" y="109"/>
                    <a:pt x="188" y="108"/>
                  </a:cubicBezTo>
                  <a:cubicBezTo>
                    <a:pt x="115" y="99"/>
                    <a:pt x="49" y="58"/>
                    <a:pt x="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3136050" y="2503725"/>
              <a:ext cx="9950" cy="7650"/>
            </a:xfrm>
            <a:custGeom>
              <a:avLst/>
              <a:gdLst/>
              <a:ahLst/>
              <a:cxnLst/>
              <a:rect l="l" t="t" r="r" b="b"/>
              <a:pathLst>
                <a:path w="398" h="306" extrusionOk="0">
                  <a:moveTo>
                    <a:pt x="211" y="0"/>
                  </a:moveTo>
                  <a:cubicBezTo>
                    <a:pt x="208" y="0"/>
                    <a:pt x="205" y="1"/>
                    <a:pt x="202" y="1"/>
                  </a:cubicBezTo>
                  <a:cubicBezTo>
                    <a:pt x="134" y="9"/>
                    <a:pt x="70" y="46"/>
                    <a:pt x="33" y="102"/>
                  </a:cubicBezTo>
                  <a:cubicBezTo>
                    <a:pt x="13" y="129"/>
                    <a:pt x="1" y="165"/>
                    <a:pt x="18" y="192"/>
                  </a:cubicBezTo>
                  <a:cubicBezTo>
                    <a:pt x="31" y="214"/>
                    <a:pt x="54" y="223"/>
                    <a:pt x="76" y="230"/>
                  </a:cubicBezTo>
                  <a:cubicBezTo>
                    <a:pt x="170" y="265"/>
                    <a:pt x="268" y="289"/>
                    <a:pt x="372" y="306"/>
                  </a:cubicBezTo>
                  <a:cubicBezTo>
                    <a:pt x="381" y="306"/>
                    <a:pt x="393" y="306"/>
                    <a:pt x="396" y="298"/>
                  </a:cubicBezTo>
                  <a:cubicBezTo>
                    <a:pt x="398" y="294"/>
                    <a:pt x="396" y="286"/>
                    <a:pt x="393" y="280"/>
                  </a:cubicBezTo>
                  <a:cubicBezTo>
                    <a:pt x="373" y="251"/>
                    <a:pt x="345" y="233"/>
                    <a:pt x="315" y="215"/>
                  </a:cubicBezTo>
                  <a:cubicBezTo>
                    <a:pt x="284" y="199"/>
                    <a:pt x="254" y="183"/>
                    <a:pt x="232" y="158"/>
                  </a:cubicBezTo>
                  <a:cubicBezTo>
                    <a:pt x="209" y="131"/>
                    <a:pt x="199" y="93"/>
                    <a:pt x="215" y="63"/>
                  </a:cubicBezTo>
                  <a:cubicBezTo>
                    <a:pt x="221" y="54"/>
                    <a:pt x="229" y="46"/>
                    <a:pt x="232" y="37"/>
                  </a:cubicBezTo>
                  <a:cubicBezTo>
                    <a:pt x="236" y="27"/>
                    <a:pt x="236" y="15"/>
                    <a:pt x="229" y="7"/>
                  </a:cubicBezTo>
                  <a:cubicBezTo>
                    <a:pt x="223" y="2"/>
                    <a:pt x="218" y="0"/>
                    <a:pt x="21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3257225" y="2454150"/>
              <a:ext cx="39300" cy="97650"/>
            </a:xfrm>
            <a:custGeom>
              <a:avLst/>
              <a:gdLst/>
              <a:ahLst/>
              <a:cxnLst/>
              <a:rect l="l" t="t" r="r" b="b"/>
              <a:pathLst>
                <a:path w="1572" h="3906" extrusionOk="0">
                  <a:moveTo>
                    <a:pt x="835" y="0"/>
                  </a:moveTo>
                  <a:cubicBezTo>
                    <a:pt x="828" y="0"/>
                    <a:pt x="820" y="0"/>
                    <a:pt x="812" y="1"/>
                  </a:cubicBezTo>
                  <a:cubicBezTo>
                    <a:pt x="693" y="10"/>
                    <a:pt x="598" y="98"/>
                    <a:pt x="518" y="188"/>
                  </a:cubicBezTo>
                  <a:cubicBezTo>
                    <a:pt x="172" y="580"/>
                    <a:pt x="0" y="1118"/>
                    <a:pt x="58" y="1639"/>
                  </a:cubicBezTo>
                  <a:cubicBezTo>
                    <a:pt x="86" y="1901"/>
                    <a:pt x="202" y="2191"/>
                    <a:pt x="453" y="2272"/>
                  </a:cubicBezTo>
                  <a:cubicBezTo>
                    <a:pt x="497" y="2286"/>
                    <a:pt x="541" y="2292"/>
                    <a:pt x="585" y="2292"/>
                  </a:cubicBezTo>
                  <a:cubicBezTo>
                    <a:pt x="635" y="2292"/>
                    <a:pt x="686" y="2284"/>
                    <a:pt x="736" y="2270"/>
                  </a:cubicBezTo>
                  <a:cubicBezTo>
                    <a:pt x="774" y="2295"/>
                    <a:pt x="804" y="2326"/>
                    <a:pt x="819" y="2372"/>
                  </a:cubicBezTo>
                  <a:cubicBezTo>
                    <a:pt x="837" y="2430"/>
                    <a:pt x="827" y="2492"/>
                    <a:pt x="813" y="2552"/>
                  </a:cubicBezTo>
                  <a:cubicBezTo>
                    <a:pt x="739" y="2899"/>
                    <a:pt x="667" y="3246"/>
                    <a:pt x="592" y="3593"/>
                  </a:cubicBezTo>
                  <a:cubicBezTo>
                    <a:pt x="582" y="3592"/>
                    <a:pt x="572" y="3591"/>
                    <a:pt x="562" y="3591"/>
                  </a:cubicBezTo>
                  <a:cubicBezTo>
                    <a:pt x="492" y="3591"/>
                    <a:pt x="422" y="3619"/>
                    <a:pt x="373" y="3668"/>
                  </a:cubicBezTo>
                  <a:cubicBezTo>
                    <a:pt x="313" y="3729"/>
                    <a:pt x="282" y="3819"/>
                    <a:pt x="297" y="3905"/>
                  </a:cubicBezTo>
                  <a:cubicBezTo>
                    <a:pt x="471" y="3893"/>
                    <a:pt x="646" y="3882"/>
                    <a:pt x="819" y="3869"/>
                  </a:cubicBezTo>
                  <a:cubicBezTo>
                    <a:pt x="840" y="3867"/>
                    <a:pt x="860" y="3864"/>
                    <a:pt x="878" y="3855"/>
                  </a:cubicBezTo>
                  <a:cubicBezTo>
                    <a:pt x="916" y="3833"/>
                    <a:pt x="919" y="3781"/>
                    <a:pt x="919" y="3739"/>
                  </a:cubicBezTo>
                  <a:cubicBezTo>
                    <a:pt x="919" y="3641"/>
                    <a:pt x="919" y="3543"/>
                    <a:pt x="920" y="3445"/>
                  </a:cubicBezTo>
                  <a:cubicBezTo>
                    <a:pt x="1068" y="2942"/>
                    <a:pt x="1507" y="2507"/>
                    <a:pt x="1481" y="1984"/>
                  </a:cubicBezTo>
                  <a:cubicBezTo>
                    <a:pt x="1477" y="1894"/>
                    <a:pt x="1459" y="1805"/>
                    <a:pt x="1431" y="1720"/>
                  </a:cubicBezTo>
                  <a:cubicBezTo>
                    <a:pt x="1447" y="1681"/>
                    <a:pt x="1457" y="1640"/>
                    <a:pt x="1457" y="1598"/>
                  </a:cubicBezTo>
                  <a:cubicBezTo>
                    <a:pt x="1572" y="1134"/>
                    <a:pt x="1472" y="621"/>
                    <a:pt x="1190" y="235"/>
                  </a:cubicBezTo>
                  <a:cubicBezTo>
                    <a:pt x="1103" y="116"/>
                    <a:pt x="980" y="0"/>
                    <a:pt x="835" y="0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3190650" y="2457875"/>
              <a:ext cx="39300" cy="92900"/>
            </a:xfrm>
            <a:custGeom>
              <a:avLst/>
              <a:gdLst/>
              <a:ahLst/>
              <a:cxnLst/>
              <a:rect l="l" t="t" r="r" b="b"/>
              <a:pathLst>
                <a:path w="1572" h="3716" extrusionOk="0">
                  <a:moveTo>
                    <a:pt x="620" y="1"/>
                  </a:moveTo>
                  <a:cubicBezTo>
                    <a:pt x="521" y="1"/>
                    <a:pt x="426" y="38"/>
                    <a:pt x="346" y="134"/>
                  </a:cubicBezTo>
                  <a:cubicBezTo>
                    <a:pt x="278" y="215"/>
                    <a:pt x="246" y="321"/>
                    <a:pt x="242" y="427"/>
                  </a:cubicBezTo>
                  <a:cubicBezTo>
                    <a:pt x="237" y="766"/>
                    <a:pt x="323" y="1105"/>
                    <a:pt x="489" y="1401"/>
                  </a:cubicBezTo>
                  <a:cubicBezTo>
                    <a:pt x="576" y="1555"/>
                    <a:pt x="684" y="1699"/>
                    <a:pt x="721" y="1870"/>
                  </a:cubicBezTo>
                  <a:cubicBezTo>
                    <a:pt x="759" y="2048"/>
                    <a:pt x="714" y="2230"/>
                    <a:pt x="670" y="2405"/>
                  </a:cubicBezTo>
                  <a:cubicBezTo>
                    <a:pt x="619" y="2609"/>
                    <a:pt x="569" y="2812"/>
                    <a:pt x="516" y="3016"/>
                  </a:cubicBezTo>
                  <a:cubicBezTo>
                    <a:pt x="483" y="3144"/>
                    <a:pt x="444" y="3284"/>
                    <a:pt x="343" y="3367"/>
                  </a:cubicBezTo>
                  <a:cubicBezTo>
                    <a:pt x="276" y="3420"/>
                    <a:pt x="189" y="3444"/>
                    <a:pt x="120" y="3495"/>
                  </a:cubicBezTo>
                  <a:cubicBezTo>
                    <a:pt x="50" y="3546"/>
                    <a:pt x="0" y="3646"/>
                    <a:pt x="50" y="3715"/>
                  </a:cubicBezTo>
                  <a:cubicBezTo>
                    <a:pt x="141" y="3701"/>
                    <a:pt x="233" y="3694"/>
                    <a:pt x="325" y="3694"/>
                  </a:cubicBezTo>
                  <a:cubicBezTo>
                    <a:pt x="377" y="3694"/>
                    <a:pt x="428" y="3696"/>
                    <a:pt x="480" y="3700"/>
                  </a:cubicBezTo>
                  <a:cubicBezTo>
                    <a:pt x="485" y="3701"/>
                    <a:pt x="491" y="3701"/>
                    <a:pt x="496" y="3701"/>
                  </a:cubicBezTo>
                  <a:cubicBezTo>
                    <a:pt x="583" y="3701"/>
                    <a:pt x="662" y="3642"/>
                    <a:pt x="685" y="3557"/>
                  </a:cubicBezTo>
                  <a:cubicBezTo>
                    <a:pt x="762" y="3286"/>
                    <a:pt x="863" y="3022"/>
                    <a:pt x="985" y="2767"/>
                  </a:cubicBezTo>
                  <a:cubicBezTo>
                    <a:pt x="1196" y="2328"/>
                    <a:pt x="1478" y="1906"/>
                    <a:pt x="1526" y="1420"/>
                  </a:cubicBezTo>
                  <a:cubicBezTo>
                    <a:pt x="1572" y="956"/>
                    <a:pt x="1376" y="475"/>
                    <a:pt x="1021" y="172"/>
                  </a:cubicBezTo>
                  <a:cubicBezTo>
                    <a:pt x="908" y="78"/>
                    <a:pt x="761" y="1"/>
                    <a:pt x="620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3276525" y="2433450"/>
              <a:ext cx="54400" cy="37400"/>
            </a:xfrm>
            <a:custGeom>
              <a:avLst/>
              <a:gdLst/>
              <a:ahLst/>
              <a:cxnLst/>
              <a:rect l="l" t="t" r="r" b="b"/>
              <a:pathLst>
                <a:path w="2176" h="1496" extrusionOk="0">
                  <a:moveTo>
                    <a:pt x="2134" y="1"/>
                  </a:moveTo>
                  <a:cubicBezTo>
                    <a:pt x="2124" y="1"/>
                    <a:pt x="2113" y="5"/>
                    <a:pt x="2106" y="15"/>
                  </a:cubicBezTo>
                  <a:cubicBezTo>
                    <a:pt x="1872" y="294"/>
                    <a:pt x="1561" y="506"/>
                    <a:pt x="1216" y="619"/>
                  </a:cubicBezTo>
                  <a:cubicBezTo>
                    <a:pt x="1020" y="684"/>
                    <a:pt x="814" y="716"/>
                    <a:pt x="608" y="716"/>
                  </a:cubicBezTo>
                  <a:cubicBezTo>
                    <a:pt x="402" y="716"/>
                    <a:pt x="196" y="684"/>
                    <a:pt x="0" y="619"/>
                  </a:cubicBezTo>
                  <a:lnTo>
                    <a:pt x="0" y="619"/>
                  </a:lnTo>
                  <a:cubicBezTo>
                    <a:pt x="19" y="806"/>
                    <a:pt x="38" y="993"/>
                    <a:pt x="56" y="1182"/>
                  </a:cubicBezTo>
                  <a:lnTo>
                    <a:pt x="466" y="1259"/>
                  </a:lnTo>
                  <a:cubicBezTo>
                    <a:pt x="549" y="1402"/>
                    <a:pt x="709" y="1496"/>
                    <a:pt x="874" y="1496"/>
                  </a:cubicBezTo>
                  <a:cubicBezTo>
                    <a:pt x="878" y="1496"/>
                    <a:pt x="882" y="1496"/>
                    <a:pt x="886" y="1496"/>
                  </a:cubicBezTo>
                  <a:cubicBezTo>
                    <a:pt x="900" y="1460"/>
                    <a:pt x="890" y="1416"/>
                    <a:pt x="859" y="1392"/>
                  </a:cubicBezTo>
                  <a:lnTo>
                    <a:pt x="859" y="1392"/>
                  </a:lnTo>
                  <a:cubicBezTo>
                    <a:pt x="899" y="1420"/>
                    <a:pt x="947" y="1433"/>
                    <a:pt x="995" y="1433"/>
                  </a:cubicBezTo>
                  <a:cubicBezTo>
                    <a:pt x="1015" y="1433"/>
                    <a:pt x="1035" y="1431"/>
                    <a:pt x="1055" y="1426"/>
                  </a:cubicBezTo>
                  <a:cubicBezTo>
                    <a:pt x="1067" y="1398"/>
                    <a:pt x="1052" y="1360"/>
                    <a:pt x="1021" y="1349"/>
                  </a:cubicBezTo>
                  <a:cubicBezTo>
                    <a:pt x="1172" y="1343"/>
                    <a:pt x="1318" y="1287"/>
                    <a:pt x="1439" y="1197"/>
                  </a:cubicBezTo>
                  <a:cubicBezTo>
                    <a:pt x="1517" y="1170"/>
                    <a:pt x="1594" y="1137"/>
                    <a:pt x="1670" y="1094"/>
                  </a:cubicBezTo>
                  <a:cubicBezTo>
                    <a:pt x="1688" y="1085"/>
                    <a:pt x="1704" y="1072"/>
                    <a:pt x="1704" y="1054"/>
                  </a:cubicBezTo>
                  <a:cubicBezTo>
                    <a:pt x="1704" y="1028"/>
                    <a:pt x="1673" y="1020"/>
                    <a:pt x="1646" y="1020"/>
                  </a:cubicBezTo>
                  <a:cubicBezTo>
                    <a:pt x="1643" y="1020"/>
                    <a:pt x="1641" y="1020"/>
                    <a:pt x="1638" y="1021"/>
                  </a:cubicBezTo>
                  <a:cubicBezTo>
                    <a:pt x="1629" y="1021"/>
                    <a:pt x="1620" y="1024"/>
                    <a:pt x="1608" y="1025"/>
                  </a:cubicBezTo>
                  <a:cubicBezTo>
                    <a:pt x="1635" y="1001"/>
                    <a:pt x="1661" y="975"/>
                    <a:pt x="1689" y="953"/>
                  </a:cubicBezTo>
                  <a:cubicBezTo>
                    <a:pt x="1741" y="938"/>
                    <a:pt x="1787" y="914"/>
                    <a:pt x="1828" y="880"/>
                  </a:cubicBezTo>
                  <a:lnTo>
                    <a:pt x="1828" y="858"/>
                  </a:lnTo>
                  <a:cubicBezTo>
                    <a:pt x="1813" y="858"/>
                    <a:pt x="1793" y="868"/>
                    <a:pt x="1771" y="882"/>
                  </a:cubicBezTo>
                  <a:cubicBezTo>
                    <a:pt x="1828" y="829"/>
                    <a:pt x="1888" y="775"/>
                    <a:pt x="1947" y="722"/>
                  </a:cubicBezTo>
                  <a:cubicBezTo>
                    <a:pt x="1968" y="702"/>
                    <a:pt x="1991" y="681"/>
                    <a:pt x="1998" y="654"/>
                  </a:cubicBezTo>
                  <a:cubicBezTo>
                    <a:pt x="2006" y="626"/>
                    <a:pt x="1989" y="589"/>
                    <a:pt x="1961" y="588"/>
                  </a:cubicBezTo>
                  <a:cubicBezTo>
                    <a:pt x="1991" y="573"/>
                    <a:pt x="2021" y="558"/>
                    <a:pt x="2051" y="541"/>
                  </a:cubicBezTo>
                  <a:cubicBezTo>
                    <a:pt x="2047" y="529"/>
                    <a:pt x="2045" y="521"/>
                    <a:pt x="2044" y="515"/>
                  </a:cubicBezTo>
                  <a:cubicBezTo>
                    <a:pt x="2107" y="365"/>
                    <a:pt x="2143" y="205"/>
                    <a:pt x="2172" y="45"/>
                  </a:cubicBezTo>
                  <a:cubicBezTo>
                    <a:pt x="2176" y="19"/>
                    <a:pt x="2155" y="1"/>
                    <a:pt x="2134" y="1"/>
                  </a:cubicBez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3085275" y="2546750"/>
              <a:ext cx="62350" cy="6125"/>
            </a:xfrm>
            <a:custGeom>
              <a:avLst/>
              <a:gdLst/>
              <a:ahLst/>
              <a:cxnLst/>
              <a:rect l="l" t="t" r="r" b="b"/>
              <a:pathLst>
                <a:path w="2494" h="245" extrusionOk="0">
                  <a:moveTo>
                    <a:pt x="1248" y="1"/>
                  </a:moveTo>
                  <a:cubicBezTo>
                    <a:pt x="559" y="1"/>
                    <a:pt x="1" y="55"/>
                    <a:pt x="1" y="123"/>
                  </a:cubicBezTo>
                  <a:cubicBezTo>
                    <a:pt x="1" y="191"/>
                    <a:pt x="559" y="245"/>
                    <a:pt x="1248" y="245"/>
                  </a:cubicBezTo>
                  <a:cubicBezTo>
                    <a:pt x="1935" y="245"/>
                    <a:pt x="2493" y="191"/>
                    <a:pt x="2493" y="123"/>
                  </a:cubicBezTo>
                  <a:cubicBezTo>
                    <a:pt x="2493" y="55"/>
                    <a:pt x="1935" y="1"/>
                    <a:pt x="124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3089725" y="2534150"/>
              <a:ext cx="56175" cy="17650"/>
            </a:xfrm>
            <a:custGeom>
              <a:avLst/>
              <a:gdLst/>
              <a:ahLst/>
              <a:cxnLst/>
              <a:rect l="l" t="t" r="r" b="b"/>
              <a:pathLst>
                <a:path w="2247" h="706" extrusionOk="0">
                  <a:moveTo>
                    <a:pt x="1123" y="1"/>
                  </a:moveTo>
                  <a:cubicBezTo>
                    <a:pt x="604" y="1"/>
                    <a:pt x="168" y="55"/>
                    <a:pt x="147" y="126"/>
                  </a:cubicBezTo>
                  <a:cubicBezTo>
                    <a:pt x="139" y="150"/>
                    <a:pt x="34" y="505"/>
                    <a:pt x="26" y="535"/>
                  </a:cubicBezTo>
                  <a:cubicBezTo>
                    <a:pt x="1" y="627"/>
                    <a:pt x="489" y="705"/>
                    <a:pt x="1123" y="705"/>
                  </a:cubicBezTo>
                  <a:cubicBezTo>
                    <a:pt x="1756" y="705"/>
                    <a:pt x="2246" y="627"/>
                    <a:pt x="2217" y="535"/>
                  </a:cubicBezTo>
                  <a:cubicBezTo>
                    <a:pt x="2210" y="505"/>
                    <a:pt x="2104" y="150"/>
                    <a:pt x="2097" y="126"/>
                  </a:cubicBezTo>
                  <a:cubicBezTo>
                    <a:pt x="2076" y="57"/>
                    <a:pt x="1640" y="1"/>
                    <a:pt x="1123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3091950" y="2534925"/>
              <a:ext cx="10125" cy="15800"/>
            </a:xfrm>
            <a:custGeom>
              <a:avLst/>
              <a:gdLst/>
              <a:ahLst/>
              <a:cxnLst/>
              <a:rect l="l" t="t" r="r" b="b"/>
              <a:pathLst>
                <a:path w="405" h="632" extrusionOk="0">
                  <a:moveTo>
                    <a:pt x="405" y="0"/>
                  </a:moveTo>
                  <a:lnTo>
                    <a:pt x="405" y="0"/>
                  </a:lnTo>
                  <a:cubicBezTo>
                    <a:pt x="284" y="14"/>
                    <a:pt x="189" y="30"/>
                    <a:pt x="129" y="51"/>
                  </a:cubicBezTo>
                  <a:cubicBezTo>
                    <a:pt x="81" y="223"/>
                    <a:pt x="40" y="395"/>
                    <a:pt x="1" y="566"/>
                  </a:cubicBezTo>
                  <a:cubicBezTo>
                    <a:pt x="61" y="591"/>
                    <a:pt x="162" y="614"/>
                    <a:pt x="295" y="632"/>
                  </a:cubicBezTo>
                  <a:cubicBezTo>
                    <a:pt x="340" y="425"/>
                    <a:pt x="381" y="216"/>
                    <a:pt x="405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3101125" y="2534500"/>
              <a:ext cx="5925" cy="16900"/>
            </a:xfrm>
            <a:custGeom>
              <a:avLst/>
              <a:gdLst/>
              <a:ahLst/>
              <a:cxnLst/>
              <a:rect l="l" t="t" r="r" b="b"/>
              <a:pathLst>
                <a:path w="237" h="676" extrusionOk="0">
                  <a:moveTo>
                    <a:pt x="237" y="0"/>
                  </a:moveTo>
                  <a:cubicBezTo>
                    <a:pt x="189" y="5"/>
                    <a:pt x="146" y="8"/>
                    <a:pt x="103" y="13"/>
                  </a:cubicBezTo>
                  <a:cubicBezTo>
                    <a:pt x="67" y="225"/>
                    <a:pt x="35" y="444"/>
                    <a:pt x="0" y="658"/>
                  </a:cubicBezTo>
                  <a:cubicBezTo>
                    <a:pt x="59" y="665"/>
                    <a:pt x="121" y="670"/>
                    <a:pt x="189" y="676"/>
                  </a:cubicBezTo>
                  <a:cubicBezTo>
                    <a:pt x="214" y="451"/>
                    <a:pt x="231" y="228"/>
                    <a:pt x="237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3131950" y="2534725"/>
              <a:ext cx="10800" cy="16000"/>
            </a:xfrm>
            <a:custGeom>
              <a:avLst/>
              <a:gdLst/>
              <a:ahLst/>
              <a:cxnLst/>
              <a:rect l="l" t="t" r="r" b="b"/>
              <a:pathLst>
                <a:path w="432" h="640" extrusionOk="0">
                  <a:moveTo>
                    <a:pt x="1" y="0"/>
                  </a:moveTo>
                  <a:cubicBezTo>
                    <a:pt x="67" y="210"/>
                    <a:pt x="114" y="424"/>
                    <a:pt x="157" y="640"/>
                  </a:cubicBezTo>
                  <a:cubicBezTo>
                    <a:pt x="274" y="625"/>
                    <a:pt x="369" y="605"/>
                    <a:pt x="432" y="586"/>
                  </a:cubicBezTo>
                  <a:cubicBezTo>
                    <a:pt x="385" y="405"/>
                    <a:pt x="334" y="224"/>
                    <a:pt x="271" y="41"/>
                  </a:cubicBezTo>
                  <a:cubicBezTo>
                    <a:pt x="200" y="26"/>
                    <a:pt x="109" y="13"/>
                    <a:pt x="1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3095775" y="2535100"/>
              <a:ext cx="44000" cy="5425"/>
            </a:xfrm>
            <a:custGeom>
              <a:avLst/>
              <a:gdLst/>
              <a:ahLst/>
              <a:cxnLst/>
              <a:rect l="l" t="t" r="r" b="b"/>
              <a:pathLst>
                <a:path w="1760" h="217" extrusionOk="0">
                  <a:moveTo>
                    <a:pt x="881" y="1"/>
                  </a:moveTo>
                  <a:cubicBezTo>
                    <a:pt x="394" y="1"/>
                    <a:pt x="0" y="49"/>
                    <a:pt x="0" y="108"/>
                  </a:cubicBezTo>
                  <a:cubicBezTo>
                    <a:pt x="0" y="166"/>
                    <a:pt x="394" y="216"/>
                    <a:pt x="881" y="216"/>
                  </a:cubicBezTo>
                  <a:cubicBezTo>
                    <a:pt x="1366" y="216"/>
                    <a:pt x="1760" y="168"/>
                    <a:pt x="1760" y="108"/>
                  </a:cubicBezTo>
                  <a:cubicBezTo>
                    <a:pt x="1760" y="50"/>
                    <a:pt x="1366" y="1"/>
                    <a:pt x="881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3100325" y="2523975"/>
              <a:ext cx="35000" cy="15550"/>
            </a:xfrm>
            <a:custGeom>
              <a:avLst/>
              <a:gdLst/>
              <a:ahLst/>
              <a:cxnLst/>
              <a:rect l="l" t="t" r="r" b="b"/>
              <a:pathLst>
                <a:path w="1400" h="622" extrusionOk="0">
                  <a:moveTo>
                    <a:pt x="638" y="0"/>
                  </a:moveTo>
                  <a:cubicBezTo>
                    <a:pt x="573" y="0"/>
                    <a:pt x="509" y="12"/>
                    <a:pt x="451" y="41"/>
                  </a:cubicBezTo>
                  <a:cubicBezTo>
                    <a:pt x="344" y="97"/>
                    <a:pt x="269" y="231"/>
                    <a:pt x="316" y="345"/>
                  </a:cubicBezTo>
                  <a:cubicBezTo>
                    <a:pt x="294" y="337"/>
                    <a:pt x="271" y="334"/>
                    <a:pt x="248" y="334"/>
                  </a:cubicBezTo>
                  <a:cubicBezTo>
                    <a:pt x="137" y="334"/>
                    <a:pt x="26" y="414"/>
                    <a:pt x="0" y="524"/>
                  </a:cubicBezTo>
                  <a:cubicBezTo>
                    <a:pt x="238" y="589"/>
                    <a:pt x="484" y="621"/>
                    <a:pt x="730" y="621"/>
                  </a:cubicBezTo>
                  <a:cubicBezTo>
                    <a:pt x="949" y="621"/>
                    <a:pt x="1167" y="595"/>
                    <a:pt x="1380" y="544"/>
                  </a:cubicBezTo>
                  <a:cubicBezTo>
                    <a:pt x="1400" y="474"/>
                    <a:pt x="1374" y="393"/>
                    <a:pt x="1318" y="346"/>
                  </a:cubicBezTo>
                  <a:cubicBezTo>
                    <a:pt x="1284" y="317"/>
                    <a:pt x="1237" y="301"/>
                    <a:pt x="1191" y="301"/>
                  </a:cubicBezTo>
                  <a:cubicBezTo>
                    <a:pt x="1164" y="301"/>
                    <a:pt x="1137" y="306"/>
                    <a:pt x="1113" y="317"/>
                  </a:cubicBezTo>
                  <a:cubicBezTo>
                    <a:pt x="1116" y="241"/>
                    <a:pt x="1073" y="167"/>
                    <a:pt x="1015" y="118"/>
                  </a:cubicBezTo>
                  <a:cubicBezTo>
                    <a:pt x="957" y="69"/>
                    <a:pt x="883" y="43"/>
                    <a:pt x="807" y="23"/>
                  </a:cubicBezTo>
                  <a:cubicBezTo>
                    <a:pt x="753" y="9"/>
                    <a:pt x="695" y="0"/>
                    <a:pt x="638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D3C067C-1015-5121-D93C-E87645BE5610}"/>
              </a:ext>
            </a:extLst>
          </p:cNvPr>
          <p:cNvSpPr txBox="1"/>
          <p:nvPr/>
        </p:nvSpPr>
        <p:spPr>
          <a:xfrm>
            <a:off x="1044662" y="1964734"/>
            <a:ext cx="69732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Осиновители – търсене и кандидатстване за осиновяване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Приюти – добавяне на животни и обработване на кандидатури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3"/>
          <p:cNvSpPr txBox="1">
            <a:spLocks noGrp="1"/>
          </p:cNvSpPr>
          <p:nvPr>
            <p:ph type="title"/>
          </p:nvPr>
        </p:nvSpPr>
        <p:spPr>
          <a:xfrm>
            <a:off x="720000" y="5454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Използване на системата</a:t>
            </a:r>
            <a:endParaRPr dirty="0"/>
          </a:p>
        </p:txBody>
      </p:sp>
      <p:cxnSp>
        <p:nvCxnSpPr>
          <p:cNvPr id="792" name="Google Shape;792;p33"/>
          <p:cNvCxnSpPr/>
          <p:nvPr/>
        </p:nvCxnSpPr>
        <p:spPr>
          <a:xfrm>
            <a:off x="669300" y="1118180"/>
            <a:ext cx="7754700" cy="0"/>
          </a:xfrm>
          <a:prstGeom prst="straightConnector1">
            <a:avLst/>
          </a:prstGeom>
          <a:noFill/>
          <a:ln w="38100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04901D0-B22F-35DF-A32E-27F4379AC885}"/>
              </a:ext>
            </a:extLst>
          </p:cNvPr>
          <p:cNvSpPr txBox="1"/>
          <p:nvPr/>
        </p:nvSpPr>
        <p:spPr>
          <a:xfrm>
            <a:off x="1281550" y="1213596"/>
            <a:ext cx="78624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/>
            </a:pPr>
            <a:r>
              <a:rPr lang="bg-BG" dirty="0"/>
              <a:t>От потребители без регистрация: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Разглеждане на животните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Регистрация и вход</a:t>
            </a:r>
            <a:endParaRPr lang="bg-BG" sz="1200" dirty="0"/>
          </a:p>
          <a:p>
            <a:pPr>
              <a:defRPr sz="2200"/>
            </a:pPr>
            <a:endParaRPr lang="bg-BG" sz="1200" dirty="0"/>
          </a:p>
          <a:p>
            <a:pPr>
              <a:defRPr sz="2200"/>
            </a:pPr>
            <a:r>
              <a:rPr lang="bg-BG" dirty="0"/>
              <a:t>От регистрирани потребители: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Подаване на молба за осиновяване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Блог с постове и рейтинги</a:t>
            </a:r>
            <a:endParaRPr lang="bg-BG" sz="1200" dirty="0"/>
          </a:p>
          <a:p>
            <a:pPr>
              <a:defRPr sz="2200"/>
            </a:pPr>
            <a:endParaRPr lang="bg-BG" sz="1200" dirty="0"/>
          </a:p>
          <a:p>
            <a:pPr>
              <a:defRPr sz="2200"/>
            </a:pPr>
            <a:r>
              <a:rPr lang="bg-BG" dirty="0"/>
              <a:t>От персонала на приют: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Добавяне на животни и техни снимки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bg-BG" dirty="0"/>
              <a:t>Обработка на молби</a:t>
            </a:r>
          </a:p>
          <a:p>
            <a:pPr>
              <a:defRPr sz="2200"/>
            </a:pPr>
            <a:endParaRPr lang="bg-BG" dirty="0"/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endParaRPr lang="bg-BG" dirty="0"/>
          </a:p>
          <a:p>
            <a:pPr>
              <a:defRPr sz="2200"/>
            </a:pPr>
            <a:endParaRPr lang="bg-BG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43"/>
          <p:cNvSpPr txBox="1">
            <a:spLocks noGrp="1"/>
          </p:cNvSpPr>
          <p:nvPr>
            <p:ph type="title"/>
          </p:nvPr>
        </p:nvSpPr>
        <p:spPr>
          <a:xfrm>
            <a:off x="413060" y="267244"/>
            <a:ext cx="2284449" cy="7247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bg-BG" sz="3500" dirty="0"/>
              <a:t>Ползи</a:t>
            </a:r>
            <a:endParaRPr sz="3500" dirty="0"/>
          </a:p>
        </p:txBody>
      </p:sp>
      <p:sp>
        <p:nvSpPr>
          <p:cNvPr id="1323" name="Google Shape;1323;p43"/>
          <p:cNvSpPr/>
          <p:nvPr/>
        </p:nvSpPr>
        <p:spPr>
          <a:xfrm>
            <a:off x="-675467" y="2488314"/>
            <a:ext cx="3372976" cy="3186441"/>
          </a:xfrm>
          <a:custGeom>
            <a:avLst/>
            <a:gdLst/>
            <a:ahLst/>
            <a:cxnLst/>
            <a:rect l="l" t="t" r="r" b="b"/>
            <a:pathLst>
              <a:path w="12097" h="11428" extrusionOk="0">
                <a:moveTo>
                  <a:pt x="3151" y="1"/>
                </a:moveTo>
                <a:cubicBezTo>
                  <a:pt x="1377" y="1"/>
                  <a:pt x="0" y="1377"/>
                  <a:pt x="68" y="3476"/>
                </a:cubicBezTo>
                <a:cubicBezTo>
                  <a:pt x="72" y="5200"/>
                  <a:pt x="39" y="6920"/>
                  <a:pt x="33" y="8642"/>
                </a:cubicBezTo>
                <a:cubicBezTo>
                  <a:pt x="101" y="10582"/>
                  <a:pt x="2204" y="11427"/>
                  <a:pt x="4080" y="11427"/>
                </a:cubicBezTo>
                <a:cubicBezTo>
                  <a:pt x="4698" y="11427"/>
                  <a:pt x="5292" y="11336"/>
                  <a:pt x="5780" y="11161"/>
                </a:cubicBezTo>
                <a:cubicBezTo>
                  <a:pt x="7464" y="10387"/>
                  <a:pt x="8241" y="9900"/>
                  <a:pt x="9667" y="8731"/>
                </a:cubicBezTo>
                <a:cubicBezTo>
                  <a:pt x="11148" y="7281"/>
                  <a:pt x="12096" y="3737"/>
                  <a:pt x="9738" y="2573"/>
                </a:cubicBezTo>
                <a:cubicBezTo>
                  <a:pt x="8137" y="1857"/>
                  <a:pt x="6523" y="1166"/>
                  <a:pt x="4926" y="438"/>
                </a:cubicBezTo>
                <a:cubicBezTo>
                  <a:pt x="4317" y="140"/>
                  <a:pt x="3714" y="1"/>
                  <a:pt x="315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4" name="Google Shape;1324;p43"/>
          <p:cNvGrpSpPr/>
          <p:nvPr/>
        </p:nvGrpSpPr>
        <p:grpSpPr>
          <a:xfrm>
            <a:off x="-44492" y="2274619"/>
            <a:ext cx="2182653" cy="3138459"/>
            <a:chOff x="156808" y="2274619"/>
            <a:chExt cx="2182653" cy="3138459"/>
          </a:xfrm>
        </p:grpSpPr>
        <p:sp>
          <p:nvSpPr>
            <p:cNvPr id="1325" name="Google Shape;1325;p43"/>
            <p:cNvSpPr/>
            <p:nvPr/>
          </p:nvSpPr>
          <p:spPr>
            <a:xfrm>
              <a:off x="156808" y="2427416"/>
              <a:ext cx="1374341" cy="1770276"/>
            </a:xfrm>
            <a:custGeom>
              <a:avLst/>
              <a:gdLst/>
              <a:ahLst/>
              <a:cxnLst/>
              <a:rect l="l" t="t" r="r" b="b"/>
              <a:pathLst>
                <a:path w="4929" h="6349" extrusionOk="0">
                  <a:moveTo>
                    <a:pt x="3449" y="0"/>
                  </a:moveTo>
                  <a:cubicBezTo>
                    <a:pt x="2967" y="0"/>
                    <a:pt x="2485" y="117"/>
                    <a:pt x="2059" y="343"/>
                  </a:cubicBezTo>
                  <a:cubicBezTo>
                    <a:pt x="1795" y="486"/>
                    <a:pt x="1530" y="704"/>
                    <a:pt x="1506" y="1001"/>
                  </a:cubicBezTo>
                  <a:cubicBezTo>
                    <a:pt x="1484" y="1258"/>
                    <a:pt x="1650" y="1508"/>
                    <a:pt x="1605" y="1761"/>
                  </a:cubicBezTo>
                  <a:cubicBezTo>
                    <a:pt x="1564" y="1998"/>
                    <a:pt x="1347" y="2169"/>
                    <a:pt x="1127" y="2268"/>
                  </a:cubicBezTo>
                  <a:cubicBezTo>
                    <a:pt x="905" y="2368"/>
                    <a:pt x="664" y="2423"/>
                    <a:pt x="464" y="2559"/>
                  </a:cubicBezTo>
                  <a:cubicBezTo>
                    <a:pt x="173" y="2752"/>
                    <a:pt x="1" y="3110"/>
                    <a:pt x="29" y="3458"/>
                  </a:cubicBezTo>
                  <a:cubicBezTo>
                    <a:pt x="49" y="3701"/>
                    <a:pt x="158" y="3933"/>
                    <a:pt x="150" y="4176"/>
                  </a:cubicBezTo>
                  <a:cubicBezTo>
                    <a:pt x="144" y="4363"/>
                    <a:pt x="69" y="4542"/>
                    <a:pt x="66" y="4728"/>
                  </a:cubicBezTo>
                  <a:cubicBezTo>
                    <a:pt x="58" y="5085"/>
                    <a:pt x="307" y="5390"/>
                    <a:pt x="542" y="5659"/>
                  </a:cubicBezTo>
                  <a:cubicBezTo>
                    <a:pt x="774" y="5925"/>
                    <a:pt x="1023" y="6202"/>
                    <a:pt x="1361" y="6303"/>
                  </a:cubicBezTo>
                  <a:cubicBezTo>
                    <a:pt x="1466" y="6336"/>
                    <a:pt x="1573" y="6349"/>
                    <a:pt x="1682" y="6349"/>
                  </a:cubicBezTo>
                  <a:cubicBezTo>
                    <a:pt x="1944" y="6349"/>
                    <a:pt x="2214" y="6272"/>
                    <a:pt x="2471" y="6204"/>
                  </a:cubicBezTo>
                  <a:cubicBezTo>
                    <a:pt x="2870" y="6100"/>
                    <a:pt x="3276" y="6017"/>
                    <a:pt x="3656" y="5858"/>
                  </a:cubicBezTo>
                  <a:cubicBezTo>
                    <a:pt x="4037" y="5703"/>
                    <a:pt x="4396" y="5462"/>
                    <a:pt x="4615" y="5111"/>
                  </a:cubicBezTo>
                  <a:cubicBezTo>
                    <a:pt x="4832" y="4761"/>
                    <a:pt x="4879" y="4287"/>
                    <a:pt x="4660" y="3939"/>
                  </a:cubicBezTo>
                  <a:cubicBezTo>
                    <a:pt x="4601" y="3844"/>
                    <a:pt x="4523" y="3753"/>
                    <a:pt x="4524" y="3642"/>
                  </a:cubicBezTo>
                  <a:cubicBezTo>
                    <a:pt x="4524" y="3488"/>
                    <a:pt x="4678" y="3384"/>
                    <a:pt x="4767" y="3257"/>
                  </a:cubicBezTo>
                  <a:cubicBezTo>
                    <a:pt x="4929" y="3037"/>
                    <a:pt x="4901" y="2734"/>
                    <a:pt x="4834" y="2470"/>
                  </a:cubicBezTo>
                  <a:cubicBezTo>
                    <a:pt x="4766" y="2206"/>
                    <a:pt x="4660" y="1942"/>
                    <a:pt x="4683" y="1672"/>
                  </a:cubicBezTo>
                  <a:cubicBezTo>
                    <a:pt x="4710" y="1363"/>
                    <a:pt x="4901" y="1071"/>
                    <a:pt x="4861" y="765"/>
                  </a:cubicBezTo>
                  <a:cubicBezTo>
                    <a:pt x="4831" y="551"/>
                    <a:pt x="4689" y="367"/>
                    <a:pt x="4509" y="248"/>
                  </a:cubicBezTo>
                  <a:cubicBezTo>
                    <a:pt x="4330" y="128"/>
                    <a:pt x="4119" y="71"/>
                    <a:pt x="3908" y="36"/>
                  </a:cubicBezTo>
                  <a:cubicBezTo>
                    <a:pt x="3756" y="12"/>
                    <a:pt x="3602" y="0"/>
                    <a:pt x="3449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3"/>
            <p:cNvSpPr/>
            <p:nvPr/>
          </p:nvSpPr>
          <p:spPr>
            <a:xfrm>
              <a:off x="1345440" y="2427694"/>
              <a:ext cx="170085" cy="190718"/>
            </a:xfrm>
            <a:custGeom>
              <a:avLst/>
              <a:gdLst/>
              <a:ahLst/>
              <a:cxnLst/>
              <a:rect l="l" t="t" r="r" b="b"/>
              <a:pathLst>
                <a:path w="610" h="684" extrusionOk="0">
                  <a:moveTo>
                    <a:pt x="422" y="1"/>
                  </a:moveTo>
                  <a:cubicBezTo>
                    <a:pt x="381" y="1"/>
                    <a:pt x="338" y="14"/>
                    <a:pt x="304" y="35"/>
                  </a:cubicBezTo>
                  <a:cubicBezTo>
                    <a:pt x="249" y="70"/>
                    <a:pt x="207" y="120"/>
                    <a:pt x="171" y="173"/>
                  </a:cubicBezTo>
                  <a:cubicBezTo>
                    <a:pt x="71" y="323"/>
                    <a:pt x="11" y="503"/>
                    <a:pt x="1" y="684"/>
                  </a:cubicBezTo>
                  <a:cubicBezTo>
                    <a:pt x="138" y="575"/>
                    <a:pt x="292" y="486"/>
                    <a:pt x="457" y="426"/>
                  </a:cubicBezTo>
                  <a:cubicBezTo>
                    <a:pt x="507" y="406"/>
                    <a:pt x="560" y="390"/>
                    <a:pt x="589" y="345"/>
                  </a:cubicBezTo>
                  <a:cubicBezTo>
                    <a:pt x="607" y="314"/>
                    <a:pt x="610" y="277"/>
                    <a:pt x="610" y="240"/>
                  </a:cubicBezTo>
                  <a:cubicBezTo>
                    <a:pt x="607" y="150"/>
                    <a:pt x="571" y="50"/>
                    <a:pt x="488" y="14"/>
                  </a:cubicBezTo>
                  <a:cubicBezTo>
                    <a:pt x="467" y="5"/>
                    <a:pt x="445" y="1"/>
                    <a:pt x="422" y="1"/>
                  </a:cubicBezTo>
                  <a:close/>
                </a:path>
              </a:pathLst>
            </a:custGeom>
            <a:solidFill>
              <a:srgbClr val="607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3"/>
            <p:cNvSpPr/>
            <p:nvPr/>
          </p:nvSpPr>
          <p:spPr>
            <a:xfrm>
              <a:off x="463237" y="2976980"/>
              <a:ext cx="499101" cy="484602"/>
            </a:xfrm>
            <a:custGeom>
              <a:avLst/>
              <a:gdLst/>
              <a:ahLst/>
              <a:cxnLst/>
              <a:rect l="l" t="t" r="r" b="b"/>
              <a:pathLst>
                <a:path w="1790" h="1738" extrusionOk="0">
                  <a:moveTo>
                    <a:pt x="885" y="0"/>
                  </a:moveTo>
                  <a:lnTo>
                    <a:pt x="885" y="0"/>
                  </a:lnTo>
                  <a:cubicBezTo>
                    <a:pt x="918" y="124"/>
                    <a:pt x="847" y="258"/>
                    <a:pt x="744" y="332"/>
                  </a:cubicBezTo>
                  <a:cubicBezTo>
                    <a:pt x="640" y="407"/>
                    <a:pt x="508" y="433"/>
                    <a:pt x="382" y="445"/>
                  </a:cubicBezTo>
                  <a:cubicBezTo>
                    <a:pt x="256" y="455"/>
                    <a:pt x="126" y="457"/>
                    <a:pt x="1" y="487"/>
                  </a:cubicBezTo>
                  <a:cubicBezTo>
                    <a:pt x="205" y="507"/>
                    <a:pt x="408" y="566"/>
                    <a:pt x="578" y="680"/>
                  </a:cubicBezTo>
                  <a:cubicBezTo>
                    <a:pt x="741" y="792"/>
                    <a:pt x="868" y="950"/>
                    <a:pt x="966" y="1120"/>
                  </a:cubicBezTo>
                  <a:cubicBezTo>
                    <a:pt x="1064" y="1292"/>
                    <a:pt x="1133" y="1479"/>
                    <a:pt x="1204" y="1663"/>
                  </a:cubicBezTo>
                  <a:cubicBezTo>
                    <a:pt x="1271" y="1644"/>
                    <a:pt x="1340" y="1634"/>
                    <a:pt x="1410" y="1634"/>
                  </a:cubicBezTo>
                  <a:cubicBezTo>
                    <a:pt x="1543" y="1634"/>
                    <a:pt x="1676" y="1669"/>
                    <a:pt x="1789" y="1737"/>
                  </a:cubicBezTo>
                  <a:cubicBezTo>
                    <a:pt x="1750" y="1411"/>
                    <a:pt x="1593" y="1110"/>
                    <a:pt x="1415" y="832"/>
                  </a:cubicBezTo>
                  <a:cubicBezTo>
                    <a:pt x="1236" y="555"/>
                    <a:pt x="1032" y="294"/>
                    <a:pt x="88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3"/>
            <p:cNvSpPr/>
            <p:nvPr/>
          </p:nvSpPr>
          <p:spPr>
            <a:xfrm>
              <a:off x="651723" y="2895005"/>
              <a:ext cx="390359" cy="696790"/>
            </a:xfrm>
            <a:custGeom>
              <a:avLst/>
              <a:gdLst/>
              <a:ahLst/>
              <a:cxnLst/>
              <a:rect l="l" t="t" r="r" b="b"/>
              <a:pathLst>
                <a:path w="1400" h="2499" extrusionOk="0">
                  <a:moveTo>
                    <a:pt x="469" y="0"/>
                  </a:moveTo>
                  <a:cubicBezTo>
                    <a:pt x="501" y="280"/>
                    <a:pt x="435" y="562"/>
                    <a:pt x="343" y="831"/>
                  </a:cubicBezTo>
                  <a:cubicBezTo>
                    <a:pt x="251" y="1098"/>
                    <a:pt x="136" y="1359"/>
                    <a:pt x="64" y="1632"/>
                  </a:cubicBezTo>
                  <a:cubicBezTo>
                    <a:pt x="25" y="1787"/>
                    <a:pt x="1" y="1950"/>
                    <a:pt x="53" y="2099"/>
                  </a:cubicBezTo>
                  <a:cubicBezTo>
                    <a:pt x="136" y="2327"/>
                    <a:pt x="382" y="2459"/>
                    <a:pt x="623" y="2491"/>
                  </a:cubicBezTo>
                  <a:cubicBezTo>
                    <a:pt x="660" y="2496"/>
                    <a:pt x="698" y="2498"/>
                    <a:pt x="735" y="2498"/>
                  </a:cubicBezTo>
                  <a:cubicBezTo>
                    <a:pt x="832" y="2498"/>
                    <a:pt x="926" y="2480"/>
                    <a:pt x="1006" y="2429"/>
                  </a:cubicBezTo>
                  <a:cubicBezTo>
                    <a:pt x="1127" y="2349"/>
                    <a:pt x="1192" y="2209"/>
                    <a:pt x="1237" y="2070"/>
                  </a:cubicBezTo>
                  <a:cubicBezTo>
                    <a:pt x="1365" y="1683"/>
                    <a:pt x="1400" y="1255"/>
                    <a:pt x="1276" y="864"/>
                  </a:cubicBezTo>
                  <a:cubicBezTo>
                    <a:pt x="1151" y="475"/>
                    <a:pt x="857" y="130"/>
                    <a:pt x="469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3"/>
            <p:cNvSpPr/>
            <p:nvPr/>
          </p:nvSpPr>
          <p:spPr>
            <a:xfrm>
              <a:off x="283952" y="2727153"/>
              <a:ext cx="684522" cy="525311"/>
            </a:xfrm>
            <a:custGeom>
              <a:avLst/>
              <a:gdLst/>
              <a:ahLst/>
              <a:cxnLst/>
              <a:rect l="l" t="t" r="r" b="b"/>
              <a:pathLst>
                <a:path w="2455" h="1884" extrusionOk="0">
                  <a:moveTo>
                    <a:pt x="184" y="1"/>
                  </a:moveTo>
                  <a:cubicBezTo>
                    <a:pt x="161" y="1"/>
                    <a:pt x="139" y="5"/>
                    <a:pt x="118" y="17"/>
                  </a:cubicBezTo>
                  <a:cubicBezTo>
                    <a:pt x="54" y="55"/>
                    <a:pt x="39" y="138"/>
                    <a:pt x="32" y="211"/>
                  </a:cubicBezTo>
                  <a:cubicBezTo>
                    <a:pt x="12" y="408"/>
                    <a:pt x="0" y="610"/>
                    <a:pt x="45" y="801"/>
                  </a:cubicBezTo>
                  <a:cubicBezTo>
                    <a:pt x="88" y="994"/>
                    <a:pt x="196" y="1180"/>
                    <a:pt x="367" y="1278"/>
                  </a:cubicBezTo>
                  <a:cubicBezTo>
                    <a:pt x="540" y="1380"/>
                    <a:pt x="763" y="1382"/>
                    <a:pt x="923" y="1502"/>
                  </a:cubicBezTo>
                  <a:cubicBezTo>
                    <a:pt x="1041" y="1591"/>
                    <a:pt x="1113" y="1730"/>
                    <a:pt x="1238" y="1808"/>
                  </a:cubicBezTo>
                  <a:cubicBezTo>
                    <a:pt x="1332" y="1867"/>
                    <a:pt x="1444" y="1884"/>
                    <a:pt x="1556" y="1884"/>
                  </a:cubicBezTo>
                  <a:cubicBezTo>
                    <a:pt x="1607" y="1884"/>
                    <a:pt x="1659" y="1880"/>
                    <a:pt x="1709" y="1876"/>
                  </a:cubicBezTo>
                  <a:cubicBezTo>
                    <a:pt x="1877" y="1863"/>
                    <a:pt x="2054" y="1835"/>
                    <a:pt x="2179" y="1722"/>
                  </a:cubicBezTo>
                  <a:cubicBezTo>
                    <a:pt x="2292" y="1620"/>
                    <a:pt x="2337" y="1463"/>
                    <a:pt x="2371" y="1312"/>
                  </a:cubicBezTo>
                  <a:cubicBezTo>
                    <a:pt x="2423" y="1074"/>
                    <a:pt x="2455" y="813"/>
                    <a:pt x="2348" y="593"/>
                  </a:cubicBezTo>
                  <a:cubicBezTo>
                    <a:pt x="2315" y="528"/>
                    <a:pt x="2266" y="465"/>
                    <a:pt x="2203" y="426"/>
                  </a:cubicBezTo>
                  <a:cubicBezTo>
                    <a:pt x="2135" y="386"/>
                    <a:pt x="2055" y="376"/>
                    <a:pt x="1980" y="356"/>
                  </a:cubicBezTo>
                  <a:cubicBezTo>
                    <a:pt x="1774" y="304"/>
                    <a:pt x="1573" y="183"/>
                    <a:pt x="1367" y="183"/>
                  </a:cubicBezTo>
                  <a:cubicBezTo>
                    <a:pt x="1336" y="183"/>
                    <a:pt x="1305" y="186"/>
                    <a:pt x="1274" y="192"/>
                  </a:cubicBezTo>
                  <a:cubicBezTo>
                    <a:pt x="1203" y="205"/>
                    <a:pt x="1139" y="237"/>
                    <a:pt x="1066" y="249"/>
                  </a:cubicBezTo>
                  <a:cubicBezTo>
                    <a:pt x="1043" y="253"/>
                    <a:pt x="1019" y="255"/>
                    <a:pt x="996" y="255"/>
                  </a:cubicBezTo>
                  <a:cubicBezTo>
                    <a:pt x="919" y="255"/>
                    <a:pt x="841" y="236"/>
                    <a:pt x="766" y="214"/>
                  </a:cubicBezTo>
                  <a:cubicBezTo>
                    <a:pt x="623" y="174"/>
                    <a:pt x="483" y="118"/>
                    <a:pt x="348" y="53"/>
                  </a:cubicBezTo>
                  <a:cubicBezTo>
                    <a:pt x="296" y="28"/>
                    <a:pt x="238" y="1"/>
                    <a:pt x="184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3"/>
            <p:cNvSpPr/>
            <p:nvPr/>
          </p:nvSpPr>
          <p:spPr>
            <a:xfrm>
              <a:off x="272521" y="2722691"/>
              <a:ext cx="413501" cy="381157"/>
            </a:xfrm>
            <a:custGeom>
              <a:avLst/>
              <a:gdLst/>
              <a:ahLst/>
              <a:cxnLst/>
              <a:rect l="l" t="t" r="r" b="b"/>
              <a:pathLst>
                <a:path w="1483" h="1367" extrusionOk="0">
                  <a:moveTo>
                    <a:pt x="246" y="0"/>
                  </a:moveTo>
                  <a:cubicBezTo>
                    <a:pt x="237" y="0"/>
                    <a:pt x="228" y="1"/>
                    <a:pt x="219" y="3"/>
                  </a:cubicBezTo>
                  <a:cubicBezTo>
                    <a:pt x="174" y="12"/>
                    <a:pt x="139" y="50"/>
                    <a:pt x="110" y="87"/>
                  </a:cubicBezTo>
                  <a:cubicBezTo>
                    <a:pt x="8" y="235"/>
                    <a:pt x="0" y="425"/>
                    <a:pt x="12" y="604"/>
                  </a:cubicBezTo>
                  <a:cubicBezTo>
                    <a:pt x="21" y="769"/>
                    <a:pt x="46" y="936"/>
                    <a:pt x="124" y="1081"/>
                  </a:cubicBezTo>
                  <a:cubicBezTo>
                    <a:pt x="201" y="1226"/>
                    <a:pt x="340" y="1346"/>
                    <a:pt x="504" y="1364"/>
                  </a:cubicBezTo>
                  <a:cubicBezTo>
                    <a:pt x="516" y="1366"/>
                    <a:pt x="528" y="1366"/>
                    <a:pt x="541" y="1366"/>
                  </a:cubicBezTo>
                  <a:cubicBezTo>
                    <a:pt x="605" y="1366"/>
                    <a:pt x="672" y="1349"/>
                    <a:pt x="721" y="1307"/>
                  </a:cubicBezTo>
                  <a:cubicBezTo>
                    <a:pt x="769" y="1266"/>
                    <a:pt x="803" y="1206"/>
                    <a:pt x="818" y="1143"/>
                  </a:cubicBezTo>
                  <a:cubicBezTo>
                    <a:pt x="858" y="987"/>
                    <a:pt x="819" y="819"/>
                    <a:pt x="745" y="675"/>
                  </a:cubicBezTo>
                  <a:cubicBezTo>
                    <a:pt x="676" y="532"/>
                    <a:pt x="570" y="408"/>
                    <a:pt x="472" y="282"/>
                  </a:cubicBezTo>
                  <a:lnTo>
                    <a:pt x="472" y="282"/>
                  </a:lnTo>
                  <a:cubicBezTo>
                    <a:pt x="633" y="345"/>
                    <a:pt x="804" y="408"/>
                    <a:pt x="974" y="408"/>
                  </a:cubicBezTo>
                  <a:cubicBezTo>
                    <a:pt x="1019" y="408"/>
                    <a:pt x="1064" y="403"/>
                    <a:pt x="1109" y="393"/>
                  </a:cubicBezTo>
                  <a:cubicBezTo>
                    <a:pt x="1237" y="363"/>
                    <a:pt x="1353" y="289"/>
                    <a:pt x="1483" y="267"/>
                  </a:cubicBezTo>
                  <a:cubicBezTo>
                    <a:pt x="1439" y="246"/>
                    <a:pt x="1391" y="239"/>
                    <a:pt x="1342" y="239"/>
                  </a:cubicBezTo>
                  <a:cubicBezTo>
                    <a:pt x="1316" y="239"/>
                    <a:pt x="1290" y="241"/>
                    <a:pt x="1264" y="244"/>
                  </a:cubicBezTo>
                  <a:cubicBezTo>
                    <a:pt x="1190" y="253"/>
                    <a:pt x="1119" y="273"/>
                    <a:pt x="1044" y="276"/>
                  </a:cubicBezTo>
                  <a:cubicBezTo>
                    <a:pt x="1032" y="276"/>
                    <a:pt x="1021" y="277"/>
                    <a:pt x="1009" y="277"/>
                  </a:cubicBezTo>
                  <a:cubicBezTo>
                    <a:pt x="900" y="277"/>
                    <a:pt x="792" y="245"/>
                    <a:pt x="691" y="200"/>
                  </a:cubicBezTo>
                  <a:cubicBezTo>
                    <a:pt x="579" y="152"/>
                    <a:pt x="474" y="90"/>
                    <a:pt x="367" y="37"/>
                  </a:cubicBezTo>
                  <a:cubicBezTo>
                    <a:pt x="329" y="19"/>
                    <a:pt x="288" y="0"/>
                    <a:pt x="246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3"/>
            <p:cNvSpPr/>
            <p:nvPr/>
          </p:nvSpPr>
          <p:spPr>
            <a:xfrm>
              <a:off x="582574" y="2884689"/>
              <a:ext cx="63573" cy="129097"/>
            </a:xfrm>
            <a:custGeom>
              <a:avLst/>
              <a:gdLst/>
              <a:ahLst/>
              <a:cxnLst/>
              <a:rect l="l" t="t" r="r" b="b"/>
              <a:pathLst>
                <a:path w="228" h="463" extrusionOk="0">
                  <a:moveTo>
                    <a:pt x="86" y="0"/>
                  </a:moveTo>
                  <a:cubicBezTo>
                    <a:pt x="53" y="0"/>
                    <a:pt x="21" y="16"/>
                    <a:pt x="4" y="45"/>
                  </a:cubicBezTo>
                  <a:cubicBezTo>
                    <a:pt x="0" y="52"/>
                    <a:pt x="3" y="53"/>
                    <a:pt x="8" y="53"/>
                  </a:cubicBezTo>
                  <a:cubicBezTo>
                    <a:pt x="11" y="53"/>
                    <a:pt x="15" y="53"/>
                    <a:pt x="18" y="53"/>
                  </a:cubicBezTo>
                  <a:cubicBezTo>
                    <a:pt x="23" y="53"/>
                    <a:pt x="27" y="54"/>
                    <a:pt x="24" y="63"/>
                  </a:cubicBezTo>
                  <a:cubicBezTo>
                    <a:pt x="75" y="72"/>
                    <a:pt x="110" y="120"/>
                    <a:pt x="129" y="167"/>
                  </a:cubicBezTo>
                  <a:cubicBezTo>
                    <a:pt x="166" y="256"/>
                    <a:pt x="158" y="363"/>
                    <a:pt x="113" y="447"/>
                  </a:cubicBezTo>
                  <a:cubicBezTo>
                    <a:pt x="122" y="452"/>
                    <a:pt x="131" y="456"/>
                    <a:pt x="140" y="462"/>
                  </a:cubicBezTo>
                  <a:cubicBezTo>
                    <a:pt x="197" y="384"/>
                    <a:pt x="227" y="281"/>
                    <a:pt x="221" y="183"/>
                  </a:cubicBezTo>
                  <a:cubicBezTo>
                    <a:pt x="220" y="146"/>
                    <a:pt x="212" y="106"/>
                    <a:pt x="193" y="72"/>
                  </a:cubicBezTo>
                  <a:cubicBezTo>
                    <a:pt x="175" y="39"/>
                    <a:pt x="143" y="10"/>
                    <a:pt x="105" y="2"/>
                  </a:cubicBezTo>
                  <a:cubicBezTo>
                    <a:pt x="99" y="1"/>
                    <a:pt x="92" y="0"/>
                    <a:pt x="86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3"/>
            <p:cNvSpPr/>
            <p:nvPr/>
          </p:nvSpPr>
          <p:spPr>
            <a:xfrm>
              <a:off x="269453" y="2711260"/>
              <a:ext cx="121848" cy="138577"/>
            </a:xfrm>
            <a:custGeom>
              <a:avLst/>
              <a:gdLst/>
              <a:ahLst/>
              <a:cxnLst/>
              <a:rect l="l" t="t" r="r" b="b"/>
              <a:pathLst>
                <a:path w="437" h="497" extrusionOk="0">
                  <a:moveTo>
                    <a:pt x="224" y="1"/>
                  </a:moveTo>
                  <a:cubicBezTo>
                    <a:pt x="216" y="1"/>
                    <a:pt x="207" y="2"/>
                    <a:pt x="198" y="3"/>
                  </a:cubicBezTo>
                  <a:cubicBezTo>
                    <a:pt x="140" y="14"/>
                    <a:pt x="99" y="65"/>
                    <a:pt x="72" y="118"/>
                  </a:cubicBezTo>
                  <a:cubicBezTo>
                    <a:pt x="19" y="217"/>
                    <a:pt x="1" y="335"/>
                    <a:pt x="22" y="445"/>
                  </a:cubicBezTo>
                  <a:cubicBezTo>
                    <a:pt x="25" y="470"/>
                    <a:pt x="38" y="496"/>
                    <a:pt x="61" y="496"/>
                  </a:cubicBezTo>
                  <a:cubicBezTo>
                    <a:pt x="61" y="496"/>
                    <a:pt x="62" y="496"/>
                    <a:pt x="63" y="496"/>
                  </a:cubicBezTo>
                  <a:cubicBezTo>
                    <a:pt x="85" y="495"/>
                    <a:pt x="97" y="468"/>
                    <a:pt x="102" y="445"/>
                  </a:cubicBezTo>
                  <a:cubicBezTo>
                    <a:pt x="123" y="366"/>
                    <a:pt x="162" y="291"/>
                    <a:pt x="219" y="232"/>
                  </a:cubicBezTo>
                  <a:cubicBezTo>
                    <a:pt x="275" y="173"/>
                    <a:pt x="354" y="133"/>
                    <a:pt x="437" y="125"/>
                  </a:cubicBezTo>
                  <a:cubicBezTo>
                    <a:pt x="408" y="86"/>
                    <a:pt x="370" y="53"/>
                    <a:pt x="327" y="29"/>
                  </a:cubicBezTo>
                  <a:cubicBezTo>
                    <a:pt x="294" y="12"/>
                    <a:pt x="259" y="1"/>
                    <a:pt x="224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3"/>
            <p:cNvSpPr/>
            <p:nvPr/>
          </p:nvSpPr>
          <p:spPr>
            <a:xfrm>
              <a:off x="321594" y="2857085"/>
              <a:ext cx="13384" cy="29835"/>
            </a:xfrm>
            <a:custGeom>
              <a:avLst/>
              <a:gdLst/>
              <a:ahLst/>
              <a:cxnLst/>
              <a:rect l="l" t="t" r="r" b="b"/>
              <a:pathLst>
                <a:path w="48" h="107" extrusionOk="0">
                  <a:moveTo>
                    <a:pt x="19" y="0"/>
                  </a:moveTo>
                  <a:cubicBezTo>
                    <a:pt x="2" y="27"/>
                    <a:pt x="1" y="64"/>
                    <a:pt x="13" y="94"/>
                  </a:cubicBezTo>
                  <a:cubicBezTo>
                    <a:pt x="17" y="99"/>
                    <a:pt x="22" y="106"/>
                    <a:pt x="29" y="106"/>
                  </a:cubicBezTo>
                  <a:cubicBezTo>
                    <a:pt x="30" y="106"/>
                    <a:pt x="30" y="106"/>
                    <a:pt x="31" y="106"/>
                  </a:cubicBezTo>
                  <a:cubicBezTo>
                    <a:pt x="35" y="103"/>
                    <a:pt x="38" y="98"/>
                    <a:pt x="40" y="92"/>
                  </a:cubicBezTo>
                  <a:cubicBezTo>
                    <a:pt x="48" y="61"/>
                    <a:pt x="40" y="26"/>
                    <a:pt x="19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3"/>
            <p:cNvSpPr/>
            <p:nvPr/>
          </p:nvSpPr>
          <p:spPr>
            <a:xfrm>
              <a:off x="359514" y="2822511"/>
              <a:ext cx="10874" cy="20912"/>
            </a:xfrm>
            <a:custGeom>
              <a:avLst/>
              <a:gdLst/>
              <a:ahLst/>
              <a:cxnLst/>
              <a:rect l="l" t="t" r="r" b="b"/>
              <a:pathLst>
                <a:path w="39" h="75" extrusionOk="0">
                  <a:moveTo>
                    <a:pt x="5" y="1"/>
                  </a:moveTo>
                  <a:cubicBezTo>
                    <a:pt x="1" y="22"/>
                    <a:pt x="2" y="46"/>
                    <a:pt x="13" y="66"/>
                  </a:cubicBezTo>
                  <a:cubicBezTo>
                    <a:pt x="16" y="71"/>
                    <a:pt x="22" y="75"/>
                    <a:pt x="26" y="75"/>
                  </a:cubicBezTo>
                  <a:cubicBezTo>
                    <a:pt x="26" y="75"/>
                    <a:pt x="27" y="75"/>
                    <a:pt x="28" y="75"/>
                  </a:cubicBezTo>
                  <a:cubicBezTo>
                    <a:pt x="32" y="73"/>
                    <a:pt x="32" y="69"/>
                    <a:pt x="34" y="66"/>
                  </a:cubicBezTo>
                  <a:cubicBezTo>
                    <a:pt x="38" y="50"/>
                    <a:pt x="34" y="34"/>
                    <a:pt x="25" y="20"/>
                  </a:cubicBezTo>
                  <a:cubicBezTo>
                    <a:pt x="16" y="5"/>
                    <a:pt x="23" y="4"/>
                    <a:pt x="5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3"/>
            <p:cNvSpPr/>
            <p:nvPr/>
          </p:nvSpPr>
          <p:spPr>
            <a:xfrm>
              <a:off x="360350" y="2885525"/>
              <a:ext cx="16172" cy="30950"/>
            </a:xfrm>
            <a:custGeom>
              <a:avLst/>
              <a:gdLst/>
              <a:ahLst/>
              <a:cxnLst/>
              <a:rect l="l" t="t" r="r" b="b"/>
              <a:pathLst>
                <a:path w="58" h="111" extrusionOk="0">
                  <a:moveTo>
                    <a:pt x="18" y="0"/>
                  </a:moveTo>
                  <a:cubicBezTo>
                    <a:pt x="17" y="0"/>
                    <a:pt x="15" y="0"/>
                    <a:pt x="14" y="1"/>
                  </a:cubicBezTo>
                  <a:cubicBezTo>
                    <a:pt x="2" y="4"/>
                    <a:pt x="1" y="20"/>
                    <a:pt x="2" y="31"/>
                  </a:cubicBezTo>
                  <a:cubicBezTo>
                    <a:pt x="5" y="57"/>
                    <a:pt x="10" y="79"/>
                    <a:pt x="23" y="99"/>
                  </a:cubicBezTo>
                  <a:cubicBezTo>
                    <a:pt x="28" y="105"/>
                    <a:pt x="35" y="111"/>
                    <a:pt x="43" y="111"/>
                  </a:cubicBezTo>
                  <a:cubicBezTo>
                    <a:pt x="52" y="109"/>
                    <a:pt x="55" y="97"/>
                    <a:pt x="55" y="88"/>
                  </a:cubicBezTo>
                  <a:cubicBezTo>
                    <a:pt x="58" y="66"/>
                    <a:pt x="53" y="42"/>
                    <a:pt x="43" y="20"/>
                  </a:cubicBezTo>
                  <a:cubicBezTo>
                    <a:pt x="37" y="10"/>
                    <a:pt x="27" y="0"/>
                    <a:pt x="18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3"/>
            <p:cNvSpPr/>
            <p:nvPr/>
          </p:nvSpPr>
          <p:spPr>
            <a:xfrm>
              <a:off x="1586345" y="2809406"/>
              <a:ext cx="73053" cy="44055"/>
            </a:xfrm>
            <a:custGeom>
              <a:avLst/>
              <a:gdLst/>
              <a:ahLst/>
              <a:cxnLst/>
              <a:rect l="l" t="t" r="r" b="b"/>
              <a:pathLst>
                <a:path w="262" h="158" extrusionOk="0">
                  <a:moveTo>
                    <a:pt x="1" y="1"/>
                  </a:moveTo>
                  <a:lnTo>
                    <a:pt x="1" y="52"/>
                  </a:lnTo>
                  <a:cubicBezTo>
                    <a:pt x="87" y="54"/>
                    <a:pt x="169" y="93"/>
                    <a:pt x="224" y="158"/>
                  </a:cubicBezTo>
                  <a:lnTo>
                    <a:pt x="261" y="123"/>
                  </a:lnTo>
                  <a:cubicBezTo>
                    <a:pt x="197" y="48"/>
                    <a:pt x="102" y="2"/>
                    <a:pt x="1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3"/>
            <p:cNvSpPr/>
            <p:nvPr/>
          </p:nvSpPr>
          <p:spPr>
            <a:xfrm>
              <a:off x="813999" y="2274619"/>
              <a:ext cx="990395" cy="780438"/>
            </a:xfrm>
            <a:custGeom>
              <a:avLst/>
              <a:gdLst/>
              <a:ahLst/>
              <a:cxnLst/>
              <a:rect l="l" t="t" r="r" b="b"/>
              <a:pathLst>
                <a:path w="3552" h="2799" extrusionOk="0">
                  <a:moveTo>
                    <a:pt x="2186" y="0"/>
                  </a:moveTo>
                  <a:cubicBezTo>
                    <a:pt x="2169" y="0"/>
                    <a:pt x="2152" y="0"/>
                    <a:pt x="2136" y="1"/>
                  </a:cubicBezTo>
                  <a:cubicBezTo>
                    <a:pt x="1361" y="16"/>
                    <a:pt x="602" y="364"/>
                    <a:pt x="85" y="940"/>
                  </a:cubicBezTo>
                  <a:lnTo>
                    <a:pt x="1" y="1038"/>
                  </a:lnTo>
                  <a:cubicBezTo>
                    <a:pt x="37" y="1355"/>
                    <a:pt x="236" y="1634"/>
                    <a:pt x="483" y="1836"/>
                  </a:cubicBezTo>
                  <a:cubicBezTo>
                    <a:pt x="730" y="2038"/>
                    <a:pt x="1021" y="2174"/>
                    <a:pt x="1311" y="2309"/>
                  </a:cubicBezTo>
                  <a:cubicBezTo>
                    <a:pt x="1599" y="2445"/>
                    <a:pt x="1888" y="2587"/>
                    <a:pt x="2128" y="2798"/>
                  </a:cubicBezTo>
                  <a:cubicBezTo>
                    <a:pt x="2397" y="2711"/>
                    <a:pt x="2668" y="2622"/>
                    <a:pt x="2909" y="2478"/>
                  </a:cubicBezTo>
                  <a:cubicBezTo>
                    <a:pt x="3151" y="2335"/>
                    <a:pt x="3365" y="2129"/>
                    <a:pt x="3467" y="1866"/>
                  </a:cubicBezTo>
                  <a:cubicBezTo>
                    <a:pt x="3543" y="1672"/>
                    <a:pt x="3552" y="1457"/>
                    <a:pt x="3544" y="1248"/>
                  </a:cubicBezTo>
                  <a:cubicBezTo>
                    <a:pt x="3537" y="1071"/>
                    <a:pt x="3516" y="886"/>
                    <a:pt x="3414" y="741"/>
                  </a:cubicBezTo>
                  <a:cubicBezTo>
                    <a:pt x="3341" y="638"/>
                    <a:pt x="3214" y="567"/>
                    <a:pt x="3092" y="567"/>
                  </a:cubicBezTo>
                  <a:cubicBezTo>
                    <a:pt x="3042" y="567"/>
                    <a:pt x="2994" y="579"/>
                    <a:pt x="2950" y="606"/>
                  </a:cubicBezTo>
                  <a:cubicBezTo>
                    <a:pt x="2992" y="416"/>
                    <a:pt x="2872" y="215"/>
                    <a:pt x="2703" y="115"/>
                  </a:cubicBezTo>
                  <a:cubicBezTo>
                    <a:pt x="2550" y="24"/>
                    <a:pt x="2366" y="0"/>
                    <a:pt x="218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3"/>
            <p:cNvSpPr/>
            <p:nvPr/>
          </p:nvSpPr>
          <p:spPr>
            <a:xfrm>
              <a:off x="1290511" y="2418214"/>
              <a:ext cx="202429" cy="272136"/>
            </a:xfrm>
            <a:custGeom>
              <a:avLst/>
              <a:gdLst/>
              <a:ahLst/>
              <a:cxnLst/>
              <a:rect l="l" t="t" r="r" b="b"/>
              <a:pathLst>
                <a:path w="726" h="976" extrusionOk="0">
                  <a:moveTo>
                    <a:pt x="445" y="0"/>
                  </a:moveTo>
                  <a:cubicBezTo>
                    <a:pt x="368" y="0"/>
                    <a:pt x="296" y="42"/>
                    <a:pt x="238" y="97"/>
                  </a:cubicBezTo>
                  <a:cubicBezTo>
                    <a:pt x="154" y="176"/>
                    <a:pt x="94" y="287"/>
                    <a:pt x="72" y="403"/>
                  </a:cubicBezTo>
                  <a:cubicBezTo>
                    <a:pt x="36" y="596"/>
                    <a:pt x="98" y="808"/>
                    <a:pt x="0" y="976"/>
                  </a:cubicBezTo>
                  <a:cubicBezTo>
                    <a:pt x="155" y="802"/>
                    <a:pt x="350" y="667"/>
                    <a:pt x="564" y="579"/>
                  </a:cubicBezTo>
                  <a:lnTo>
                    <a:pt x="725" y="490"/>
                  </a:lnTo>
                  <a:cubicBezTo>
                    <a:pt x="722" y="386"/>
                    <a:pt x="722" y="279"/>
                    <a:pt x="682" y="183"/>
                  </a:cubicBezTo>
                  <a:cubicBezTo>
                    <a:pt x="641" y="86"/>
                    <a:pt x="553" y="2"/>
                    <a:pt x="449" y="0"/>
                  </a:cubicBezTo>
                  <a:cubicBezTo>
                    <a:pt x="448" y="0"/>
                    <a:pt x="447" y="0"/>
                    <a:pt x="445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3"/>
            <p:cNvSpPr/>
            <p:nvPr/>
          </p:nvSpPr>
          <p:spPr>
            <a:xfrm>
              <a:off x="1531695" y="2499353"/>
              <a:ext cx="224456" cy="448355"/>
            </a:xfrm>
            <a:custGeom>
              <a:avLst/>
              <a:gdLst/>
              <a:ahLst/>
              <a:cxnLst/>
              <a:rect l="l" t="t" r="r" b="b"/>
              <a:pathLst>
                <a:path w="805" h="1608" extrusionOk="0">
                  <a:moveTo>
                    <a:pt x="430" y="1"/>
                  </a:moveTo>
                  <a:cubicBezTo>
                    <a:pt x="414" y="1"/>
                    <a:pt x="398" y="2"/>
                    <a:pt x="382" y="3"/>
                  </a:cubicBezTo>
                  <a:cubicBezTo>
                    <a:pt x="246" y="18"/>
                    <a:pt x="121" y="80"/>
                    <a:pt x="1" y="142"/>
                  </a:cubicBezTo>
                  <a:cubicBezTo>
                    <a:pt x="260" y="579"/>
                    <a:pt x="307" y="1134"/>
                    <a:pt x="127" y="1608"/>
                  </a:cubicBezTo>
                  <a:cubicBezTo>
                    <a:pt x="317" y="1514"/>
                    <a:pt x="516" y="1416"/>
                    <a:pt x="640" y="1246"/>
                  </a:cubicBezTo>
                  <a:cubicBezTo>
                    <a:pt x="798" y="1024"/>
                    <a:pt x="804" y="731"/>
                    <a:pt x="804" y="461"/>
                  </a:cubicBezTo>
                  <a:cubicBezTo>
                    <a:pt x="804" y="351"/>
                    <a:pt x="803" y="237"/>
                    <a:pt x="742" y="146"/>
                  </a:cubicBezTo>
                  <a:cubicBezTo>
                    <a:pt x="676" y="46"/>
                    <a:pt x="552" y="1"/>
                    <a:pt x="430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3"/>
            <p:cNvSpPr/>
            <p:nvPr/>
          </p:nvSpPr>
          <p:spPr>
            <a:xfrm>
              <a:off x="1003600" y="2518591"/>
              <a:ext cx="686194" cy="721884"/>
            </a:xfrm>
            <a:custGeom>
              <a:avLst/>
              <a:gdLst/>
              <a:ahLst/>
              <a:cxnLst/>
              <a:rect l="l" t="t" r="r" b="b"/>
              <a:pathLst>
                <a:path w="2461" h="2589" extrusionOk="0">
                  <a:moveTo>
                    <a:pt x="1860" y="0"/>
                  </a:moveTo>
                  <a:cubicBezTo>
                    <a:pt x="1608" y="101"/>
                    <a:pt x="1343" y="166"/>
                    <a:pt x="1068" y="206"/>
                  </a:cubicBezTo>
                  <a:cubicBezTo>
                    <a:pt x="920" y="227"/>
                    <a:pt x="768" y="251"/>
                    <a:pt x="616" y="261"/>
                  </a:cubicBezTo>
                  <a:cubicBezTo>
                    <a:pt x="508" y="285"/>
                    <a:pt x="402" y="299"/>
                    <a:pt x="296" y="299"/>
                  </a:cubicBezTo>
                  <a:cubicBezTo>
                    <a:pt x="286" y="299"/>
                    <a:pt x="276" y="299"/>
                    <a:pt x="266" y="299"/>
                  </a:cubicBezTo>
                  <a:cubicBezTo>
                    <a:pt x="194" y="453"/>
                    <a:pt x="135" y="620"/>
                    <a:pt x="114" y="735"/>
                  </a:cubicBezTo>
                  <a:cubicBezTo>
                    <a:pt x="1" y="1347"/>
                    <a:pt x="468" y="1923"/>
                    <a:pt x="853" y="2454"/>
                  </a:cubicBezTo>
                  <a:cubicBezTo>
                    <a:pt x="917" y="2542"/>
                    <a:pt x="1017" y="2589"/>
                    <a:pt x="1118" y="2589"/>
                  </a:cubicBezTo>
                  <a:cubicBezTo>
                    <a:pt x="1180" y="2589"/>
                    <a:pt x="1242" y="2571"/>
                    <a:pt x="1297" y="2534"/>
                  </a:cubicBezTo>
                  <a:cubicBezTo>
                    <a:pt x="1563" y="2356"/>
                    <a:pt x="1778" y="2145"/>
                    <a:pt x="1910" y="2054"/>
                  </a:cubicBezTo>
                  <a:cubicBezTo>
                    <a:pt x="2083" y="1935"/>
                    <a:pt x="2158" y="1772"/>
                    <a:pt x="2196" y="1563"/>
                  </a:cubicBezTo>
                  <a:cubicBezTo>
                    <a:pt x="2237" y="1335"/>
                    <a:pt x="2143" y="1199"/>
                    <a:pt x="2314" y="1011"/>
                  </a:cubicBezTo>
                  <a:cubicBezTo>
                    <a:pt x="2397" y="917"/>
                    <a:pt x="2437" y="810"/>
                    <a:pt x="2460" y="694"/>
                  </a:cubicBezTo>
                  <a:cubicBezTo>
                    <a:pt x="2397" y="567"/>
                    <a:pt x="2353" y="430"/>
                    <a:pt x="2335" y="290"/>
                  </a:cubicBezTo>
                  <a:cubicBezTo>
                    <a:pt x="2186" y="175"/>
                    <a:pt x="2026" y="76"/>
                    <a:pt x="1860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3"/>
            <p:cNvSpPr/>
            <p:nvPr/>
          </p:nvSpPr>
          <p:spPr>
            <a:xfrm>
              <a:off x="1005273" y="2548983"/>
              <a:ext cx="425491" cy="624852"/>
            </a:xfrm>
            <a:custGeom>
              <a:avLst/>
              <a:gdLst/>
              <a:ahLst/>
              <a:cxnLst/>
              <a:rect l="l" t="t" r="r" b="b"/>
              <a:pathLst>
                <a:path w="1526" h="2241" extrusionOk="0">
                  <a:moveTo>
                    <a:pt x="1525" y="0"/>
                  </a:moveTo>
                  <a:cubicBezTo>
                    <a:pt x="1374" y="41"/>
                    <a:pt x="1218" y="74"/>
                    <a:pt x="1059" y="97"/>
                  </a:cubicBezTo>
                  <a:cubicBezTo>
                    <a:pt x="913" y="118"/>
                    <a:pt x="761" y="142"/>
                    <a:pt x="607" y="152"/>
                  </a:cubicBezTo>
                  <a:cubicBezTo>
                    <a:pt x="501" y="176"/>
                    <a:pt x="393" y="190"/>
                    <a:pt x="288" y="190"/>
                  </a:cubicBezTo>
                  <a:cubicBezTo>
                    <a:pt x="278" y="190"/>
                    <a:pt x="268" y="190"/>
                    <a:pt x="259" y="190"/>
                  </a:cubicBezTo>
                  <a:cubicBezTo>
                    <a:pt x="185" y="344"/>
                    <a:pt x="127" y="511"/>
                    <a:pt x="106" y="626"/>
                  </a:cubicBezTo>
                  <a:cubicBezTo>
                    <a:pt x="1" y="1199"/>
                    <a:pt x="402" y="1740"/>
                    <a:pt x="770" y="2241"/>
                  </a:cubicBezTo>
                  <a:cubicBezTo>
                    <a:pt x="740" y="2013"/>
                    <a:pt x="761" y="1776"/>
                    <a:pt x="845" y="1547"/>
                  </a:cubicBezTo>
                  <a:cubicBezTo>
                    <a:pt x="1047" y="992"/>
                    <a:pt x="1350" y="688"/>
                    <a:pt x="1503" y="81"/>
                  </a:cubicBezTo>
                  <a:cubicBezTo>
                    <a:pt x="1509" y="54"/>
                    <a:pt x="1516" y="27"/>
                    <a:pt x="15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3"/>
            <p:cNvSpPr/>
            <p:nvPr/>
          </p:nvSpPr>
          <p:spPr>
            <a:xfrm>
              <a:off x="1364679" y="2804108"/>
              <a:ext cx="251502" cy="249829"/>
            </a:xfrm>
            <a:custGeom>
              <a:avLst/>
              <a:gdLst/>
              <a:ahLst/>
              <a:cxnLst/>
              <a:rect l="l" t="t" r="r" b="b"/>
              <a:pathLst>
                <a:path w="902" h="896" extrusionOk="0">
                  <a:moveTo>
                    <a:pt x="889" y="0"/>
                  </a:moveTo>
                  <a:cubicBezTo>
                    <a:pt x="753" y="38"/>
                    <a:pt x="604" y="89"/>
                    <a:pt x="544" y="219"/>
                  </a:cubicBezTo>
                  <a:cubicBezTo>
                    <a:pt x="515" y="282"/>
                    <a:pt x="514" y="352"/>
                    <a:pt x="512" y="413"/>
                  </a:cubicBezTo>
                  <a:lnTo>
                    <a:pt x="500" y="845"/>
                  </a:lnTo>
                  <a:cubicBezTo>
                    <a:pt x="336" y="839"/>
                    <a:pt x="173" y="818"/>
                    <a:pt x="11" y="781"/>
                  </a:cubicBezTo>
                  <a:lnTo>
                    <a:pt x="1" y="831"/>
                  </a:lnTo>
                  <a:cubicBezTo>
                    <a:pt x="173" y="869"/>
                    <a:pt x="349" y="891"/>
                    <a:pt x="524" y="896"/>
                  </a:cubicBezTo>
                  <a:lnTo>
                    <a:pt x="551" y="896"/>
                  </a:lnTo>
                  <a:lnTo>
                    <a:pt x="562" y="418"/>
                  </a:lnTo>
                  <a:cubicBezTo>
                    <a:pt x="565" y="361"/>
                    <a:pt x="566" y="294"/>
                    <a:pt x="591" y="242"/>
                  </a:cubicBezTo>
                  <a:cubicBezTo>
                    <a:pt x="642" y="132"/>
                    <a:pt x="778" y="85"/>
                    <a:pt x="901" y="50"/>
                  </a:cubicBezTo>
                  <a:lnTo>
                    <a:pt x="889" y="0"/>
                  </a:ln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3"/>
            <p:cNvSpPr/>
            <p:nvPr/>
          </p:nvSpPr>
          <p:spPr>
            <a:xfrm>
              <a:off x="517887" y="2669157"/>
              <a:ext cx="873288" cy="1157971"/>
            </a:xfrm>
            <a:custGeom>
              <a:avLst/>
              <a:gdLst/>
              <a:ahLst/>
              <a:cxnLst/>
              <a:rect l="l" t="t" r="r" b="b"/>
              <a:pathLst>
                <a:path w="3132" h="4153" extrusionOk="0">
                  <a:moveTo>
                    <a:pt x="2439" y="0"/>
                  </a:moveTo>
                  <a:cubicBezTo>
                    <a:pt x="1811" y="0"/>
                    <a:pt x="1200" y="307"/>
                    <a:pt x="779" y="772"/>
                  </a:cubicBezTo>
                  <a:cubicBezTo>
                    <a:pt x="352" y="1244"/>
                    <a:pt x="108" y="1869"/>
                    <a:pt x="36" y="2502"/>
                  </a:cubicBezTo>
                  <a:cubicBezTo>
                    <a:pt x="2" y="2772"/>
                    <a:pt x="1" y="3049"/>
                    <a:pt x="81" y="3309"/>
                  </a:cubicBezTo>
                  <a:cubicBezTo>
                    <a:pt x="152" y="3568"/>
                    <a:pt x="307" y="3814"/>
                    <a:pt x="536" y="3959"/>
                  </a:cubicBezTo>
                  <a:cubicBezTo>
                    <a:pt x="806" y="4129"/>
                    <a:pt x="1141" y="4144"/>
                    <a:pt x="1461" y="4150"/>
                  </a:cubicBezTo>
                  <a:cubicBezTo>
                    <a:pt x="1528" y="4151"/>
                    <a:pt x="1595" y="4152"/>
                    <a:pt x="1663" y="4152"/>
                  </a:cubicBezTo>
                  <a:cubicBezTo>
                    <a:pt x="1931" y="4152"/>
                    <a:pt x="2202" y="4135"/>
                    <a:pt x="2451" y="4040"/>
                  </a:cubicBezTo>
                  <a:cubicBezTo>
                    <a:pt x="2607" y="3981"/>
                    <a:pt x="2768" y="3862"/>
                    <a:pt x="2765" y="3699"/>
                  </a:cubicBezTo>
                  <a:cubicBezTo>
                    <a:pt x="2762" y="3628"/>
                    <a:pt x="2730" y="3560"/>
                    <a:pt x="2744" y="3491"/>
                  </a:cubicBezTo>
                  <a:cubicBezTo>
                    <a:pt x="2774" y="3322"/>
                    <a:pt x="3036" y="3289"/>
                    <a:pt x="3091" y="3126"/>
                  </a:cubicBezTo>
                  <a:cubicBezTo>
                    <a:pt x="3131" y="3000"/>
                    <a:pt x="3029" y="2874"/>
                    <a:pt x="2934" y="2776"/>
                  </a:cubicBezTo>
                  <a:cubicBezTo>
                    <a:pt x="2840" y="2680"/>
                    <a:pt x="2744" y="2543"/>
                    <a:pt x="2803" y="2422"/>
                  </a:cubicBezTo>
                  <a:cubicBezTo>
                    <a:pt x="2830" y="2360"/>
                    <a:pt x="2895" y="2324"/>
                    <a:pt x="2940" y="2274"/>
                  </a:cubicBezTo>
                  <a:cubicBezTo>
                    <a:pt x="3045" y="2160"/>
                    <a:pt x="3053" y="1982"/>
                    <a:pt x="3003" y="1832"/>
                  </a:cubicBezTo>
                  <a:cubicBezTo>
                    <a:pt x="2955" y="1686"/>
                    <a:pt x="2858" y="1558"/>
                    <a:pt x="2770" y="1430"/>
                  </a:cubicBezTo>
                  <a:cubicBezTo>
                    <a:pt x="2625" y="1220"/>
                    <a:pt x="2501" y="994"/>
                    <a:pt x="2435" y="750"/>
                  </a:cubicBezTo>
                  <a:cubicBezTo>
                    <a:pt x="2368" y="502"/>
                    <a:pt x="2368" y="234"/>
                    <a:pt x="2471" y="0"/>
                  </a:cubicBezTo>
                  <a:cubicBezTo>
                    <a:pt x="2460" y="0"/>
                    <a:pt x="2450" y="0"/>
                    <a:pt x="2439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3"/>
            <p:cNvSpPr/>
            <p:nvPr/>
          </p:nvSpPr>
          <p:spPr>
            <a:xfrm>
              <a:off x="1290790" y="3048638"/>
              <a:ext cx="112925" cy="66361"/>
            </a:xfrm>
            <a:custGeom>
              <a:avLst/>
              <a:gdLst/>
              <a:ahLst/>
              <a:cxnLst/>
              <a:rect l="l" t="t" r="r" b="b"/>
              <a:pathLst>
                <a:path w="405" h="238" extrusionOk="0">
                  <a:moveTo>
                    <a:pt x="13" y="1"/>
                  </a:moveTo>
                  <a:lnTo>
                    <a:pt x="13" y="1"/>
                  </a:lnTo>
                  <a:cubicBezTo>
                    <a:pt x="1" y="57"/>
                    <a:pt x="26" y="120"/>
                    <a:pt x="71" y="158"/>
                  </a:cubicBezTo>
                  <a:cubicBezTo>
                    <a:pt x="117" y="195"/>
                    <a:pt x="174" y="238"/>
                    <a:pt x="231" y="238"/>
                  </a:cubicBezTo>
                  <a:cubicBezTo>
                    <a:pt x="290" y="238"/>
                    <a:pt x="350" y="198"/>
                    <a:pt x="405" y="180"/>
                  </a:cubicBezTo>
                  <a:cubicBezTo>
                    <a:pt x="275" y="122"/>
                    <a:pt x="144" y="61"/>
                    <a:pt x="13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3"/>
            <p:cNvSpPr/>
            <p:nvPr/>
          </p:nvSpPr>
          <p:spPr>
            <a:xfrm>
              <a:off x="1334844" y="2679474"/>
              <a:ext cx="163393" cy="57160"/>
            </a:xfrm>
            <a:custGeom>
              <a:avLst/>
              <a:gdLst/>
              <a:ahLst/>
              <a:cxnLst/>
              <a:rect l="l" t="t" r="r" b="b"/>
              <a:pathLst>
                <a:path w="586" h="205" extrusionOk="0">
                  <a:moveTo>
                    <a:pt x="187" y="0"/>
                  </a:moveTo>
                  <a:cubicBezTo>
                    <a:pt x="124" y="0"/>
                    <a:pt x="62" y="7"/>
                    <a:pt x="1" y="21"/>
                  </a:cubicBezTo>
                  <a:lnTo>
                    <a:pt x="11" y="69"/>
                  </a:lnTo>
                  <a:cubicBezTo>
                    <a:pt x="68" y="56"/>
                    <a:pt x="125" y="49"/>
                    <a:pt x="183" y="49"/>
                  </a:cubicBezTo>
                  <a:cubicBezTo>
                    <a:pt x="257" y="49"/>
                    <a:pt x="331" y="60"/>
                    <a:pt x="402" y="81"/>
                  </a:cubicBezTo>
                  <a:cubicBezTo>
                    <a:pt x="432" y="90"/>
                    <a:pt x="468" y="102"/>
                    <a:pt x="494" y="125"/>
                  </a:cubicBezTo>
                  <a:cubicBezTo>
                    <a:pt x="518" y="144"/>
                    <a:pt x="533" y="174"/>
                    <a:pt x="532" y="202"/>
                  </a:cubicBezTo>
                  <a:lnTo>
                    <a:pt x="583" y="205"/>
                  </a:lnTo>
                  <a:cubicBezTo>
                    <a:pt x="586" y="162"/>
                    <a:pt x="566" y="117"/>
                    <a:pt x="526" y="85"/>
                  </a:cubicBezTo>
                  <a:cubicBezTo>
                    <a:pt x="492" y="58"/>
                    <a:pt x="450" y="43"/>
                    <a:pt x="416" y="33"/>
                  </a:cubicBezTo>
                  <a:cubicBezTo>
                    <a:pt x="341" y="11"/>
                    <a:pt x="264" y="0"/>
                    <a:pt x="187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3"/>
            <p:cNvSpPr/>
            <p:nvPr/>
          </p:nvSpPr>
          <p:spPr>
            <a:xfrm>
              <a:off x="1308077" y="2751968"/>
              <a:ext cx="160326" cy="74447"/>
            </a:xfrm>
            <a:custGeom>
              <a:avLst/>
              <a:gdLst/>
              <a:ahLst/>
              <a:cxnLst/>
              <a:rect l="l" t="t" r="r" b="b"/>
              <a:pathLst>
                <a:path w="575" h="267" extrusionOk="0">
                  <a:moveTo>
                    <a:pt x="14" y="0"/>
                  </a:moveTo>
                  <a:cubicBezTo>
                    <a:pt x="9" y="8"/>
                    <a:pt x="6" y="12"/>
                    <a:pt x="0" y="20"/>
                  </a:cubicBezTo>
                  <a:cubicBezTo>
                    <a:pt x="24" y="58"/>
                    <a:pt x="49" y="95"/>
                    <a:pt x="74" y="132"/>
                  </a:cubicBezTo>
                  <a:cubicBezTo>
                    <a:pt x="110" y="121"/>
                    <a:pt x="148" y="116"/>
                    <a:pt x="185" y="116"/>
                  </a:cubicBezTo>
                  <a:cubicBezTo>
                    <a:pt x="264" y="116"/>
                    <a:pt x="343" y="140"/>
                    <a:pt x="409" y="186"/>
                  </a:cubicBezTo>
                  <a:cubicBezTo>
                    <a:pt x="457" y="220"/>
                    <a:pt x="506" y="266"/>
                    <a:pt x="563" y="266"/>
                  </a:cubicBezTo>
                  <a:cubicBezTo>
                    <a:pt x="567" y="266"/>
                    <a:pt x="571" y="266"/>
                    <a:pt x="575" y="266"/>
                  </a:cubicBezTo>
                  <a:cubicBezTo>
                    <a:pt x="536" y="254"/>
                    <a:pt x="524" y="202"/>
                    <a:pt x="509" y="163"/>
                  </a:cubicBezTo>
                  <a:cubicBezTo>
                    <a:pt x="478" y="88"/>
                    <a:pt x="406" y="34"/>
                    <a:pt x="326" y="15"/>
                  </a:cubicBezTo>
                  <a:cubicBezTo>
                    <a:pt x="301" y="9"/>
                    <a:pt x="275" y="6"/>
                    <a:pt x="249" y="6"/>
                  </a:cubicBezTo>
                  <a:cubicBezTo>
                    <a:pt x="194" y="6"/>
                    <a:pt x="137" y="19"/>
                    <a:pt x="85" y="41"/>
                  </a:cubicBezTo>
                  <a:cubicBezTo>
                    <a:pt x="61" y="27"/>
                    <a:pt x="38" y="15"/>
                    <a:pt x="14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3"/>
            <p:cNvSpPr/>
            <p:nvPr/>
          </p:nvSpPr>
          <p:spPr>
            <a:xfrm>
              <a:off x="1516917" y="2846769"/>
              <a:ext cx="111252" cy="56044"/>
            </a:xfrm>
            <a:custGeom>
              <a:avLst/>
              <a:gdLst/>
              <a:ahLst/>
              <a:cxnLst/>
              <a:rect l="l" t="t" r="r" b="b"/>
              <a:pathLst>
                <a:path w="399" h="201" extrusionOk="0">
                  <a:moveTo>
                    <a:pt x="150" y="0"/>
                  </a:moveTo>
                  <a:cubicBezTo>
                    <a:pt x="115" y="0"/>
                    <a:pt x="80" y="7"/>
                    <a:pt x="46" y="18"/>
                  </a:cubicBezTo>
                  <a:cubicBezTo>
                    <a:pt x="43" y="24"/>
                    <a:pt x="38" y="31"/>
                    <a:pt x="34" y="37"/>
                  </a:cubicBezTo>
                  <a:cubicBezTo>
                    <a:pt x="22" y="52"/>
                    <a:pt x="13" y="67"/>
                    <a:pt x="1" y="84"/>
                  </a:cubicBezTo>
                  <a:lnTo>
                    <a:pt x="11" y="98"/>
                  </a:lnTo>
                  <a:cubicBezTo>
                    <a:pt x="39" y="89"/>
                    <a:pt x="68" y="85"/>
                    <a:pt x="97" y="85"/>
                  </a:cubicBezTo>
                  <a:cubicBezTo>
                    <a:pt x="158" y="85"/>
                    <a:pt x="220" y="104"/>
                    <a:pt x="271" y="138"/>
                  </a:cubicBezTo>
                  <a:cubicBezTo>
                    <a:pt x="307" y="165"/>
                    <a:pt x="345" y="201"/>
                    <a:pt x="389" y="201"/>
                  </a:cubicBezTo>
                  <a:cubicBezTo>
                    <a:pt x="392" y="201"/>
                    <a:pt x="396" y="201"/>
                    <a:pt x="399" y="200"/>
                  </a:cubicBezTo>
                  <a:cubicBezTo>
                    <a:pt x="367" y="191"/>
                    <a:pt x="360" y="152"/>
                    <a:pt x="348" y="122"/>
                  </a:cubicBezTo>
                  <a:cubicBezTo>
                    <a:pt x="325" y="63"/>
                    <a:pt x="269" y="19"/>
                    <a:pt x="207" y="7"/>
                  </a:cubicBezTo>
                  <a:cubicBezTo>
                    <a:pt x="188" y="2"/>
                    <a:pt x="169" y="0"/>
                    <a:pt x="150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3"/>
            <p:cNvSpPr/>
            <p:nvPr/>
          </p:nvSpPr>
          <p:spPr>
            <a:xfrm>
              <a:off x="810653" y="2342095"/>
              <a:ext cx="749488" cy="559049"/>
            </a:xfrm>
            <a:custGeom>
              <a:avLst/>
              <a:gdLst/>
              <a:ahLst/>
              <a:cxnLst/>
              <a:rect l="l" t="t" r="r" b="b"/>
              <a:pathLst>
                <a:path w="2688" h="2005" extrusionOk="0">
                  <a:moveTo>
                    <a:pt x="1829" y="1"/>
                  </a:moveTo>
                  <a:cubicBezTo>
                    <a:pt x="1339" y="1"/>
                    <a:pt x="849" y="230"/>
                    <a:pt x="542" y="615"/>
                  </a:cubicBezTo>
                  <a:cubicBezTo>
                    <a:pt x="361" y="843"/>
                    <a:pt x="237" y="1125"/>
                    <a:pt x="0" y="1298"/>
                  </a:cubicBezTo>
                  <a:cubicBezTo>
                    <a:pt x="106" y="1455"/>
                    <a:pt x="212" y="1614"/>
                    <a:pt x="347" y="1743"/>
                  </a:cubicBezTo>
                  <a:cubicBezTo>
                    <a:pt x="483" y="1873"/>
                    <a:pt x="653" y="1977"/>
                    <a:pt x="840" y="2000"/>
                  </a:cubicBezTo>
                  <a:cubicBezTo>
                    <a:pt x="868" y="2003"/>
                    <a:pt x="896" y="2005"/>
                    <a:pt x="924" y="2005"/>
                  </a:cubicBezTo>
                  <a:cubicBezTo>
                    <a:pt x="1087" y="2005"/>
                    <a:pt x="1249" y="1947"/>
                    <a:pt x="1388" y="1862"/>
                  </a:cubicBezTo>
                  <a:cubicBezTo>
                    <a:pt x="1664" y="1692"/>
                    <a:pt x="1866" y="1410"/>
                    <a:pt x="1935" y="1093"/>
                  </a:cubicBezTo>
                  <a:cubicBezTo>
                    <a:pt x="1976" y="905"/>
                    <a:pt x="1979" y="694"/>
                    <a:pt x="2100" y="544"/>
                  </a:cubicBezTo>
                  <a:cubicBezTo>
                    <a:pt x="2237" y="380"/>
                    <a:pt x="2473" y="356"/>
                    <a:pt x="2688" y="348"/>
                  </a:cubicBezTo>
                  <a:cubicBezTo>
                    <a:pt x="2528" y="142"/>
                    <a:pt x="2264" y="41"/>
                    <a:pt x="2006" y="11"/>
                  </a:cubicBezTo>
                  <a:cubicBezTo>
                    <a:pt x="1947" y="4"/>
                    <a:pt x="1888" y="1"/>
                    <a:pt x="182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3"/>
            <p:cNvSpPr/>
            <p:nvPr/>
          </p:nvSpPr>
          <p:spPr>
            <a:xfrm>
              <a:off x="618543" y="2511063"/>
              <a:ext cx="222783" cy="230590"/>
            </a:xfrm>
            <a:custGeom>
              <a:avLst/>
              <a:gdLst/>
              <a:ahLst/>
              <a:cxnLst/>
              <a:rect l="l" t="t" r="r" b="b"/>
              <a:pathLst>
                <a:path w="799" h="827" extrusionOk="0">
                  <a:moveTo>
                    <a:pt x="798" y="0"/>
                  </a:moveTo>
                  <a:lnTo>
                    <a:pt x="798" y="0"/>
                  </a:lnTo>
                  <a:cubicBezTo>
                    <a:pt x="528" y="32"/>
                    <a:pt x="273" y="181"/>
                    <a:pt x="112" y="400"/>
                  </a:cubicBezTo>
                  <a:cubicBezTo>
                    <a:pt x="64" y="462"/>
                    <a:pt x="25" y="533"/>
                    <a:pt x="14" y="609"/>
                  </a:cubicBezTo>
                  <a:cubicBezTo>
                    <a:pt x="0" y="686"/>
                    <a:pt x="17" y="771"/>
                    <a:pt x="71" y="827"/>
                  </a:cubicBezTo>
                  <a:cubicBezTo>
                    <a:pt x="136" y="513"/>
                    <a:pt x="349" y="233"/>
                    <a:pt x="632" y="83"/>
                  </a:cubicBezTo>
                  <a:lnTo>
                    <a:pt x="798" y="0"/>
                  </a:ln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3"/>
            <p:cNvSpPr/>
            <p:nvPr/>
          </p:nvSpPr>
          <p:spPr>
            <a:xfrm>
              <a:off x="716131" y="2327596"/>
              <a:ext cx="672532" cy="310335"/>
            </a:xfrm>
            <a:custGeom>
              <a:avLst/>
              <a:gdLst/>
              <a:ahLst/>
              <a:cxnLst/>
              <a:rect l="l" t="t" r="r" b="b"/>
              <a:pathLst>
                <a:path w="2412" h="1113" extrusionOk="0">
                  <a:moveTo>
                    <a:pt x="1581" y="650"/>
                  </a:moveTo>
                  <a:cubicBezTo>
                    <a:pt x="1578" y="655"/>
                    <a:pt x="1576" y="660"/>
                    <a:pt x="1574" y="666"/>
                  </a:cubicBezTo>
                  <a:cubicBezTo>
                    <a:pt x="1578" y="661"/>
                    <a:pt x="1580" y="656"/>
                    <a:pt x="1581" y="650"/>
                  </a:cubicBezTo>
                  <a:close/>
                  <a:moveTo>
                    <a:pt x="2411" y="1"/>
                  </a:moveTo>
                  <a:lnTo>
                    <a:pt x="2411" y="1"/>
                  </a:lnTo>
                  <a:cubicBezTo>
                    <a:pt x="2176" y="22"/>
                    <a:pt x="1950" y="143"/>
                    <a:pt x="1805" y="328"/>
                  </a:cubicBezTo>
                  <a:cubicBezTo>
                    <a:pt x="1787" y="351"/>
                    <a:pt x="1769" y="376"/>
                    <a:pt x="1745" y="388"/>
                  </a:cubicBezTo>
                  <a:cubicBezTo>
                    <a:pt x="1734" y="394"/>
                    <a:pt x="1722" y="397"/>
                    <a:pt x="1710" y="397"/>
                  </a:cubicBezTo>
                  <a:cubicBezTo>
                    <a:pt x="1693" y="397"/>
                    <a:pt x="1677" y="391"/>
                    <a:pt x="1666" y="378"/>
                  </a:cubicBezTo>
                  <a:cubicBezTo>
                    <a:pt x="1657" y="364"/>
                    <a:pt x="1656" y="348"/>
                    <a:pt x="1647" y="336"/>
                  </a:cubicBezTo>
                  <a:cubicBezTo>
                    <a:pt x="1637" y="324"/>
                    <a:pt x="1625" y="319"/>
                    <a:pt x="1611" y="319"/>
                  </a:cubicBezTo>
                  <a:cubicBezTo>
                    <a:pt x="1585" y="319"/>
                    <a:pt x="1554" y="335"/>
                    <a:pt x="1531" y="351"/>
                  </a:cubicBezTo>
                  <a:cubicBezTo>
                    <a:pt x="1431" y="417"/>
                    <a:pt x="1320" y="462"/>
                    <a:pt x="1210" y="506"/>
                  </a:cubicBezTo>
                  <a:lnTo>
                    <a:pt x="842" y="652"/>
                  </a:lnTo>
                  <a:cubicBezTo>
                    <a:pt x="769" y="682"/>
                    <a:pt x="694" y="711"/>
                    <a:pt x="617" y="716"/>
                  </a:cubicBezTo>
                  <a:cubicBezTo>
                    <a:pt x="612" y="716"/>
                    <a:pt x="608" y="716"/>
                    <a:pt x="603" y="716"/>
                  </a:cubicBezTo>
                  <a:cubicBezTo>
                    <a:pt x="580" y="716"/>
                    <a:pt x="556" y="714"/>
                    <a:pt x="533" y="714"/>
                  </a:cubicBezTo>
                  <a:cubicBezTo>
                    <a:pt x="522" y="714"/>
                    <a:pt x="512" y="714"/>
                    <a:pt x="501" y="716"/>
                  </a:cubicBezTo>
                  <a:cubicBezTo>
                    <a:pt x="428" y="720"/>
                    <a:pt x="361" y="756"/>
                    <a:pt x="300" y="799"/>
                  </a:cubicBezTo>
                  <a:cubicBezTo>
                    <a:pt x="180" y="881"/>
                    <a:pt x="76" y="989"/>
                    <a:pt x="0" y="1112"/>
                  </a:cubicBezTo>
                  <a:cubicBezTo>
                    <a:pt x="143" y="984"/>
                    <a:pt x="321" y="892"/>
                    <a:pt x="510" y="847"/>
                  </a:cubicBezTo>
                  <a:lnTo>
                    <a:pt x="510" y="847"/>
                  </a:lnTo>
                  <a:cubicBezTo>
                    <a:pt x="498" y="875"/>
                    <a:pt x="486" y="906"/>
                    <a:pt x="474" y="934"/>
                  </a:cubicBezTo>
                  <a:cubicBezTo>
                    <a:pt x="653" y="856"/>
                    <a:pt x="833" y="777"/>
                    <a:pt x="1011" y="701"/>
                  </a:cubicBezTo>
                  <a:cubicBezTo>
                    <a:pt x="1015" y="732"/>
                    <a:pt x="1021" y="765"/>
                    <a:pt x="1024" y="799"/>
                  </a:cubicBezTo>
                  <a:cubicBezTo>
                    <a:pt x="1136" y="755"/>
                    <a:pt x="1240" y="694"/>
                    <a:pt x="1335" y="625"/>
                  </a:cubicBezTo>
                  <a:cubicBezTo>
                    <a:pt x="1383" y="590"/>
                    <a:pt x="1431" y="551"/>
                    <a:pt x="1490" y="551"/>
                  </a:cubicBezTo>
                  <a:cubicBezTo>
                    <a:pt x="1540" y="551"/>
                    <a:pt x="1593" y="605"/>
                    <a:pt x="1581" y="650"/>
                  </a:cubicBezTo>
                  <a:lnTo>
                    <a:pt x="1581" y="650"/>
                  </a:lnTo>
                  <a:cubicBezTo>
                    <a:pt x="1598" y="621"/>
                    <a:pt x="1634" y="604"/>
                    <a:pt x="1671" y="604"/>
                  </a:cubicBezTo>
                  <a:cubicBezTo>
                    <a:pt x="1689" y="604"/>
                    <a:pt x="1708" y="608"/>
                    <a:pt x="1724" y="618"/>
                  </a:cubicBezTo>
                  <a:cubicBezTo>
                    <a:pt x="1777" y="645"/>
                    <a:pt x="1799" y="711"/>
                    <a:pt x="1793" y="771"/>
                  </a:cubicBezTo>
                  <a:cubicBezTo>
                    <a:pt x="1948" y="474"/>
                    <a:pt x="2117" y="159"/>
                    <a:pt x="2411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3"/>
            <p:cNvSpPr/>
            <p:nvPr/>
          </p:nvSpPr>
          <p:spPr>
            <a:xfrm>
              <a:off x="1106765" y="2301108"/>
              <a:ext cx="362197" cy="549011"/>
            </a:xfrm>
            <a:custGeom>
              <a:avLst/>
              <a:gdLst/>
              <a:ahLst/>
              <a:cxnLst/>
              <a:rect l="l" t="t" r="r" b="b"/>
              <a:pathLst>
                <a:path w="1299" h="1969" extrusionOk="0">
                  <a:moveTo>
                    <a:pt x="1291" y="1"/>
                  </a:moveTo>
                  <a:cubicBezTo>
                    <a:pt x="1113" y="1"/>
                    <a:pt x="949" y="110"/>
                    <a:pt x="845" y="254"/>
                  </a:cubicBezTo>
                  <a:cubicBezTo>
                    <a:pt x="739" y="400"/>
                    <a:pt x="688" y="578"/>
                    <a:pt x="653" y="755"/>
                  </a:cubicBezTo>
                  <a:cubicBezTo>
                    <a:pt x="617" y="933"/>
                    <a:pt x="596" y="1114"/>
                    <a:pt x="540" y="1283"/>
                  </a:cubicBezTo>
                  <a:cubicBezTo>
                    <a:pt x="445" y="1568"/>
                    <a:pt x="256" y="1821"/>
                    <a:pt x="0" y="1969"/>
                  </a:cubicBezTo>
                  <a:cubicBezTo>
                    <a:pt x="268" y="1913"/>
                    <a:pt x="468" y="1684"/>
                    <a:pt x="585" y="1436"/>
                  </a:cubicBezTo>
                  <a:cubicBezTo>
                    <a:pt x="701" y="1188"/>
                    <a:pt x="748" y="915"/>
                    <a:pt x="837" y="657"/>
                  </a:cubicBezTo>
                  <a:cubicBezTo>
                    <a:pt x="926" y="399"/>
                    <a:pt x="1063" y="141"/>
                    <a:pt x="1298" y="1"/>
                  </a:cubicBezTo>
                  <a:cubicBezTo>
                    <a:pt x="1296" y="1"/>
                    <a:pt x="1294" y="1"/>
                    <a:pt x="1291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3"/>
            <p:cNvSpPr/>
            <p:nvPr/>
          </p:nvSpPr>
          <p:spPr>
            <a:xfrm>
              <a:off x="1382523" y="2334567"/>
              <a:ext cx="207169" cy="121290"/>
            </a:xfrm>
            <a:custGeom>
              <a:avLst/>
              <a:gdLst/>
              <a:ahLst/>
              <a:cxnLst/>
              <a:rect l="l" t="t" r="r" b="b"/>
              <a:pathLst>
                <a:path w="743" h="435" extrusionOk="0">
                  <a:moveTo>
                    <a:pt x="557" y="0"/>
                  </a:moveTo>
                  <a:cubicBezTo>
                    <a:pt x="520" y="0"/>
                    <a:pt x="484" y="7"/>
                    <a:pt x="450" y="17"/>
                  </a:cubicBezTo>
                  <a:cubicBezTo>
                    <a:pt x="246" y="74"/>
                    <a:pt x="73" y="234"/>
                    <a:pt x="0" y="434"/>
                  </a:cubicBezTo>
                  <a:lnTo>
                    <a:pt x="112" y="267"/>
                  </a:lnTo>
                  <a:cubicBezTo>
                    <a:pt x="235" y="146"/>
                    <a:pt x="408" y="78"/>
                    <a:pt x="580" y="78"/>
                  </a:cubicBezTo>
                  <a:cubicBezTo>
                    <a:pt x="634" y="78"/>
                    <a:pt x="689" y="85"/>
                    <a:pt x="742" y="99"/>
                  </a:cubicBezTo>
                  <a:cubicBezTo>
                    <a:pt x="720" y="51"/>
                    <a:pt x="668" y="17"/>
                    <a:pt x="614" y="6"/>
                  </a:cubicBezTo>
                  <a:cubicBezTo>
                    <a:pt x="595" y="2"/>
                    <a:pt x="576" y="0"/>
                    <a:pt x="557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3" name="Google Shape;1353;p43"/>
            <p:cNvGrpSpPr/>
            <p:nvPr/>
          </p:nvGrpSpPr>
          <p:grpSpPr>
            <a:xfrm>
              <a:off x="1555959" y="4200611"/>
              <a:ext cx="783501" cy="715190"/>
              <a:chOff x="1720459" y="4424361"/>
              <a:chExt cx="783501" cy="715190"/>
            </a:xfrm>
          </p:grpSpPr>
          <p:sp>
            <p:nvSpPr>
              <p:cNvPr id="1354" name="Google Shape;1354;p43"/>
              <p:cNvSpPr/>
              <p:nvPr/>
            </p:nvSpPr>
            <p:spPr>
              <a:xfrm>
                <a:off x="1720459" y="4766480"/>
                <a:ext cx="511091" cy="373071"/>
              </a:xfrm>
              <a:custGeom>
                <a:avLst/>
                <a:gdLst/>
                <a:ahLst/>
                <a:cxnLst/>
                <a:rect l="l" t="t" r="r" b="b"/>
                <a:pathLst>
                  <a:path w="1833" h="1338" extrusionOk="0">
                    <a:moveTo>
                      <a:pt x="1343" y="1"/>
                    </a:moveTo>
                    <a:cubicBezTo>
                      <a:pt x="1300" y="1"/>
                      <a:pt x="1258" y="7"/>
                      <a:pt x="1219" y="21"/>
                    </a:cubicBezTo>
                    <a:cubicBezTo>
                      <a:pt x="1074" y="69"/>
                      <a:pt x="1020" y="172"/>
                      <a:pt x="917" y="211"/>
                    </a:cubicBezTo>
                    <a:cubicBezTo>
                      <a:pt x="813" y="172"/>
                      <a:pt x="759" y="68"/>
                      <a:pt x="616" y="21"/>
                    </a:cubicBezTo>
                    <a:cubicBezTo>
                      <a:pt x="577" y="7"/>
                      <a:pt x="535" y="1"/>
                      <a:pt x="493" y="1"/>
                    </a:cubicBezTo>
                    <a:cubicBezTo>
                      <a:pt x="399" y="1"/>
                      <a:pt x="303" y="32"/>
                      <a:pt x="227" y="84"/>
                    </a:cubicBezTo>
                    <a:cubicBezTo>
                      <a:pt x="88" y="182"/>
                      <a:pt x="7" y="354"/>
                      <a:pt x="2" y="526"/>
                    </a:cubicBezTo>
                    <a:cubicBezTo>
                      <a:pt x="1" y="641"/>
                      <a:pt x="31" y="755"/>
                      <a:pt x="99" y="850"/>
                    </a:cubicBezTo>
                    <a:cubicBezTo>
                      <a:pt x="189" y="975"/>
                      <a:pt x="337" y="1049"/>
                      <a:pt x="476" y="1117"/>
                    </a:cubicBezTo>
                    <a:cubicBezTo>
                      <a:pt x="626" y="1191"/>
                      <a:pt x="767" y="1265"/>
                      <a:pt x="917" y="1337"/>
                    </a:cubicBezTo>
                    <a:cubicBezTo>
                      <a:pt x="1068" y="1265"/>
                      <a:pt x="1207" y="1191"/>
                      <a:pt x="1358" y="1117"/>
                    </a:cubicBezTo>
                    <a:cubicBezTo>
                      <a:pt x="1496" y="1049"/>
                      <a:pt x="1644" y="975"/>
                      <a:pt x="1735" y="850"/>
                    </a:cubicBezTo>
                    <a:cubicBezTo>
                      <a:pt x="1803" y="755"/>
                      <a:pt x="1833" y="641"/>
                      <a:pt x="1831" y="526"/>
                    </a:cubicBezTo>
                    <a:cubicBezTo>
                      <a:pt x="1827" y="354"/>
                      <a:pt x="1748" y="182"/>
                      <a:pt x="1607" y="84"/>
                    </a:cubicBezTo>
                    <a:cubicBezTo>
                      <a:pt x="1532" y="31"/>
                      <a:pt x="1436" y="1"/>
                      <a:pt x="13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43"/>
              <p:cNvSpPr/>
              <p:nvPr/>
            </p:nvSpPr>
            <p:spPr>
              <a:xfrm>
                <a:off x="2207846" y="4509124"/>
                <a:ext cx="296115" cy="21748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780" extrusionOk="0">
                    <a:moveTo>
                      <a:pt x="285" y="1"/>
                    </a:moveTo>
                    <a:cubicBezTo>
                      <a:pt x="230" y="1"/>
                      <a:pt x="175" y="18"/>
                      <a:pt x="131" y="50"/>
                    </a:cubicBezTo>
                    <a:cubicBezTo>
                      <a:pt x="52" y="105"/>
                      <a:pt x="3" y="206"/>
                      <a:pt x="2" y="306"/>
                    </a:cubicBezTo>
                    <a:cubicBezTo>
                      <a:pt x="0" y="372"/>
                      <a:pt x="18" y="440"/>
                      <a:pt x="56" y="495"/>
                    </a:cubicBezTo>
                    <a:cubicBezTo>
                      <a:pt x="109" y="568"/>
                      <a:pt x="195" y="612"/>
                      <a:pt x="275" y="651"/>
                    </a:cubicBezTo>
                    <a:cubicBezTo>
                      <a:pt x="362" y="694"/>
                      <a:pt x="444" y="736"/>
                      <a:pt x="531" y="779"/>
                    </a:cubicBezTo>
                    <a:cubicBezTo>
                      <a:pt x="619" y="736"/>
                      <a:pt x="700" y="694"/>
                      <a:pt x="787" y="651"/>
                    </a:cubicBezTo>
                    <a:cubicBezTo>
                      <a:pt x="869" y="611"/>
                      <a:pt x="953" y="568"/>
                      <a:pt x="1006" y="495"/>
                    </a:cubicBezTo>
                    <a:cubicBezTo>
                      <a:pt x="1044" y="440"/>
                      <a:pt x="1062" y="372"/>
                      <a:pt x="1062" y="306"/>
                    </a:cubicBezTo>
                    <a:cubicBezTo>
                      <a:pt x="1059" y="206"/>
                      <a:pt x="1012" y="105"/>
                      <a:pt x="931" y="50"/>
                    </a:cubicBezTo>
                    <a:cubicBezTo>
                      <a:pt x="887" y="18"/>
                      <a:pt x="832" y="1"/>
                      <a:pt x="778" y="1"/>
                    </a:cubicBezTo>
                    <a:cubicBezTo>
                      <a:pt x="754" y="1"/>
                      <a:pt x="730" y="4"/>
                      <a:pt x="708" y="12"/>
                    </a:cubicBezTo>
                    <a:cubicBezTo>
                      <a:pt x="625" y="41"/>
                      <a:pt x="591" y="101"/>
                      <a:pt x="531" y="124"/>
                    </a:cubicBezTo>
                    <a:cubicBezTo>
                      <a:pt x="471" y="101"/>
                      <a:pt x="439" y="41"/>
                      <a:pt x="356" y="12"/>
                    </a:cubicBezTo>
                    <a:cubicBezTo>
                      <a:pt x="333" y="4"/>
                      <a:pt x="309" y="1"/>
                      <a:pt x="28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3"/>
              <p:cNvSpPr/>
              <p:nvPr/>
            </p:nvSpPr>
            <p:spPr>
              <a:xfrm>
                <a:off x="1891100" y="4424361"/>
                <a:ext cx="204381" cy="150567"/>
              </a:xfrm>
              <a:custGeom>
                <a:avLst/>
                <a:gdLst/>
                <a:ahLst/>
                <a:cxnLst/>
                <a:rect l="l" t="t" r="r" b="b"/>
                <a:pathLst>
                  <a:path w="733" h="540" extrusionOk="0">
                    <a:moveTo>
                      <a:pt x="198" y="1"/>
                    </a:moveTo>
                    <a:cubicBezTo>
                      <a:pt x="160" y="1"/>
                      <a:pt x="122" y="13"/>
                      <a:pt x="91" y="35"/>
                    </a:cubicBezTo>
                    <a:cubicBezTo>
                      <a:pt x="36" y="75"/>
                      <a:pt x="4" y="143"/>
                      <a:pt x="1" y="212"/>
                    </a:cubicBezTo>
                    <a:cubicBezTo>
                      <a:pt x="1" y="257"/>
                      <a:pt x="13" y="305"/>
                      <a:pt x="39" y="343"/>
                    </a:cubicBezTo>
                    <a:cubicBezTo>
                      <a:pt x="75" y="393"/>
                      <a:pt x="134" y="422"/>
                      <a:pt x="189" y="450"/>
                    </a:cubicBezTo>
                    <a:lnTo>
                      <a:pt x="367" y="539"/>
                    </a:lnTo>
                    <a:lnTo>
                      <a:pt x="544" y="450"/>
                    </a:lnTo>
                    <a:cubicBezTo>
                      <a:pt x="601" y="423"/>
                      <a:pt x="660" y="393"/>
                      <a:pt x="694" y="343"/>
                    </a:cubicBezTo>
                    <a:cubicBezTo>
                      <a:pt x="722" y="305"/>
                      <a:pt x="732" y="257"/>
                      <a:pt x="732" y="212"/>
                    </a:cubicBezTo>
                    <a:cubicBezTo>
                      <a:pt x="731" y="144"/>
                      <a:pt x="699" y="75"/>
                      <a:pt x="642" y="35"/>
                    </a:cubicBezTo>
                    <a:cubicBezTo>
                      <a:pt x="612" y="14"/>
                      <a:pt x="573" y="1"/>
                      <a:pt x="535" y="1"/>
                    </a:cubicBezTo>
                    <a:cubicBezTo>
                      <a:pt x="519" y="1"/>
                      <a:pt x="503" y="3"/>
                      <a:pt x="488" y="8"/>
                    </a:cubicBezTo>
                    <a:cubicBezTo>
                      <a:pt x="431" y="28"/>
                      <a:pt x="408" y="69"/>
                      <a:pt x="367" y="87"/>
                    </a:cubicBezTo>
                    <a:cubicBezTo>
                      <a:pt x="325" y="72"/>
                      <a:pt x="305" y="29"/>
                      <a:pt x="247" y="8"/>
                    </a:cubicBezTo>
                    <a:cubicBezTo>
                      <a:pt x="231" y="3"/>
                      <a:pt x="215" y="1"/>
                      <a:pt x="1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57" name="Google Shape;1357;p43"/>
            <p:cNvSpPr/>
            <p:nvPr/>
          </p:nvSpPr>
          <p:spPr>
            <a:xfrm>
              <a:off x="549673" y="3219837"/>
              <a:ext cx="820032" cy="603940"/>
            </a:xfrm>
            <a:custGeom>
              <a:avLst/>
              <a:gdLst/>
              <a:ahLst/>
              <a:cxnLst/>
              <a:rect l="l" t="t" r="r" b="b"/>
              <a:pathLst>
                <a:path w="2941" h="2166" extrusionOk="0">
                  <a:moveTo>
                    <a:pt x="0" y="1"/>
                  </a:moveTo>
                  <a:lnTo>
                    <a:pt x="0" y="1"/>
                  </a:lnTo>
                  <a:cubicBezTo>
                    <a:pt x="575" y="358"/>
                    <a:pt x="811" y="1017"/>
                    <a:pt x="924" y="1738"/>
                  </a:cubicBezTo>
                  <a:cubicBezTo>
                    <a:pt x="971" y="1928"/>
                    <a:pt x="1114" y="2069"/>
                    <a:pt x="1256" y="2116"/>
                  </a:cubicBezTo>
                  <a:cubicBezTo>
                    <a:pt x="1353" y="2151"/>
                    <a:pt x="1450" y="2165"/>
                    <a:pt x="1546" y="2165"/>
                  </a:cubicBezTo>
                  <a:cubicBezTo>
                    <a:pt x="1915" y="2165"/>
                    <a:pt x="2280" y="1960"/>
                    <a:pt x="2624" y="1960"/>
                  </a:cubicBezTo>
                  <a:cubicBezTo>
                    <a:pt x="2674" y="1960"/>
                    <a:pt x="2724" y="1964"/>
                    <a:pt x="2773" y="1975"/>
                  </a:cubicBezTo>
                  <a:cubicBezTo>
                    <a:pt x="2833" y="1984"/>
                    <a:pt x="2889" y="2011"/>
                    <a:pt x="2941" y="2051"/>
                  </a:cubicBezTo>
                  <a:cubicBezTo>
                    <a:pt x="2835" y="1861"/>
                    <a:pt x="2734" y="1671"/>
                    <a:pt x="2656" y="1471"/>
                  </a:cubicBezTo>
                  <a:cubicBezTo>
                    <a:pt x="2573" y="1252"/>
                    <a:pt x="2515" y="1015"/>
                    <a:pt x="2354" y="845"/>
                  </a:cubicBezTo>
                  <a:cubicBezTo>
                    <a:pt x="2236" y="720"/>
                    <a:pt x="2072" y="645"/>
                    <a:pt x="1912" y="574"/>
                  </a:cubicBezTo>
                  <a:cubicBezTo>
                    <a:pt x="1301" y="302"/>
                    <a:pt x="658" y="26"/>
                    <a:pt x="0" y="1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3"/>
            <p:cNvSpPr/>
            <p:nvPr/>
          </p:nvSpPr>
          <p:spPr>
            <a:xfrm>
              <a:off x="354495" y="5009058"/>
              <a:ext cx="1122838" cy="404021"/>
            </a:xfrm>
            <a:custGeom>
              <a:avLst/>
              <a:gdLst/>
              <a:ahLst/>
              <a:cxnLst/>
              <a:rect l="l" t="t" r="r" b="b"/>
              <a:pathLst>
                <a:path w="4027" h="1449" extrusionOk="0">
                  <a:moveTo>
                    <a:pt x="1081" y="1"/>
                  </a:moveTo>
                  <a:cubicBezTo>
                    <a:pt x="840" y="1"/>
                    <a:pt x="599" y="11"/>
                    <a:pt x="359" y="33"/>
                  </a:cubicBezTo>
                  <a:cubicBezTo>
                    <a:pt x="279" y="41"/>
                    <a:pt x="196" y="50"/>
                    <a:pt x="127" y="87"/>
                  </a:cubicBezTo>
                  <a:cubicBezTo>
                    <a:pt x="58" y="126"/>
                    <a:pt x="0" y="202"/>
                    <a:pt x="11" y="282"/>
                  </a:cubicBezTo>
                  <a:cubicBezTo>
                    <a:pt x="20" y="362"/>
                    <a:pt x="91" y="422"/>
                    <a:pt x="159" y="470"/>
                  </a:cubicBezTo>
                  <a:cubicBezTo>
                    <a:pt x="1055" y="1106"/>
                    <a:pt x="2155" y="1449"/>
                    <a:pt x="3255" y="1449"/>
                  </a:cubicBezTo>
                  <a:cubicBezTo>
                    <a:pt x="3513" y="1449"/>
                    <a:pt x="3771" y="1430"/>
                    <a:pt x="4027" y="1392"/>
                  </a:cubicBezTo>
                  <a:cubicBezTo>
                    <a:pt x="3987" y="1075"/>
                    <a:pt x="3912" y="764"/>
                    <a:pt x="3803" y="464"/>
                  </a:cubicBezTo>
                  <a:cubicBezTo>
                    <a:pt x="2930" y="158"/>
                    <a:pt x="2006" y="1"/>
                    <a:pt x="1081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3"/>
            <p:cNvSpPr/>
            <p:nvPr/>
          </p:nvSpPr>
          <p:spPr>
            <a:xfrm>
              <a:off x="187479" y="3219000"/>
              <a:ext cx="1326940" cy="2053286"/>
            </a:xfrm>
            <a:custGeom>
              <a:avLst/>
              <a:gdLst/>
              <a:ahLst/>
              <a:cxnLst/>
              <a:rect l="l" t="t" r="r" b="b"/>
              <a:pathLst>
                <a:path w="4759" h="7364" extrusionOk="0">
                  <a:moveTo>
                    <a:pt x="1207" y="1"/>
                  </a:moveTo>
                  <a:cubicBezTo>
                    <a:pt x="1118" y="1"/>
                    <a:pt x="1028" y="5"/>
                    <a:pt x="939" y="16"/>
                  </a:cubicBezTo>
                  <a:lnTo>
                    <a:pt x="655" y="218"/>
                  </a:lnTo>
                  <a:cubicBezTo>
                    <a:pt x="109" y="848"/>
                    <a:pt x="1" y="1759"/>
                    <a:pt x="127" y="2585"/>
                  </a:cubicBezTo>
                  <a:cubicBezTo>
                    <a:pt x="253" y="3409"/>
                    <a:pt x="584" y="4187"/>
                    <a:pt x="829" y="4984"/>
                  </a:cubicBezTo>
                  <a:cubicBezTo>
                    <a:pt x="943" y="5363"/>
                    <a:pt x="1035" y="5793"/>
                    <a:pt x="844" y="6139"/>
                  </a:cubicBezTo>
                  <a:cubicBezTo>
                    <a:pt x="762" y="6289"/>
                    <a:pt x="627" y="6433"/>
                    <a:pt x="663" y="6599"/>
                  </a:cubicBezTo>
                  <a:cubicBezTo>
                    <a:pt x="690" y="6727"/>
                    <a:pt x="815" y="6810"/>
                    <a:pt x="930" y="6872"/>
                  </a:cubicBezTo>
                  <a:cubicBezTo>
                    <a:pt x="1536" y="7199"/>
                    <a:pt x="2224" y="7363"/>
                    <a:pt x="2912" y="7363"/>
                  </a:cubicBezTo>
                  <a:cubicBezTo>
                    <a:pt x="3492" y="7363"/>
                    <a:pt x="4072" y="7246"/>
                    <a:pt x="4603" y="7009"/>
                  </a:cubicBezTo>
                  <a:cubicBezTo>
                    <a:pt x="4368" y="6225"/>
                    <a:pt x="4331" y="5384"/>
                    <a:pt x="4502" y="4582"/>
                  </a:cubicBezTo>
                  <a:cubicBezTo>
                    <a:pt x="4598" y="4129"/>
                    <a:pt x="4758" y="3677"/>
                    <a:pt x="4707" y="3217"/>
                  </a:cubicBezTo>
                  <a:cubicBezTo>
                    <a:pt x="4638" y="2584"/>
                    <a:pt x="4181" y="2068"/>
                    <a:pt x="3953" y="1472"/>
                  </a:cubicBezTo>
                  <a:cubicBezTo>
                    <a:pt x="3870" y="1254"/>
                    <a:pt x="3811" y="1015"/>
                    <a:pt x="3651" y="847"/>
                  </a:cubicBezTo>
                  <a:cubicBezTo>
                    <a:pt x="3532" y="720"/>
                    <a:pt x="3368" y="645"/>
                    <a:pt x="3208" y="575"/>
                  </a:cubicBezTo>
                  <a:cubicBezTo>
                    <a:pt x="2571" y="292"/>
                    <a:pt x="1897" y="1"/>
                    <a:pt x="1207" y="1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3"/>
            <p:cNvSpPr/>
            <p:nvPr/>
          </p:nvSpPr>
          <p:spPr>
            <a:xfrm>
              <a:off x="187200" y="3219837"/>
              <a:ext cx="1278703" cy="1938688"/>
            </a:xfrm>
            <a:custGeom>
              <a:avLst/>
              <a:gdLst/>
              <a:ahLst/>
              <a:cxnLst/>
              <a:rect l="l" t="t" r="r" b="b"/>
              <a:pathLst>
                <a:path w="4586" h="6953" extrusionOk="0">
                  <a:moveTo>
                    <a:pt x="1204" y="1"/>
                  </a:moveTo>
                  <a:cubicBezTo>
                    <a:pt x="1117" y="1"/>
                    <a:pt x="1029" y="5"/>
                    <a:pt x="940" y="16"/>
                  </a:cubicBezTo>
                  <a:lnTo>
                    <a:pt x="653" y="218"/>
                  </a:lnTo>
                  <a:cubicBezTo>
                    <a:pt x="109" y="850"/>
                    <a:pt x="0" y="1759"/>
                    <a:pt x="125" y="2585"/>
                  </a:cubicBezTo>
                  <a:cubicBezTo>
                    <a:pt x="193" y="3026"/>
                    <a:pt x="320" y="3454"/>
                    <a:pt x="460" y="3877"/>
                  </a:cubicBezTo>
                  <a:cubicBezTo>
                    <a:pt x="762" y="4267"/>
                    <a:pt x="1192" y="4538"/>
                    <a:pt x="1700" y="4538"/>
                  </a:cubicBezTo>
                  <a:cubicBezTo>
                    <a:pt x="1606" y="4963"/>
                    <a:pt x="1938" y="5295"/>
                    <a:pt x="2126" y="5580"/>
                  </a:cubicBezTo>
                  <a:cubicBezTo>
                    <a:pt x="2267" y="5865"/>
                    <a:pt x="1795" y="6528"/>
                    <a:pt x="2173" y="6813"/>
                  </a:cubicBezTo>
                  <a:cubicBezTo>
                    <a:pt x="2235" y="6855"/>
                    <a:pt x="2292" y="6873"/>
                    <a:pt x="2345" y="6873"/>
                  </a:cubicBezTo>
                  <a:cubicBezTo>
                    <a:pt x="2656" y="6873"/>
                    <a:pt x="2831" y="6249"/>
                    <a:pt x="3073" y="6008"/>
                  </a:cubicBezTo>
                  <a:cubicBezTo>
                    <a:pt x="3383" y="6501"/>
                    <a:pt x="3975" y="6896"/>
                    <a:pt x="4586" y="6952"/>
                  </a:cubicBezTo>
                  <a:cubicBezTo>
                    <a:pt x="4471" y="6551"/>
                    <a:pt x="4408" y="6135"/>
                    <a:pt x="4397" y="5716"/>
                  </a:cubicBezTo>
                  <a:cubicBezTo>
                    <a:pt x="4028" y="4814"/>
                    <a:pt x="4452" y="3914"/>
                    <a:pt x="4547" y="3016"/>
                  </a:cubicBezTo>
                  <a:cubicBezTo>
                    <a:pt x="4563" y="2887"/>
                    <a:pt x="4551" y="2730"/>
                    <a:pt x="4516" y="2579"/>
                  </a:cubicBezTo>
                  <a:cubicBezTo>
                    <a:pt x="4434" y="2403"/>
                    <a:pt x="4334" y="2226"/>
                    <a:pt x="4239" y="2053"/>
                  </a:cubicBezTo>
                  <a:cubicBezTo>
                    <a:pt x="4188" y="2012"/>
                    <a:pt x="4133" y="1984"/>
                    <a:pt x="4072" y="1976"/>
                  </a:cubicBezTo>
                  <a:cubicBezTo>
                    <a:pt x="4024" y="1967"/>
                    <a:pt x="3975" y="1962"/>
                    <a:pt x="3926" y="1962"/>
                  </a:cubicBezTo>
                  <a:cubicBezTo>
                    <a:pt x="3582" y="1962"/>
                    <a:pt x="3216" y="2167"/>
                    <a:pt x="2845" y="2167"/>
                  </a:cubicBezTo>
                  <a:cubicBezTo>
                    <a:pt x="2748" y="2167"/>
                    <a:pt x="2651" y="2153"/>
                    <a:pt x="2553" y="2118"/>
                  </a:cubicBezTo>
                  <a:cubicBezTo>
                    <a:pt x="2413" y="2071"/>
                    <a:pt x="2270" y="1928"/>
                    <a:pt x="2221" y="1739"/>
                  </a:cubicBezTo>
                  <a:cubicBezTo>
                    <a:pt x="2108" y="1018"/>
                    <a:pt x="1873" y="360"/>
                    <a:pt x="1299" y="2"/>
                  </a:cubicBezTo>
                  <a:cubicBezTo>
                    <a:pt x="1267" y="1"/>
                    <a:pt x="1236" y="1"/>
                    <a:pt x="1204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3"/>
            <p:cNvSpPr/>
            <p:nvPr/>
          </p:nvSpPr>
          <p:spPr>
            <a:xfrm>
              <a:off x="380984" y="4987309"/>
              <a:ext cx="1042536" cy="220831"/>
            </a:xfrm>
            <a:custGeom>
              <a:avLst/>
              <a:gdLst/>
              <a:ahLst/>
              <a:cxnLst/>
              <a:rect l="l" t="t" r="r" b="b"/>
              <a:pathLst>
                <a:path w="3739" h="792" extrusionOk="0">
                  <a:moveTo>
                    <a:pt x="31" y="1"/>
                  </a:moveTo>
                  <a:lnTo>
                    <a:pt x="0" y="40"/>
                  </a:lnTo>
                  <a:cubicBezTo>
                    <a:pt x="655" y="535"/>
                    <a:pt x="1469" y="791"/>
                    <a:pt x="2283" y="791"/>
                  </a:cubicBezTo>
                  <a:cubicBezTo>
                    <a:pt x="2781" y="791"/>
                    <a:pt x="3279" y="696"/>
                    <a:pt x="3739" y="500"/>
                  </a:cubicBezTo>
                  <a:lnTo>
                    <a:pt x="3719" y="453"/>
                  </a:lnTo>
                  <a:cubicBezTo>
                    <a:pt x="3264" y="647"/>
                    <a:pt x="2774" y="741"/>
                    <a:pt x="2283" y="741"/>
                  </a:cubicBezTo>
                  <a:cubicBezTo>
                    <a:pt x="1480" y="741"/>
                    <a:pt x="677" y="488"/>
                    <a:pt x="31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3"/>
            <p:cNvSpPr/>
            <p:nvPr/>
          </p:nvSpPr>
          <p:spPr>
            <a:xfrm>
              <a:off x="1104256" y="4258460"/>
              <a:ext cx="323998" cy="913718"/>
            </a:xfrm>
            <a:custGeom>
              <a:avLst/>
              <a:gdLst/>
              <a:ahLst/>
              <a:cxnLst/>
              <a:rect l="l" t="t" r="r" b="b"/>
              <a:pathLst>
                <a:path w="1162" h="3277" extrusionOk="0">
                  <a:moveTo>
                    <a:pt x="742" y="0"/>
                  </a:moveTo>
                  <a:cubicBezTo>
                    <a:pt x="686" y="106"/>
                    <a:pt x="632" y="211"/>
                    <a:pt x="575" y="315"/>
                  </a:cubicBezTo>
                  <a:lnTo>
                    <a:pt x="437" y="695"/>
                  </a:lnTo>
                  <a:cubicBezTo>
                    <a:pt x="252" y="830"/>
                    <a:pt x="124" y="1045"/>
                    <a:pt x="97" y="1271"/>
                  </a:cubicBezTo>
                  <a:cubicBezTo>
                    <a:pt x="139" y="1250"/>
                    <a:pt x="184" y="1231"/>
                    <a:pt x="228" y="1211"/>
                  </a:cubicBezTo>
                  <a:lnTo>
                    <a:pt x="228" y="1211"/>
                  </a:lnTo>
                  <a:cubicBezTo>
                    <a:pt x="143" y="1305"/>
                    <a:pt x="54" y="1412"/>
                    <a:pt x="63" y="1538"/>
                  </a:cubicBezTo>
                  <a:cubicBezTo>
                    <a:pt x="68" y="1575"/>
                    <a:pt x="84" y="1621"/>
                    <a:pt x="121" y="1632"/>
                  </a:cubicBezTo>
                  <a:lnTo>
                    <a:pt x="121" y="1632"/>
                  </a:lnTo>
                  <a:cubicBezTo>
                    <a:pt x="44" y="1754"/>
                    <a:pt x="1" y="1897"/>
                    <a:pt x="0" y="2040"/>
                  </a:cubicBezTo>
                  <a:cubicBezTo>
                    <a:pt x="6" y="2041"/>
                    <a:pt x="11" y="2042"/>
                    <a:pt x="17" y="2042"/>
                  </a:cubicBezTo>
                  <a:cubicBezTo>
                    <a:pt x="59" y="2042"/>
                    <a:pt x="101" y="2014"/>
                    <a:pt x="115" y="1974"/>
                  </a:cubicBezTo>
                  <a:lnTo>
                    <a:pt x="115" y="1974"/>
                  </a:lnTo>
                  <a:cubicBezTo>
                    <a:pt x="74" y="2108"/>
                    <a:pt x="84" y="2259"/>
                    <a:pt x="143" y="2384"/>
                  </a:cubicBezTo>
                  <a:cubicBezTo>
                    <a:pt x="164" y="2368"/>
                    <a:pt x="182" y="2353"/>
                    <a:pt x="204" y="2336"/>
                  </a:cubicBezTo>
                  <a:cubicBezTo>
                    <a:pt x="226" y="2390"/>
                    <a:pt x="214" y="2452"/>
                    <a:pt x="211" y="2511"/>
                  </a:cubicBezTo>
                  <a:cubicBezTo>
                    <a:pt x="207" y="2570"/>
                    <a:pt x="219" y="2639"/>
                    <a:pt x="267" y="2669"/>
                  </a:cubicBezTo>
                  <a:cubicBezTo>
                    <a:pt x="278" y="2676"/>
                    <a:pt x="290" y="2679"/>
                    <a:pt x="302" y="2679"/>
                  </a:cubicBezTo>
                  <a:cubicBezTo>
                    <a:pt x="349" y="2679"/>
                    <a:pt x="397" y="2637"/>
                    <a:pt x="377" y="2595"/>
                  </a:cubicBezTo>
                  <a:lnTo>
                    <a:pt x="377" y="2595"/>
                  </a:lnTo>
                  <a:cubicBezTo>
                    <a:pt x="416" y="2636"/>
                    <a:pt x="424" y="2696"/>
                    <a:pt x="431" y="2751"/>
                  </a:cubicBezTo>
                  <a:cubicBezTo>
                    <a:pt x="439" y="2805"/>
                    <a:pt x="455" y="2867"/>
                    <a:pt x="502" y="2895"/>
                  </a:cubicBezTo>
                  <a:cubicBezTo>
                    <a:pt x="513" y="2901"/>
                    <a:pt x="524" y="2904"/>
                    <a:pt x="536" y="2904"/>
                  </a:cubicBezTo>
                  <a:cubicBezTo>
                    <a:pt x="580" y="2904"/>
                    <a:pt x="625" y="2867"/>
                    <a:pt x="608" y="2827"/>
                  </a:cubicBezTo>
                  <a:lnTo>
                    <a:pt x="608" y="2827"/>
                  </a:lnTo>
                  <a:cubicBezTo>
                    <a:pt x="705" y="3054"/>
                    <a:pt x="917" y="3227"/>
                    <a:pt x="1161" y="3277"/>
                  </a:cubicBezTo>
                  <a:cubicBezTo>
                    <a:pt x="870" y="2485"/>
                    <a:pt x="752" y="1630"/>
                    <a:pt x="813" y="789"/>
                  </a:cubicBezTo>
                  <a:cubicBezTo>
                    <a:pt x="831" y="522"/>
                    <a:pt x="866" y="238"/>
                    <a:pt x="742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3"/>
            <p:cNvSpPr/>
            <p:nvPr/>
          </p:nvSpPr>
          <p:spPr>
            <a:xfrm>
              <a:off x="1160579" y="4774566"/>
              <a:ext cx="27604" cy="114877"/>
            </a:xfrm>
            <a:custGeom>
              <a:avLst/>
              <a:gdLst/>
              <a:ahLst/>
              <a:cxnLst/>
              <a:rect l="l" t="t" r="r" b="b"/>
              <a:pathLst>
                <a:path w="99" h="412" extrusionOk="0">
                  <a:moveTo>
                    <a:pt x="78" y="1"/>
                  </a:moveTo>
                  <a:lnTo>
                    <a:pt x="78" y="1"/>
                  </a:lnTo>
                  <a:cubicBezTo>
                    <a:pt x="18" y="117"/>
                    <a:pt x="0" y="254"/>
                    <a:pt x="27" y="382"/>
                  </a:cubicBezTo>
                  <a:cubicBezTo>
                    <a:pt x="31" y="395"/>
                    <a:pt x="38" y="411"/>
                    <a:pt x="51" y="411"/>
                  </a:cubicBezTo>
                  <a:cubicBezTo>
                    <a:pt x="52" y="411"/>
                    <a:pt x="53" y="411"/>
                    <a:pt x="54" y="411"/>
                  </a:cubicBezTo>
                  <a:cubicBezTo>
                    <a:pt x="68" y="410"/>
                    <a:pt x="72" y="394"/>
                    <a:pt x="75" y="381"/>
                  </a:cubicBezTo>
                  <a:cubicBezTo>
                    <a:pt x="95" y="254"/>
                    <a:pt x="98" y="126"/>
                    <a:pt x="78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3"/>
            <p:cNvSpPr/>
            <p:nvPr/>
          </p:nvSpPr>
          <p:spPr>
            <a:xfrm>
              <a:off x="1150262" y="4587474"/>
              <a:ext cx="67755" cy="160047"/>
            </a:xfrm>
            <a:custGeom>
              <a:avLst/>
              <a:gdLst/>
              <a:ahLst/>
              <a:cxnLst/>
              <a:rect l="l" t="t" r="r" b="b"/>
              <a:pathLst>
                <a:path w="243" h="574" extrusionOk="0">
                  <a:moveTo>
                    <a:pt x="242" y="1"/>
                  </a:moveTo>
                  <a:lnTo>
                    <a:pt x="242" y="1"/>
                  </a:lnTo>
                  <a:cubicBezTo>
                    <a:pt x="82" y="138"/>
                    <a:pt x="1" y="364"/>
                    <a:pt x="37" y="574"/>
                  </a:cubicBezTo>
                  <a:cubicBezTo>
                    <a:pt x="91" y="560"/>
                    <a:pt x="114" y="495"/>
                    <a:pt x="129" y="441"/>
                  </a:cubicBezTo>
                  <a:lnTo>
                    <a:pt x="242" y="1"/>
                  </a:ln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3"/>
            <p:cNvSpPr/>
            <p:nvPr/>
          </p:nvSpPr>
          <p:spPr>
            <a:xfrm>
              <a:off x="1215507" y="4407074"/>
              <a:ext cx="179007" cy="676436"/>
            </a:xfrm>
            <a:custGeom>
              <a:avLst/>
              <a:gdLst/>
              <a:ahLst/>
              <a:cxnLst/>
              <a:rect l="l" t="t" r="r" b="b"/>
              <a:pathLst>
                <a:path w="642" h="2426" extrusionOk="0">
                  <a:moveTo>
                    <a:pt x="341" y="1"/>
                  </a:moveTo>
                  <a:cubicBezTo>
                    <a:pt x="328" y="15"/>
                    <a:pt x="316" y="25"/>
                    <a:pt x="302" y="39"/>
                  </a:cubicBezTo>
                  <a:lnTo>
                    <a:pt x="225" y="263"/>
                  </a:lnTo>
                  <a:cubicBezTo>
                    <a:pt x="90" y="518"/>
                    <a:pt x="11" y="805"/>
                    <a:pt x="1" y="1093"/>
                  </a:cubicBezTo>
                  <a:cubicBezTo>
                    <a:pt x="44" y="1070"/>
                    <a:pt x="87" y="1047"/>
                    <a:pt x="130" y="1026"/>
                  </a:cubicBezTo>
                  <a:lnTo>
                    <a:pt x="130" y="1026"/>
                  </a:lnTo>
                  <a:cubicBezTo>
                    <a:pt x="7" y="1244"/>
                    <a:pt x="7" y="1525"/>
                    <a:pt x="132" y="1743"/>
                  </a:cubicBezTo>
                  <a:cubicBezTo>
                    <a:pt x="150" y="1690"/>
                    <a:pt x="166" y="1636"/>
                    <a:pt x="183" y="1583"/>
                  </a:cubicBezTo>
                  <a:lnTo>
                    <a:pt x="183" y="1583"/>
                  </a:lnTo>
                  <a:cubicBezTo>
                    <a:pt x="154" y="1921"/>
                    <a:pt x="343" y="2264"/>
                    <a:pt x="641" y="2426"/>
                  </a:cubicBezTo>
                  <a:cubicBezTo>
                    <a:pt x="378" y="1649"/>
                    <a:pt x="275" y="820"/>
                    <a:pt x="341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3"/>
            <p:cNvSpPr/>
            <p:nvPr/>
          </p:nvSpPr>
          <p:spPr>
            <a:xfrm>
              <a:off x="539914" y="2852903"/>
              <a:ext cx="821705" cy="1761911"/>
            </a:xfrm>
            <a:custGeom>
              <a:avLst/>
              <a:gdLst/>
              <a:ahLst/>
              <a:cxnLst/>
              <a:rect l="l" t="t" r="r" b="b"/>
              <a:pathLst>
                <a:path w="2947" h="6319" extrusionOk="0">
                  <a:moveTo>
                    <a:pt x="1089" y="0"/>
                  </a:moveTo>
                  <a:lnTo>
                    <a:pt x="0" y="567"/>
                  </a:lnTo>
                  <a:cubicBezTo>
                    <a:pt x="460" y="1127"/>
                    <a:pt x="546" y="1908"/>
                    <a:pt x="493" y="2632"/>
                  </a:cubicBezTo>
                  <a:cubicBezTo>
                    <a:pt x="441" y="3355"/>
                    <a:pt x="275" y="4073"/>
                    <a:pt x="316" y="4797"/>
                  </a:cubicBezTo>
                  <a:cubicBezTo>
                    <a:pt x="332" y="5079"/>
                    <a:pt x="382" y="5365"/>
                    <a:pt x="503" y="5622"/>
                  </a:cubicBezTo>
                  <a:cubicBezTo>
                    <a:pt x="623" y="5878"/>
                    <a:pt x="822" y="6106"/>
                    <a:pt x="1082" y="6223"/>
                  </a:cubicBezTo>
                  <a:cubicBezTo>
                    <a:pt x="1228" y="6290"/>
                    <a:pt x="1386" y="6318"/>
                    <a:pt x="1546" y="6318"/>
                  </a:cubicBezTo>
                  <a:cubicBezTo>
                    <a:pt x="1753" y="6318"/>
                    <a:pt x="1963" y="6271"/>
                    <a:pt x="2157" y="6199"/>
                  </a:cubicBezTo>
                  <a:cubicBezTo>
                    <a:pt x="2431" y="6097"/>
                    <a:pt x="2698" y="5934"/>
                    <a:pt x="2832" y="5675"/>
                  </a:cubicBezTo>
                  <a:cubicBezTo>
                    <a:pt x="2945" y="5453"/>
                    <a:pt x="2947" y="5190"/>
                    <a:pt x="2938" y="4942"/>
                  </a:cubicBezTo>
                  <a:cubicBezTo>
                    <a:pt x="2905" y="4026"/>
                    <a:pt x="2761" y="3116"/>
                    <a:pt x="2516" y="2233"/>
                  </a:cubicBezTo>
                  <a:cubicBezTo>
                    <a:pt x="2393" y="1796"/>
                    <a:pt x="2244" y="1362"/>
                    <a:pt x="2018" y="970"/>
                  </a:cubicBezTo>
                  <a:cubicBezTo>
                    <a:pt x="1792" y="578"/>
                    <a:pt x="1481" y="226"/>
                    <a:pt x="1089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3"/>
            <p:cNvSpPr/>
            <p:nvPr/>
          </p:nvSpPr>
          <p:spPr>
            <a:xfrm>
              <a:off x="622167" y="3137026"/>
              <a:ext cx="585259" cy="1480295"/>
            </a:xfrm>
            <a:custGeom>
              <a:avLst/>
              <a:gdLst/>
              <a:ahLst/>
              <a:cxnLst/>
              <a:rect l="l" t="t" r="r" b="b"/>
              <a:pathLst>
                <a:path w="2099" h="5309" extrusionOk="0">
                  <a:moveTo>
                    <a:pt x="1" y="1"/>
                  </a:moveTo>
                  <a:cubicBezTo>
                    <a:pt x="221" y="492"/>
                    <a:pt x="260" y="1073"/>
                    <a:pt x="223" y="1622"/>
                  </a:cubicBezTo>
                  <a:cubicBezTo>
                    <a:pt x="171" y="2345"/>
                    <a:pt x="5" y="3063"/>
                    <a:pt x="46" y="3787"/>
                  </a:cubicBezTo>
                  <a:cubicBezTo>
                    <a:pt x="61" y="4070"/>
                    <a:pt x="110" y="4357"/>
                    <a:pt x="232" y="4612"/>
                  </a:cubicBezTo>
                  <a:cubicBezTo>
                    <a:pt x="352" y="4868"/>
                    <a:pt x="553" y="5097"/>
                    <a:pt x="811" y="5213"/>
                  </a:cubicBezTo>
                  <a:cubicBezTo>
                    <a:pt x="958" y="5280"/>
                    <a:pt x="1116" y="5308"/>
                    <a:pt x="1276" y="5308"/>
                  </a:cubicBezTo>
                  <a:cubicBezTo>
                    <a:pt x="1483" y="5308"/>
                    <a:pt x="1693" y="5261"/>
                    <a:pt x="1887" y="5189"/>
                  </a:cubicBezTo>
                  <a:cubicBezTo>
                    <a:pt x="1958" y="5164"/>
                    <a:pt x="2031" y="5131"/>
                    <a:pt x="2098" y="5094"/>
                  </a:cubicBezTo>
                  <a:cubicBezTo>
                    <a:pt x="1857" y="5054"/>
                    <a:pt x="1625" y="4965"/>
                    <a:pt x="1411" y="4799"/>
                  </a:cubicBezTo>
                  <a:cubicBezTo>
                    <a:pt x="349" y="4042"/>
                    <a:pt x="1209" y="2725"/>
                    <a:pt x="1056" y="1665"/>
                  </a:cubicBezTo>
                  <a:cubicBezTo>
                    <a:pt x="990" y="1035"/>
                    <a:pt x="661" y="513"/>
                    <a:pt x="244" y="56"/>
                  </a:cubicBezTo>
                  <a:cubicBezTo>
                    <a:pt x="164" y="34"/>
                    <a:pt x="84" y="16"/>
                    <a:pt x="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3"/>
            <p:cNvSpPr/>
            <p:nvPr/>
          </p:nvSpPr>
          <p:spPr>
            <a:xfrm>
              <a:off x="625234" y="3658429"/>
              <a:ext cx="741960" cy="735268"/>
            </a:xfrm>
            <a:custGeom>
              <a:avLst/>
              <a:gdLst/>
              <a:ahLst/>
              <a:cxnLst/>
              <a:rect l="l" t="t" r="r" b="b"/>
              <a:pathLst>
                <a:path w="2661" h="2637" extrusionOk="0">
                  <a:moveTo>
                    <a:pt x="191" y="0"/>
                  </a:moveTo>
                  <a:cubicBezTo>
                    <a:pt x="127" y="640"/>
                    <a:pt x="1" y="1275"/>
                    <a:pt x="37" y="1915"/>
                  </a:cubicBezTo>
                  <a:cubicBezTo>
                    <a:pt x="46" y="2090"/>
                    <a:pt x="68" y="2265"/>
                    <a:pt x="112" y="2436"/>
                  </a:cubicBezTo>
                  <a:cubicBezTo>
                    <a:pt x="341" y="2549"/>
                    <a:pt x="602" y="2611"/>
                    <a:pt x="843" y="2627"/>
                  </a:cubicBezTo>
                  <a:cubicBezTo>
                    <a:pt x="918" y="2634"/>
                    <a:pt x="993" y="2637"/>
                    <a:pt x="1067" y="2637"/>
                  </a:cubicBezTo>
                  <a:cubicBezTo>
                    <a:pt x="1633" y="2637"/>
                    <a:pt x="2172" y="2454"/>
                    <a:pt x="2660" y="2175"/>
                  </a:cubicBezTo>
                  <a:cubicBezTo>
                    <a:pt x="2660" y="2137"/>
                    <a:pt x="2659" y="2102"/>
                    <a:pt x="2656" y="2065"/>
                  </a:cubicBezTo>
                  <a:cubicBezTo>
                    <a:pt x="2641" y="1646"/>
                    <a:pt x="2602" y="1229"/>
                    <a:pt x="2541" y="816"/>
                  </a:cubicBezTo>
                  <a:cubicBezTo>
                    <a:pt x="2369" y="835"/>
                    <a:pt x="2190" y="848"/>
                    <a:pt x="2013" y="848"/>
                  </a:cubicBezTo>
                  <a:cubicBezTo>
                    <a:pt x="1626" y="848"/>
                    <a:pt x="1244" y="786"/>
                    <a:pt x="937" y="590"/>
                  </a:cubicBezTo>
                  <a:cubicBezTo>
                    <a:pt x="662" y="415"/>
                    <a:pt x="377" y="257"/>
                    <a:pt x="191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3"/>
            <p:cNvSpPr/>
            <p:nvPr/>
          </p:nvSpPr>
          <p:spPr>
            <a:xfrm>
              <a:off x="225678" y="3116671"/>
              <a:ext cx="845126" cy="655802"/>
            </a:xfrm>
            <a:custGeom>
              <a:avLst/>
              <a:gdLst/>
              <a:ahLst/>
              <a:cxnLst/>
              <a:rect l="l" t="t" r="r" b="b"/>
              <a:pathLst>
                <a:path w="3031" h="2352" extrusionOk="0">
                  <a:moveTo>
                    <a:pt x="883" y="1"/>
                  </a:moveTo>
                  <a:cubicBezTo>
                    <a:pt x="794" y="1"/>
                    <a:pt x="706" y="10"/>
                    <a:pt x="621" y="37"/>
                  </a:cubicBezTo>
                  <a:cubicBezTo>
                    <a:pt x="401" y="107"/>
                    <a:pt x="227" y="292"/>
                    <a:pt x="1" y="337"/>
                  </a:cubicBezTo>
                  <a:cubicBezTo>
                    <a:pt x="24" y="435"/>
                    <a:pt x="126" y="497"/>
                    <a:pt x="226" y="505"/>
                  </a:cubicBezTo>
                  <a:cubicBezTo>
                    <a:pt x="235" y="506"/>
                    <a:pt x="244" y="506"/>
                    <a:pt x="252" y="506"/>
                  </a:cubicBezTo>
                  <a:cubicBezTo>
                    <a:pt x="343" y="506"/>
                    <a:pt x="431" y="473"/>
                    <a:pt x="514" y="435"/>
                  </a:cubicBezTo>
                  <a:cubicBezTo>
                    <a:pt x="606" y="395"/>
                    <a:pt x="696" y="350"/>
                    <a:pt x="797" y="339"/>
                  </a:cubicBezTo>
                  <a:cubicBezTo>
                    <a:pt x="815" y="337"/>
                    <a:pt x="833" y="336"/>
                    <a:pt x="851" y="336"/>
                  </a:cubicBezTo>
                  <a:cubicBezTo>
                    <a:pt x="953" y="336"/>
                    <a:pt x="1053" y="367"/>
                    <a:pt x="1152" y="395"/>
                  </a:cubicBezTo>
                  <a:cubicBezTo>
                    <a:pt x="1250" y="425"/>
                    <a:pt x="1351" y="458"/>
                    <a:pt x="1426" y="527"/>
                  </a:cubicBezTo>
                  <a:cubicBezTo>
                    <a:pt x="1500" y="595"/>
                    <a:pt x="1541" y="693"/>
                    <a:pt x="1568" y="790"/>
                  </a:cubicBezTo>
                  <a:cubicBezTo>
                    <a:pt x="1642" y="1048"/>
                    <a:pt x="1636" y="1325"/>
                    <a:pt x="1714" y="1581"/>
                  </a:cubicBezTo>
                  <a:cubicBezTo>
                    <a:pt x="1782" y="1793"/>
                    <a:pt x="1907" y="1987"/>
                    <a:pt x="2073" y="2138"/>
                  </a:cubicBezTo>
                  <a:cubicBezTo>
                    <a:pt x="2177" y="2231"/>
                    <a:pt x="2299" y="2308"/>
                    <a:pt x="2435" y="2338"/>
                  </a:cubicBezTo>
                  <a:cubicBezTo>
                    <a:pt x="2473" y="2347"/>
                    <a:pt x="2512" y="2351"/>
                    <a:pt x="2551" y="2351"/>
                  </a:cubicBezTo>
                  <a:cubicBezTo>
                    <a:pt x="2652" y="2351"/>
                    <a:pt x="2753" y="2322"/>
                    <a:pt x="2833" y="2262"/>
                  </a:cubicBezTo>
                  <a:cubicBezTo>
                    <a:pt x="2993" y="2135"/>
                    <a:pt x="3030" y="1897"/>
                    <a:pt x="2969" y="1702"/>
                  </a:cubicBezTo>
                  <a:cubicBezTo>
                    <a:pt x="2905" y="1508"/>
                    <a:pt x="2762" y="1349"/>
                    <a:pt x="2614" y="1209"/>
                  </a:cubicBezTo>
                  <a:cubicBezTo>
                    <a:pt x="2463" y="1072"/>
                    <a:pt x="2299" y="944"/>
                    <a:pt x="2177" y="782"/>
                  </a:cubicBezTo>
                  <a:cubicBezTo>
                    <a:pt x="2022" y="579"/>
                    <a:pt x="1928" y="321"/>
                    <a:pt x="1719" y="173"/>
                  </a:cubicBezTo>
                  <a:cubicBezTo>
                    <a:pt x="1544" y="51"/>
                    <a:pt x="1320" y="30"/>
                    <a:pt x="1108" y="13"/>
                  </a:cubicBezTo>
                  <a:cubicBezTo>
                    <a:pt x="1033" y="7"/>
                    <a:pt x="958" y="1"/>
                    <a:pt x="883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3"/>
            <p:cNvSpPr/>
            <p:nvPr/>
          </p:nvSpPr>
          <p:spPr>
            <a:xfrm>
              <a:off x="655069" y="3986048"/>
              <a:ext cx="461181" cy="1144308"/>
            </a:xfrm>
            <a:custGeom>
              <a:avLst/>
              <a:gdLst/>
              <a:ahLst/>
              <a:cxnLst/>
              <a:rect l="l" t="t" r="r" b="b"/>
              <a:pathLst>
                <a:path w="1654" h="4104" extrusionOk="0">
                  <a:moveTo>
                    <a:pt x="843" y="0"/>
                  </a:moveTo>
                  <a:cubicBezTo>
                    <a:pt x="781" y="0"/>
                    <a:pt x="720" y="8"/>
                    <a:pt x="660" y="26"/>
                  </a:cubicBezTo>
                  <a:cubicBezTo>
                    <a:pt x="418" y="94"/>
                    <a:pt x="230" y="296"/>
                    <a:pt x="127" y="523"/>
                  </a:cubicBezTo>
                  <a:cubicBezTo>
                    <a:pt x="26" y="754"/>
                    <a:pt x="1" y="1009"/>
                    <a:pt x="4" y="1261"/>
                  </a:cubicBezTo>
                  <a:cubicBezTo>
                    <a:pt x="5" y="1580"/>
                    <a:pt x="52" y="1912"/>
                    <a:pt x="227" y="2181"/>
                  </a:cubicBezTo>
                  <a:cubicBezTo>
                    <a:pt x="378" y="2409"/>
                    <a:pt x="640" y="2580"/>
                    <a:pt x="910" y="2580"/>
                  </a:cubicBezTo>
                  <a:cubicBezTo>
                    <a:pt x="955" y="2580"/>
                    <a:pt x="999" y="2575"/>
                    <a:pt x="1044" y="2565"/>
                  </a:cubicBezTo>
                  <a:lnTo>
                    <a:pt x="1044" y="2565"/>
                  </a:lnTo>
                  <a:cubicBezTo>
                    <a:pt x="708" y="2874"/>
                    <a:pt x="589" y="3346"/>
                    <a:pt x="497" y="3794"/>
                  </a:cubicBezTo>
                  <a:cubicBezTo>
                    <a:pt x="483" y="3857"/>
                    <a:pt x="471" y="3925"/>
                    <a:pt x="489" y="3990"/>
                  </a:cubicBezTo>
                  <a:cubicBezTo>
                    <a:pt x="508" y="4050"/>
                    <a:pt x="559" y="4104"/>
                    <a:pt x="621" y="4104"/>
                  </a:cubicBezTo>
                  <a:cubicBezTo>
                    <a:pt x="624" y="4104"/>
                    <a:pt x="628" y="4104"/>
                    <a:pt x="632" y="4103"/>
                  </a:cubicBezTo>
                  <a:cubicBezTo>
                    <a:pt x="697" y="4096"/>
                    <a:pt x="739" y="4032"/>
                    <a:pt x="773" y="3976"/>
                  </a:cubicBezTo>
                  <a:lnTo>
                    <a:pt x="1383" y="2924"/>
                  </a:lnTo>
                  <a:cubicBezTo>
                    <a:pt x="1439" y="2826"/>
                    <a:pt x="1498" y="2725"/>
                    <a:pt x="1519" y="2612"/>
                  </a:cubicBezTo>
                  <a:cubicBezTo>
                    <a:pt x="1551" y="2422"/>
                    <a:pt x="1469" y="2233"/>
                    <a:pt x="1450" y="2042"/>
                  </a:cubicBezTo>
                  <a:cubicBezTo>
                    <a:pt x="1407" y="1626"/>
                    <a:pt x="1653" y="1226"/>
                    <a:pt x="1632" y="808"/>
                  </a:cubicBezTo>
                  <a:cubicBezTo>
                    <a:pt x="1619" y="569"/>
                    <a:pt x="1511" y="335"/>
                    <a:pt x="1328" y="180"/>
                  </a:cubicBezTo>
                  <a:cubicBezTo>
                    <a:pt x="1194" y="66"/>
                    <a:pt x="1018" y="0"/>
                    <a:pt x="843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3"/>
            <p:cNvSpPr/>
            <p:nvPr/>
          </p:nvSpPr>
          <p:spPr>
            <a:xfrm>
              <a:off x="1316163" y="3624133"/>
              <a:ext cx="339333" cy="451143"/>
            </a:xfrm>
            <a:custGeom>
              <a:avLst/>
              <a:gdLst/>
              <a:ahLst/>
              <a:cxnLst/>
              <a:rect l="l" t="t" r="r" b="b"/>
              <a:pathLst>
                <a:path w="1217" h="1618" extrusionOk="0">
                  <a:moveTo>
                    <a:pt x="774" y="1"/>
                  </a:moveTo>
                  <a:cubicBezTo>
                    <a:pt x="713" y="1"/>
                    <a:pt x="667" y="60"/>
                    <a:pt x="635" y="114"/>
                  </a:cubicBezTo>
                  <a:cubicBezTo>
                    <a:pt x="600" y="170"/>
                    <a:pt x="559" y="236"/>
                    <a:pt x="493" y="240"/>
                  </a:cubicBezTo>
                  <a:cubicBezTo>
                    <a:pt x="490" y="240"/>
                    <a:pt x="486" y="240"/>
                    <a:pt x="483" y="240"/>
                  </a:cubicBezTo>
                  <a:cubicBezTo>
                    <a:pt x="444" y="240"/>
                    <a:pt x="408" y="219"/>
                    <a:pt x="372" y="205"/>
                  </a:cubicBezTo>
                  <a:cubicBezTo>
                    <a:pt x="354" y="198"/>
                    <a:pt x="332" y="192"/>
                    <a:pt x="311" y="192"/>
                  </a:cubicBezTo>
                  <a:cubicBezTo>
                    <a:pt x="289" y="192"/>
                    <a:pt x="268" y="198"/>
                    <a:pt x="253" y="214"/>
                  </a:cubicBezTo>
                  <a:cubicBezTo>
                    <a:pt x="229" y="243"/>
                    <a:pt x="232" y="285"/>
                    <a:pt x="250" y="319"/>
                  </a:cubicBezTo>
                  <a:cubicBezTo>
                    <a:pt x="267" y="353"/>
                    <a:pt x="297" y="375"/>
                    <a:pt x="321" y="404"/>
                  </a:cubicBezTo>
                  <a:cubicBezTo>
                    <a:pt x="404" y="502"/>
                    <a:pt x="363" y="559"/>
                    <a:pt x="305" y="674"/>
                  </a:cubicBezTo>
                  <a:lnTo>
                    <a:pt x="290" y="734"/>
                  </a:lnTo>
                  <a:cubicBezTo>
                    <a:pt x="220" y="855"/>
                    <a:pt x="118" y="956"/>
                    <a:pt x="0" y="1028"/>
                  </a:cubicBezTo>
                  <a:cubicBezTo>
                    <a:pt x="75" y="1224"/>
                    <a:pt x="152" y="1422"/>
                    <a:pt x="228" y="1618"/>
                  </a:cubicBezTo>
                  <a:cubicBezTo>
                    <a:pt x="547" y="1512"/>
                    <a:pt x="879" y="1401"/>
                    <a:pt x="1123" y="1167"/>
                  </a:cubicBezTo>
                  <a:cubicBezTo>
                    <a:pt x="1151" y="1140"/>
                    <a:pt x="1179" y="1111"/>
                    <a:pt x="1196" y="1075"/>
                  </a:cubicBezTo>
                  <a:cubicBezTo>
                    <a:pt x="1211" y="1039"/>
                    <a:pt x="1215" y="996"/>
                    <a:pt x="1199" y="962"/>
                  </a:cubicBezTo>
                  <a:cubicBezTo>
                    <a:pt x="1179" y="921"/>
                    <a:pt x="1132" y="888"/>
                    <a:pt x="1140" y="843"/>
                  </a:cubicBezTo>
                  <a:cubicBezTo>
                    <a:pt x="1143" y="820"/>
                    <a:pt x="1161" y="803"/>
                    <a:pt x="1175" y="787"/>
                  </a:cubicBezTo>
                  <a:cubicBezTo>
                    <a:pt x="1205" y="745"/>
                    <a:pt x="1217" y="690"/>
                    <a:pt x="1203" y="639"/>
                  </a:cubicBezTo>
                  <a:cubicBezTo>
                    <a:pt x="1190" y="589"/>
                    <a:pt x="1152" y="547"/>
                    <a:pt x="1105" y="526"/>
                  </a:cubicBezTo>
                  <a:cubicBezTo>
                    <a:pt x="1151" y="458"/>
                    <a:pt x="1152" y="365"/>
                    <a:pt x="1111" y="297"/>
                  </a:cubicBezTo>
                  <a:cubicBezTo>
                    <a:pt x="1073" y="236"/>
                    <a:pt x="1004" y="198"/>
                    <a:pt x="933" y="198"/>
                  </a:cubicBezTo>
                  <a:cubicBezTo>
                    <a:pt x="923" y="198"/>
                    <a:pt x="912" y="199"/>
                    <a:pt x="902" y="200"/>
                  </a:cubicBezTo>
                  <a:cubicBezTo>
                    <a:pt x="899" y="160"/>
                    <a:pt x="894" y="116"/>
                    <a:pt x="878" y="77"/>
                  </a:cubicBezTo>
                  <a:cubicBezTo>
                    <a:pt x="861" y="39"/>
                    <a:pt x="825" y="4"/>
                    <a:pt x="783" y="1"/>
                  </a:cubicBezTo>
                  <a:cubicBezTo>
                    <a:pt x="780" y="1"/>
                    <a:pt x="777" y="1"/>
                    <a:pt x="774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3"/>
            <p:cNvSpPr/>
            <p:nvPr/>
          </p:nvSpPr>
          <p:spPr>
            <a:xfrm>
              <a:off x="1380014" y="3624133"/>
              <a:ext cx="330132" cy="451143"/>
            </a:xfrm>
            <a:custGeom>
              <a:avLst/>
              <a:gdLst/>
              <a:ahLst/>
              <a:cxnLst/>
              <a:rect l="l" t="t" r="r" b="b"/>
              <a:pathLst>
                <a:path w="1184" h="1618" extrusionOk="0">
                  <a:moveTo>
                    <a:pt x="541" y="0"/>
                  </a:moveTo>
                  <a:cubicBezTo>
                    <a:pt x="515" y="0"/>
                    <a:pt x="490" y="13"/>
                    <a:pt x="469" y="31"/>
                  </a:cubicBezTo>
                  <a:cubicBezTo>
                    <a:pt x="1184" y="710"/>
                    <a:pt x="606" y="1158"/>
                    <a:pt x="0" y="1618"/>
                  </a:cubicBezTo>
                  <a:cubicBezTo>
                    <a:pt x="318" y="1512"/>
                    <a:pt x="649" y="1401"/>
                    <a:pt x="891" y="1170"/>
                  </a:cubicBezTo>
                  <a:cubicBezTo>
                    <a:pt x="920" y="1141"/>
                    <a:pt x="949" y="1113"/>
                    <a:pt x="965" y="1076"/>
                  </a:cubicBezTo>
                  <a:cubicBezTo>
                    <a:pt x="982" y="1039"/>
                    <a:pt x="986" y="996"/>
                    <a:pt x="970" y="962"/>
                  </a:cubicBezTo>
                  <a:cubicBezTo>
                    <a:pt x="950" y="921"/>
                    <a:pt x="903" y="888"/>
                    <a:pt x="911" y="843"/>
                  </a:cubicBezTo>
                  <a:cubicBezTo>
                    <a:pt x="914" y="820"/>
                    <a:pt x="932" y="803"/>
                    <a:pt x="946" y="787"/>
                  </a:cubicBezTo>
                  <a:cubicBezTo>
                    <a:pt x="976" y="745"/>
                    <a:pt x="988" y="690"/>
                    <a:pt x="974" y="639"/>
                  </a:cubicBezTo>
                  <a:cubicBezTo>
                    <a:pt x="961" y="589"/>
                    <a:pt x="923" y="547"/>
                    <a:pt x="876" y="526"/>
                  </a:cubicBezTo>
                  <a:cubicBezTo>
                    <a:pt x="922" y="458"/>
                    <a:pt x="923" y="365"/>
                    <a:pt x="882" y="297"/>
                  </a:cubicBezTo>
                  <a:cubicBezTo>
                    <a:pt x="844" y="236"/>
                    <a:pt x="775" y="198"/>
                    <a:pt x="704" y="198"/>
                  </a:cubicBezTo>
                  <a:cubicBezTo>
                    <a:pt x="694" y="198"/>
                    <a:pt x="683" y="199"/>
                    <a:pt x="673" y="200"/>
                  </a:cubicBezTo>
                  <a:cubicBezTo>
                    <a:pt x="670" y="160"/>
                    <a:pt x="665" y="116"/>
                    <a:pt x="649" y="77"/>
                  </a:cubicBezTo>
                  <a:cubicBezTo>
                    <a:pt x="632" y="39"/>
                    <a:pt x="596" y="4"/>
                    <a:pt x="554" y="1"/>
                  </a:cubicBezTo>
                  <a:cubicBezTo>
                    <a:pt x="550" y="1"/>
                    <a:pt x="545" y="0"/>
                    <a:pt x="5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3"/>
            <p:cNvSpPr/>
            <p:nvPr/>
          </p:nvSpPr>
          <p:spPr>
            <a:xfrm>
              <a:off x="1380293" y="3773583"/>
              <a:ext cx="187093" cy="292490"/>
            </a:xfrm>
            <a:custGeom>
              <a:avLst/>
              <a:gdLst/>
              <a:ahLst/>
              <a:cxnLst/>
              <a:rect l="l" t="t" r="r" b="b"/>
              <a:pathLst>
                <a:path w="671" h="1049" extrusionOk="0">
                  <a:moveTo>
                    <a:pt x="120" y="1"/>
                  </a:moveTo>
                  <a:lnTo>
                    <a:pt x="120" y="1"/>
                  </a:lnTo>
                  <a:cubicBezTo>
                    <a:pt x="1" y="340"/>
                    <a:pt x="23" y="724"/>
                    <a:pt x="180" y="1049"/>
                  </a:cubicBezTo>
                  <a:cubicBezTo>
                    <a:pt x="345" y="963"/>
                    <a:pt x="506" y="878"/>
                    <a:pt x="670" y="794"/>
                  </a:cubicBezTo>
                  <a:cubicBezTo>
                    <a:pt x="566" y="485"/>
                    <a:pt x="375" y="206"/>
                    <a:pt x="120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3"/>
            <p:cNvSpPr/>
            <p:nvPr/>
          </p:nvSpPr>
          <p:spPr>
            <a:xfrm>
              <a:off x="177999" y="3205059"/>
              <a:ext cx="1356217" cy="1220428"/>
            </a:xfrm>
            <a:custGeom>
              <a:avLst/>
              <a:gdLst/>
              <a:ahLst/>
              <a:cxnLst/>
              <a:rect l="l" t="t" r="r" b="b"/>
              <a:pathLst>
                <a:path w="4864" h="4377" extrusionOk="0">
                  <a:moveTo>
                    <a:pt x="1156" y="0"/>
                  </a:moveTo>
                  <a:cubicBezTo>
                    <a:pt x="915" y="0"/>
                    <a:pt x="687" y="145"/>
                    <a:pt x="540" y="337"/>
                  </a:cubicBezTo>
                  <a:cubicBezTo>
                    <a:pt x="385" y="536"/>
                    <a:pt x="299" y="782"/>
                    <a:pt x="226" y="1025"/>
                  </a:cubicBezTo>
                  <a:cubicBezTo>
                    <a:pt x="98" y="1456"/>
                    <a:pt x="0" y="1904"/>
                    <a:pt x="11" y="2356"/>
                  </a:cubicBezTo>
                  <a:cubicBezTo>
                    <a:pt x="18" y="2806"/>
                    <a:pt x="139" y="3265"/>
                    <a:pt x="413" y="3624"/>
                  </a:cubicBezTo>
                  <a:cubicBezTo>
                    <a:pt x="751" y="4066"/>
                    <a:pt x="1301" y="4321"/>
                    <a:pt x="1858" y="4368"/>
                  </a:cubicBezTo>
                  <a:cubicBezTo>
                    <a:pt x="1929" y="4374"/>
                    <a:pt x="2000" y="4377"/>
                    <a:pt x="2071" y="4377"/>
                  </a:cubicBezTo>
                  <a:cubicBezTo>
                    <a:pt x="2556" y="4377"/>
                    <a:pt x="3038" y="4239"/>
                    <a:pt x="3474" y="4029"/>
                  </a:cubicBezTo>
                  <a:cubicBezTo>
                    <a:pt x="3978" y="3789"/>
                    <a:pt x="4429" y="3452"/>
                    <a:pt x="4863" y="3104"/>
                  </a:cubicBezTo>
                  <a:cubicBezTo>
                    <a:pt x="4697" y="2753"/>
                    <a:pt x="4562" y="2389"/>
                    <a:pt x="4456" y="2015"/>
                  </a:cubicBezTo>
                  <a:cubicBezTo>
                    <a:pt x="4145" y="2079"/>
                    <a:pt x="3865" y="2240"/>
                    <a:pt x="3586" y="2391"/>
                  </a:cubicBezTo>
                  <a:cubicBezTo>
                    <a:pt x="3307" y="2542"/>
                    <a:pt x="3011" y="2685"/>
                    <a:pt x="2695" y="2702"/>
                  </a:cubicBezTo>
                  <a:cubicBezTo>
                    <a:pt x="2676" y="2703"/>
                    <a:pt x="2658" y="2703"/>
                    <a:pt x="2639" y="2703"/>
                  </a:cubicBezTo>
                  <a:cubicBezTo>
                    <a:pt x="2338" y="2703"/>
                    <a:pt x="2025" y="2566"/>
                    <a:pt x="1893" y="2297"/>
                  </a:cubicBezTo>
                  <a:cubicBezTo>
                    <a:pt x="1767" y="2040"/>
                    <a:pt x="1835" y="1732"/>
                    <a:pt x="1880" y="1447"/>
                  </a:cubicBezTo>
                  <a:cubicBezTo>
                    <a:pt x="1929" y="1148"/>
                    <a:pt x="1948" y="835"/>
                    <a:pt x="1846" y="550"/>
                  </a:cubicBezTo>
                  <a:cubicBezTo>
                    <a:pt x="1742" y="265"/>
                    <a:pt x="1490" y="17"/>
                    <a:pt x="1188" y="1"/>
                  </a:cubicBezTo>
                  <a:cubicBezTo>
                    <a:pt x="1178" y="0"/>
                    <a:pt x="1167" y="0"/>
                    <a:pt x="1156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3"/>
            <p:cNvSpPr/>
            <p:nvPr/>
          </p:nvSpPr>
          <p:spPr>
            <a:xfrm>
              <a:off x="553297" y="3339732"/>
              <a:ext cx="893363" cy="701251"/>
            </a:xfrm>
            <a:custGeom>
              <a:avLst/>
              <a:gdLst/>
              <a:ahLst/>
              <a:cxnLst/>
              <a:rect l="l" t="t" r="r" b="b"/>
              <a:pathLst>
                <a:path w="3204" h="2515" extrusionOk="0">
                  <a:moveTo>
                    <a:pt x="474" y="0"/>
                  </a:moveTo>
                  <a:lnTo>
                    <a:pt x="474" y="0"/>
                  </a:lnTo>
                  <a:cubicBezTo>
                    <a:pt x="690" y="637"/>
                    <a:pt x="1" y="1311"/>
                    <a:pt x="290" y="1846"/>
                  </a:cubicBezTo>
                  <a:cubicBezTo>
                    <a:pt x="543" y="2335"/>
                    <a:pt x="920" y="2515"/>
                    <a:pt x="1347" y="2515"/>
                  </a:cubicBezTo>
                  <a:cubicBezTo>
                    <a:pt x="1934" y="2515"/>
                    <a:pt x="2616" y="2176"/>
                    <a:pt x="3203" y="1833"/>
                  </a:cubicBezTo>
                  <a:cubicBezTo>
                    <a:pt x="3169" y="1733"/>
                    <a:pt x="3139" y="1632"/>
                    <a:pt x="3110" y="1531"/>
                  </a:cubicBezTo>
                  <a:cubicBezTo>
                    <a:pt x="2799" y="1594"/>
                    <a:pt x="2519" y="1756"/>
                    <a:pt x="2240" y="1906"/>
                  </a:cubicBezTo>
                  <a:cubicBezTo>
                    <a:pt x="1961" y="2057"/>
                    <a:pt x="1665" y="2200"/>
                    <a:pt x="1349" y="2217"/>
                  </a:cubicBezTo>
                  <a:cubicBezTo>
                    <a:pt x="1332" y="2218"/>
                    <a:pt x="1314" y="2218"/>
                    <a:pt x="1297" y="2218"/>
                  </a:cubicBezTo>
                  <a:cubicBezTo>
                    <a:pt x="995" y="2218"/>
                    <a:pt x="679" y="2081"/>
                    <a:pt x="547" y="1811"/>
                  </a:cubicBezTo>
                  <a:cubicBezTo>
                    <a:pt x="421" y="1554"/>
                    <a:pt x="489" y="1246"/>
                    <a:pt x="534" y="962"/>
                  </a:cubicBezTo>
                  <a:cubicBezTo>
                    <a:pt x="583" y="664"/>
                    <a:pt x="602" y="349"/>
                    <a:pt x="500" y="65"/>
                  </a:cubicBezTo>
                  <a:cubicBezTo>
                    <a:pt x="492" y="43"/>
                    <a:pt x="483" y="22"/>
                    <a:pt x="474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3"/>
            <p:cNvSpPr/>
            <p:nvPr/>
          </p:nvSpPr>
          <p:spPr>
            <a:xfrm>
              <a:off x="161827" y="3552754"/>
              <a:ext cx="1354265" cy="838434"/>
            </a:xfrm>
            <a:custGeom>
              <a:avLst/>
              <a:gdLst/>
              <a:ahLst/>
              <a:cxnLst/>
              <a:rect l="l" t="t" r="r" b="b"/>
              <a:pathLst>
                <a:path w="4857" h="3007" extrusionOk="0">
                  <a:moveTo>
                    <a:pt x="144" y="1"/>
                  </a:moveTo>
                  <a:cubicBezTo>
                    <a:pt x="1" y="616"/>
                    <a:pt x="2" y="1173"/>
                    <a:pt x="152" y="1655"/>
                  </a:cubicBezTo>
                  <a:cubicBezTo>
                    <a:pt x="328" y="2228"/>
                    <a:pt x="728" y="2688"/>
                    <a:pt x="1219" y="2883"/>
                  </a:cubicBezTo>
                  <a:cubicBezTo>
                    <a:pt x="1430" y="2965"/>
                    <a:pt x="1667" y="3006"/>
                    <a:pt x="1938" y="3006"/>
                  </a:cubicBezTo>
                  <a:cubicBezTo>
                    <a:pt x="2116" y="3006"/>
                    <a:pt x="2311" y="2990"/>
                    <a:pt x="2524" y="2956"/>
                  </a:cubicBezTo>
                  <a:cubicBezTo>
                    <a:pt x="3348" y="2818"/>
                    <a:pt x="4218" y="2230"/>
                    <a:pt x="4856" y="1800"/>
                  </a:cubicBezTo>
                  <a:lnTo>
                    <a:pt x="4828" y="1759"/>
                  </a:lnTo>
                  <a:cubicBezTo>
                    <a:pt x="4196" y="2184"/>
                    <a:pt x="3329" y="2769"/>
                    <a:pt x="2516" y="2905"/>
                  </a:cubicBezTo>
                  <a:cubicBezTo>
                    <a:pt x="2304" y="2939"/>
                    <a:pt x="2112" y="2957"/>
                    <a:pt x="1936" y="2957"/>
                  </a:cubicBezTo>
                  <a:cubicBezTo>
                    <a:pt x="1671" y="2957"/>
                    <a:pt x="1442" y="2917"/>
                    <a:pt x="1237" y="2836"/>
                  </a:cubicBezTo>
                  <a:cubicBezTo>
                    <a:pt x="759" y="2647"/>
                    <a:pt x="372" y="2199"/>
                    <a:pt x="198" y="1640"/>
                  </a:cubicBezTo>
                  <a:cubicBezTo>
                    <a:pt x="54" y="1165"/>
                    <a:pt x="49" y="619"/>
                    <a:pt x="192" y="11"/>
                  </a:cubicBezTo>
                  <a:lnTo>
                    <a:pt x="144" y="1"/>
                  </a:ln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3"/>
            <p:cNvSpPr/>
            <p:nvPr/>
          </p:nvSpPr>
          <p:spPr>
            <a:xfrm>
              <a:off x="667616" y="2867123"/>
              <a:ext cx="317027" cy="649668"/>
            </a:xfrm>
            <a:custGeom>
              <a:avLst/>
              <a:gdLst/>
              <a:ahLst/>
              <a:cxnLst/>
              <a:rect l="l" t="t" r="r" b="b"/>
              <a:pathLst>
                <a:path w="1137" h="2330" extrusionOk="0">
                  <a:moveTo>
                    <a:pt x="294" y="1"/>
                  </a:moveTo>
                  <a:cubicBezTo>
                    <a:pt x="270" y="1"/>
                    <a:pt x="247" y="5"/>
                    <a:pt x="227" y="19"/>
                  </a:cubicBezTo>
                  <a:cubicBezTo>
                    <a:pt x="143" y="74"/>
                    <a:pt x="201" y="230"/>
                    <a:pt x="120" y="290"/>
                  </a:cubicBezTo>
                  <a:cubicBezTo>
                    <a:pt x="194" y="507"/>
                    <a:pt x="194" y="741"/>
                    <a:pt x="165" y="967"/>
                  </a:cubicBezTo>
                  <a:cubicBezTo>
                    <a:pt x="137" y="1193"/>
                    <a:pt x="79" y="1415"/>
                    <a:pt x="42" y="1640"/>
                  </a:cubicBezTo>
                  <a:cubicBezTo>
                    <a:pt x="16" y="1783"/>
                    <a:pt x="1" y="1941"/>
                    <a:pt x="75" y="2066"/>
                  </a:cubicBezTo>
                  <a:cubicBezTo>
                    <a:pt x="143" y="2181"/>
                    <a:pt x="272" y="2244"/>
                    <a:pt x="403" y="2288"/>
                  </a:cubicBezTo>
                  <a:cubicBezTo>
                    <a:pt x="477" y="2312"/>
                    <a:pt x="557" y="2330"/>
                    <a:pt x="634" y="2330"/>
                  </a:cubicBezTo>
                  <a:cubicBezTo>
                    <a:pt x="705" y="2330"/>
                    <a:pt x="774" y="2315"/>
                    <a:pt x="833" y="2276"/>
                  </a:cubicBezTo>
                  <a:cubicBezTo>
                    <a:pt x="942" y="2204"/>
                    <a:pt x="985" y="2069"/>
                    <a:pt x="1019" y="1943"/>
                  </a:cubicBezTo>
                  <a:cubicBezTo>
                    <a:pt x="1085" y="1695"/>
                    <a:pt x="1136" y="1442"/>
                    <a:pt x="1136" y="1186"/>
                  </a:cubicBezTo>
                  <a:cubicBezTo>
                    <a:pt x="1136" y="929"/>
                    <a:pt x="1082" y="669"/>
                    <a:pt x="948" y="448"/>
                  </a:cubicBezTo>
                  <a:cubicBezTo>
                    <a:pt x="814" y="230"/>
                    <a:pt x="595" y="56"/>
                    <a:pt x="345" y="7"/>
                  </a:cubicBezTo>
                  <a:cubicBezTo>
                    <a:pt x="328" y="3"/>
                    <a:pt x="311" y="1"/>
                    <a:pt x="294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3"/>
            <p:cNvSpPr/>
            <p:nvPr/>
          </p:nvSpPr>
          <p:spPr>
            <a:xfrm>
              <a:off x="701354" y="3025496"/>
              <a:ext cx="184026" cy="455883"/>
            </a:xfrm>
            <a:custGeom>
              <a:avLst/>
              <a:gdLst/>
              <a:ahLst/>
              <a:cxnLst/>
              <a:rect l="l" t="t" r="r" b="b"/>
              <a:pathLst>
                <a:path w="660" h="1635" extrusionOk="0">
                  <a:moveTo>
                    <a:pt x="172" y="1"/>
                  </a:moveTo>
                  <a:lnTo>
                    <a:pt x="172" y="1"/>
                  </a:lnTo>
                  <a:cubicBezTo>
                    <a:pt x="189" y="333"/>
                    <a:pt x="103" y="658"/>
                    <a:pt x="44" y="983"/>
                  </a:cubicBezTo>
                  <a:cubicBezTo>
                    <a:pt x="19" y="1132"/>
                    <a:pt x="0" y="1301"/>
                    <a:pt x="68" y="1426"/>
                  </a:cubicBezTo>
                  <a:cubicBezTo>
                    <a:pt x="59" y="1366"/>
                    <a:pt x="68" y="1301"/>
                    <a:pt x="89" y="1247"/>
                  </a:cubicBezTo>
                  <a:cubicBezTo>
                    <a:pt x="103" y="1402"/>
                    <a:pt x="195" y="1532"/>
                    <a:pt x="307" y="1590"/>
                  </a:cubicBezTo>
                  <a:cubicBezTo>
                    <a:pt x="367" y="1621"/>
                    <a:pt x="431" y="1634"/>
                    <a:pt x="496" y="1634"/>
                  </a:cubicBezTo>
                  <a:cubicBezTo>
                    <a:pt x="550" y="1634"/>
                    <a:pt x="606" y="1625"/>
                    <a:pt x="659" y="1610"/>
                  </a:cubicBezTo>
                  <a:lnTo>
                    <a:pt x="659" y="1610"/>
                  </a:lnTo>
                  <a:cubicBezTo>
                    <a:pt x="654" y="1610"/>
                    <a:pt x="649" y="1610"/>
                    <a:pt x="643" y="1610"/>
                  </a:cubicBezTo>
                  <a:cubicBezTo>
                    <a:pt x="525" y="1610"/>
                    <a:pt x="411" y="1532"/>
                    <a:pt x="346" y="1405"/>
                  </a:cubicBezTo>
                  <a:lnTo>
                    <a:pt x="346" y="1405"/>
                  </a:lnTo>
                  <a:cubicBezTo>
                    <a:pt x="382" y="1435"/>
                    <a:pt x="425" y="1451"/>
                    <a:pt x="468" y="1451"/>
                  </a:cubicBezTo>
                  <a:cubicBezTo>
                    <a:pt x="478" y="1451"/>
                    <a:pt x="488" y="1450"/>
                    <a:pt x="498" y="1449"/>
                  </a:cubicBezTo>
                  <a:cubicBezTo>
                    <a:pt x="340" y="1394"/>
                    <a:pt x="216" y="1201"/>
                    <a:pt x="201" y="990"/>
                  </a:cubicBezTo>
                  <a:cubicBezTo>
                    <a:pt x="181" y="728"/>
                    <a:pt x="316" y="470"/>
                    <a:pt x="278" y="212"/>
                  </a:cubicBezTo>
                  <a:lnTo>
                    <a:pt x="278" y="212"/>
                  </a:lnTo>
                  <a:cubicBezTo>
                    <a:pt x="252" y="298"/>
                    <a:pt x="231" y="361"/>
                    <a:pt x="210" y="422"/>
                  </a:cubicBezTo>
                  <a:cubicBezTo>
                    <a:pt x="231" y="280"/>
                    <a:pt x="218" y="132"/>
                    <a:pt x="172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3"/>
            <p:cNvSpPr/>
            <p:nvPr/>
          </p:nvSpPr>
          <p:spPr>
            <a:xfrm>
              <a:off x="1672502" y="2666090"/>
              <a:ext cx="105954" cy="244532"/>
            </a:xfrm>
            <a:custGeom>
              <a:avLst/>
              <a:gdLst/>
              <a:ahLst/>
              <a:cxnLst/>
              <a:rect l="l" t="t" r="r" b="b"/>
              <a:pathLst>
                <a:path w="380" h="877" extrusionOk="0">
                  <a:moveTo>
                    <a:pt x="338" y="1"/>
                  </a:moveTo>
                  <a:lnTo>
                    <a:pt x="338" y="1"/>
                  </a:lnTo>
                  <a:cubicBezTo>
                    <a:pt x="358" y="161"/>
                    <a:pt x="323" y="325"/>
                    <a:pt x="262" y="471"/>
                  </a:cubicBezTo>
                  <a:cubicBezTo>
                    <a:pt x="200" y="620"/>
                    <a:pt x="106" y="756"/>
                    <a:pt x="1" y="877"/>
                  </a:cubicBezTo>
                  <a:cubicBezTo>
                    <a:pt x="141" y="785"/>
                    <a:pt x="250" y="649"/>
                    <a:pt x="310" y="492"/>
                  </a:cubicBezTo>
                  <a:cubicBezTo>
                    <a:pt x="370" y="335"/>
                    <a:pt x="379" y="162"/>
                    <a:pt x="338" y="1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3"/>
            <p:cNvSpPr/>
            <p:nvPr/>
          </p:nvSpPr>
          <p:spPr>
            <a:xfrm>
              <a:off x="1768975" y="2679474"/>
              <a:ext cx="1394" cy="279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5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1" name="Google Shape;1381;p43"/>
          <p:cNvSpPr/>
          <p:nvPr/>
        </p:nvSpPr>
        <p:spPr>
          <a:xfrm>
            <a:off x="5101026" y="2393662"/>
            <a:ext cx="7032651" cy="3375747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2" name="Google Shape;1382;p43"/>
          <p:cNvGrpSpPr/>
          <p:nvPr/>
        </p:nvGrpSpPr>
        <p:grpSpPr>
          <a:xfrm rot="-1538432">
            <a:off x="7700080" y="-6127"/>
            <a:ext cx="1457643" cy="2608808"/>
            <a:chOff x="1131050" y="2386925"/>
            <a:chExt cx="196675" cy="352000"/>
          </a:xfrm>
        </p:grpSpPr>
        <p:sp>
          <p:nvSpPr>
            <p:cNvPr id="1383" name="Google Shape;1383;p43"/>
            <p:cNvSpPr/>
            <p:nvPr/>
          </p:nvSpPr>
          <p:spPr>
            <a:xfrm>
              <a:off x="1139250" y="2386925"/>
              <a:ext cx="74550" cy="70350"/>
            </a:xfrm>
            <a:custGeom>
              <a:avLst/>
              <a:gdLst/>
              <a:ahLst/>
              <a:cxnLst/>
              <a:rect l="l" t="t" r="r" b="b"/>
              <a:pathLst>
                <a:path w="2982" h="2814" extrusionOk="0">
                  <a:moveTo>
                    <a:pt x="1526" y="0"/>
                  </a:moveTo>
                  <a:cubicBezTo>
                    <a:pt x="1382" y="0"/>
                    <a:pt x="1237" y="22"/>
                    <a:pt x="1113" y="115"/>
                  </a:cubicBezTo>
                  <a:cubicBezTo>
                    <a:pt x="988" y="211"/>
                    <a:pt x="908" y="368"/>
                    <a:pt x="875" y="525"/>
                  </a:cubicBezTo>
                  <a:cubicBezTo>
                    <a:pt x="867" y="556"/>
                    <a:pt x="863" y="602"/>
                    <a:pt x="860" y="653"/>
                  </a:cubicBezTo>
                  <a:cubicBezTo>
                    <a:pt x="840" y="951"/>
                    <a:pt x="664" y="1238"/>
                    <a:pt x="403" y="1392"/>
                  </a:cubicBezTo>
                  <a:cubicBezTo>
                    <a:pt x="359" y="1417"/>
                    <a:pt x="321" y="1442"/>
                    <a:pt x="296" y="1463"/>
                  </a:cubicBezTo>
                  <a:cubicBezTo>
                    <a:pt x="174" y="1562"/>
                    <a:pt x="68" y="1704"/>
                    <a:pt x="38" y="1859"/>
                  </a:cubicBezTo>
                  <a:cubicBezTo>
                    <a:pt x="0" y="2063"/>
                    <a:pt x="95" y="2244"/>
                    <a:pt x="189" y="2404"/>
                  </a:cubicBezTo>
                  <a:cubicBezTo>
                    <a:pt x="260" y="2523"/>
                    <a:pt x="339" y="2648"/>
                    <a:pt x="468" y="2692"/>
                  </a:cubicBezTo>
                  <a:cubicBezTo>
                    <a:pt x="500" y="2702"/>
                    <a:pt x="533" y="2707"/>
                    <a:pt x="567" y="2707"/>
                  </a:cubicBezTo>
                  <a:cubicBezTo>
                    <a:pt x="690" y="2707"/>
                    <a:pt x="821" y="2645"/>
                    <a:pt x="944" y="2585"/>
                  </a:cubicBezTo>
                  <a:cubicBezTo>
                    <a:pt x="1068" y="2523"/>
                    <a:pt x="1202" y="2460"/>
                    <a:pt x="1327" y="2460"/>
                  </a:cubicBezTo>
                  <a:cubicBezTo>
                    <a:pt x="1359" y="2460"/>
                    <a:pt x="1390" y="2464"/>
                    <a:pt x="1421" y="2473"/>
                  </a:cubicBezTo>
                  <a:cubicBezTo>
                    <a:pt x="1538" y="2509"/>
                    <a:pt x="1615" y="2613"/>
                    <a:pt x="1709" y="2686"/>
                  </a:cubicBezTo>
                  <a:cubicBezTo>
                    <a:pt x="1818" y="2770"/>
                    <a:pt x="1956" y="2814"/>
                    <a:pt x="2100" y="2814"/>
                  </a:cubicBezTo>
                  <a:cubicBezTo>
                    <a:pt x="2200" y="2814"/>
                    <a:pt x="2302" y="2793"/>
                    <a:pt x="2399" y="2750"/>
                  </a:cubicBezTo>
                  <a:cubicBezTo>
                    <a:pt x="2568" y="2677"/>
                    <a:pt x="2719" y="2538"/>
                    <a:pt x="2822" y="2369"/>
                  </a:cubicBezTo>
                  <a:cubicBezTo>
                    <a:pt x="2926" y="2203"/>
                    <a:pt x="2981" y="2005"/>
                    <a:pt x="2972" y="1822"/>
                  </a:cubicBezTo>
                  <a:cubicBezTo>
                    <a:pt x="2959" y="1562"/>
                    <a:pt x="2815" y="1334"/>
                    <a:pt x="2604" y="1235"/>
                  </a:cubicBezTo>
                  <a:cubicBezTo>
                    <a:pt x="2496" y="1182"/>
                    <a:pt x="2369" y="1160"/>
                    <a:pt x="2285" y="1072"/>
                  </a:cubicBezTo>
                  <a:cubicBezTo>
                    <a:pt x="2176" y="959"/>
                    <a:pt x="2172" y="769"/>
                    <a:pt x="2169" y="597"/>
                  </a:cubicBezTo>
                  <a:cubicBezTo>
                    <a:pt x="2169" y="424"/>
                    <a:pt x="2161" y="235"/>
                    <a:pt x="2052" y="122"/>
                  </a:cubicBezTo>
                  <a:cubicBezTo>
                    <a:pt x="1956" y="27"/>
                    <a:pt x="1810" y="14"/>
                    <a:pt x="1669" y="6"/>
                  </a:cubicBezTo>
                  <a:cubicBezTo>
                    <a:pt x="1622" y="3"/>
                    <a:pt x="1574" y="0"/>
                    <a:pt x="1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3"/>
            <p:cNvSpPr/>
            <p:nvPr/>
          </p:nvSpPr>
          <p:spPr>
            <a:xfrm>
              <a:off x="1214875" y="2422025"/>
              <a:ext cx="49925" cy="38175"/>
            </a:xfrm>
            <a:custGeom>
              <a:avLst/>
              <a:gdLst/>
              <a:ahLst/>
              <a:cxnLst/>
              <a:rect l="l" t="t" r="r" b="b"/>
              <a:pathLst>
                <a:path w="1997" h="1527" extrusionOk="0">
                  <a:moveTo>
                    <a:pt x="845" y="0"/>
                  </a:moveTo>
                  <a:cubicBezTo>
                    <a:pt x="782" y="0"/>
                    <a:pt x="719" y="5"/>
                    <a:pt x="656" y="15"/>
                  </a:cubicBezTo>
                  <a:cubicBezTo>
                    <a:pt x="495" y="42"/>
                    <a:pt x="336" y="101"/>
                    <a:pt x="211" y="206"/>
                  </a:cubicBezTo>
                  <a:cubicBezTo>
                    <a:pt x="88" y="312"/>
                    <a:pt x="0" y="467"/>
                    <a:pt x="2" y="632"/>
                  </a:cubicBezTo>
                  <a:cubicBezTo>
                    <a:pt x="0" y="811"/>
                    <a:pt x="104" y="977"/>
                    <a:pt x="226" y="1108"/>
                  </a:cubicBezTo>
                  <a:cubicBezTo>
                    <a:pt x="424" y="1319"/>
                    <a:pt x="688" y="1476"/>
                    <a:pt x="974" y="1515"/>
                  </a:cubicBezTo>
                  <a:cubicBezTo>
                    <a:pt x="1023" y="1523"/>
                    <a:pt x="1073" y="1526"/>
                    <a:pt x="1123" y="1526"/>
                  </a:cubicBezTo>
                  <a:cubicBezTo>
                    <a:pt x="1364" y="1526"/>
                    <a:pt x="1605" y="1442"/>
                    <a:pt x="1781" y="1279"/>
                  </a:cubicBezTo>
                  <a:cubicBezTo>
                    <a:pt x="1894" y="1173"/>
                    <a:pt x="1981" y="1028"/>
                    <a:pt x="1989" y="873"/>
                  </a:cubicBezTo>
                  <a:cubicBezTo>
                    <a:pt x="1997" y="696"/>
                    <a:pt x="1900" y="532"/>
                    <a:pt x="1779" y="402"/>
                  </a:cubicBezTo>
                  <a:cubicBezTo>
                    <a:pt x="1542" y="147"/>
                    <a:pt x="1194" y="0"/>
                    <a:pt x="8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3"/>
            <p:cNvSpPr/>
            <p:nvPr/>
          </p:nvSpPr>
          <p:spPr>
            <a:xfrm>
              <a:off x="1199775" y="2452750"/>
              <a:ext cx="38450" cy="38150"/>
            </a:xfrm>
            <a:custGeom>
              <a:avLst/>
              <a:gdLst/>
              <a:ahLst/>
              <a:cxnLst/>
              <a:rect l="l" t="t" r="r" b="b"/>
              <a:pathLst>
                <a:path w="1538" h="1526" extrusionOk="0">
                  <a:moveTo>
                    <a:pt x="431" y="1"/>
                  </a:moveTo>
                  <a:cubicBezTo>
                    <a:pt x="374" y="1"/>
                    <a:pt x="318" y="11"/>
                    <a:pt x="266" y="34"/>
                  </a:cubicBezTo>
                  <a:cubicBezTo>
                    <a:pt x="75" y="117"/>
                    <a:pt x="1" y="360"/>
                    <a:pt x="16" y="571"/>
                  </a:cubicBezTo>
                  <a:cubicBezTo>
                    <a:pt x="33" y="807"/>
                    <a:pt x="134" y="1036"/>
                    <a:pt x="295" y="1206"/>
                  </a:cubicBezTo>
                  <a:cubicBezTo>
                    <a:pt x="458" y="1378"/>
                    <a:pt x="679" y="1490"/>
                    <a:pt x="913" y="1520"/>
                  </a:cubicBezTo>
                  <a:cubicBezTo>
                    <a:pt x="946" y="1524"/>
                    <a:pt x="980" y="1526"/>
                    <a:pt x="1013" y="1526"/>
                  </a:cubicBezTo>
                  <a:cubicBezTo>
                    <a:pt x="1172" y="1526"/>
                    <a:pt x="1332" y="1479"/>
                    <a:pt x="1432" y="1360"/>
                  </a:cubicBezTo>
                  <a:cubicBezTo>
                    <a:pt x="1509" y="1266"/>
                    <a:pt x="1537" y="1140"/>
                    <a:pt x="1530" y="1022"/>
                  </a:cubicBezTo>
                  <a:cubicBezTo>
                    <a:pt x="1521" y="902"/>
                    <a:pt x="1477" y="787"/>
                    <a:pt x="1418" y="681"/>
                  </a:cubicBezTo>
                  <a:cubicBezTo>
                    <a:pt x="1259" y="390"/>
                    <a:pt x="990" y="160"/>
                    <a:pt x="678" y="50"/>
                  </a:cubicBezTo>
                  <a:cubicBezTo>
                    <a:pt x="599" y="22"/>
                    <a:pt x="514" y="1"/>
                    <a:pt x="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3"/>
            <p:cNvSpPr/>
            <p:nvPr/>
          </p:nvSpPr>
          <p:spPr>
            <a:xfrm>
              <a:off x="1166150" y="2457650"/>
              <a:ext cx="27000" cy="30425"/>
            </a:xfrm>
            <a:custGeom>
              <a:avLst/>
              <a:gdLst/>
              <a:ahLst/>
              <a:cxnLst/>
              <a:rect l="l" t="t" r="r" b="b"/>
              <a:pathLst>
                <a:path w="1080" h="1217" extrusionOk="0">
                  <a:moveTo>
                    <a:pt x="413" y="1"/>
                  </a:moveTo>
                  <a:cubicBezTo>
                    <a:pt x="357" y="1"/>
                    <a:pt x="301" y="12"/>
                    <a:pt x="250" y="36"/>
                  </a:cubicBezTo>
                  <a:cubicBezTo>
                    <a:pt x="132" y="93"/>
                    <a:pt x="55" y="212"/>
                    <a:pt x="27" y="339"/>
                  </a:cubicBezTo>
                  <a:cubicBezTo>
                    <a:pt x="1" y="466"/>
                    <a:pt x="19" y="600"/>
                    <a:pt x="58" y="724"/>
                  </a:cubicBezTo>
                  <a:cubicBezTo>
                    <a:pt x="126" y="935"/>
                    <a:pt x="268" y="1138"/>
                    <a:pt x="479" y="1199"/>
                  </a:cubicBezTo>
                  <a:cubicBezTo>
                    <a:pt x="520" y="1211"/>
                    <a:pt x="563" y="1216"/>
                    <a:pt x="606" y="1216"/>
                  </a:cubicBezTo>
                  <a:cubicBezTo>
                    <a:pt x="698" y="1216"/>
                    <a:pt x="790" y="1189"/>
                    <a:pt x="865" y="1137"/>
                  </a:cubicBezTo>
                  <a:cubicBezTo>
                    <a:pt x="976" y="1061"/>
                    <a:pt x="1052" y="933"/>
                    <a:pt x="1065" y="799"/>
                  </a:cubicBezTo>
                  <a:cubicBezTo>
                    <a:pt x="1079" y="651"/>
                    <a:pt x="1020" y="503"/>
                    <a:pt x="943" y="375"/>
                  </a:cubicBezTo>
                  <a:cubicBezTo>
                    <a:pt x="869" y="253"/>
                    <a:pt x="779" y="140"/>
                    <a:pt x="655" y="68"/>
                  </a:cubicBezTo>
                  <a:cubicBezTo>
                    <a:pt x="582" y="25"/>
                    <a:pt x="497" y="1"/>
                    <a:pt x="4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3"/>
            <p:cNvSpPr/>
            <p:nvPr/>
          </p:nvSpPr>
          <p:spPr>
            <a:xfrm>
              <a:off x="1202650" y="2392125"/>
              <a:ext cx="36000" cy="24550"/>
            </a:xfrm>
            <a:custGeom>
              <a:avLst/>
              <a:gdLst/>
              <a:ahLst/>
              <a:cxnLst/>
              <a:rect l="l" t="t" r="r" b="b"/>
              <a:pathLst>
                <a:path w="1440" h="982" extrusionOk="0">
                  <a:moveTo>
                    <a:pt x="725" y="0"/>
                  </a:moveTo>
                  <a:cubicBezTo>
                    <a:pt x="563" y="0"/>
                    <a:pt x="401" y="40"/>
                    <a:pt x="260" y="118"/>
                  </a:cubicBezTo>
                  <a:cubicBezTo>
                    <a:pt x="156" y="175"/>
                    <a:pt x="58" y="259"/>
                    <a:pt x="28" y="374"/>
                  </a:cubicBezTo>
                  <a:cubicBezTo>
                    <a:pt x="1" y="480"/>
                    <a:pt x="40" y="594"/>
                    <a:pt x="111" y="680"/>
                  </a:cubicBezTo>
                  <a:cubicBezTo>
                    <a:pt x="180" y="765"/>
                    <a:pt x="276" y="820"/>
                    <a:pt x="374" y="869"/>
                  </a:cubicBezTo>
                  <a:cubicBezTo>
                    <a:pt x="515" y="935"/>
                    <a:pt x="667" y="982"/>
                    <a:pt x="822" y="982"/>
                  </a:cubicBezTo>
                  <a:cubicBezTo>
                    <a:pt x="825" y="982"/>
                    <a:pt x="827" y="982"/>
                    <a:pt x="830" y="982"/>
                  </a:cubicBezTo>
                  <a:cubicBezTo>
                    <a:pt x="988" y="979"/>
                    <a:pt x="1151" y="929"/>
                    <a:pt x="1264" y="819"/>
                  </a:cubicBezTo>
                  <a:cubicBezTo>
                    <a:pt x="1380" y="710"/>
                    <a:pt x="1439" y="538"/>
                    <a:pt x="1395" y="386"/>
                  </a:cubicBezTo>
                  <a:cubicBezTo>
                    <a:pt x="1346" y="210"/>
                    <a:pt x="1177" y="94"/>
                    <a:pt x="1002" y="41"/>
                  </a:cubicBezTo>
                  <a:cubicBezTo>
                    <a:pt x="912" y="14"/>
                    <a:pt x="819" y="0"/>
                    <a:pt x="7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3"/>
            <p:cNvSpPr/>
            <p:nvPr/>
          </p:nvSpPr>
          <p:spPr>
            <a:xfrm>
              <a:off x="1131050" y="2605525"/>
              <a:ext cx="132500" cy="133400"/>
            </a:xfrm>
            <a:custGeom>
              <a:avLst/>
              <a:gdLst/>
              <a:ahLst/>
              <a:cxnLst/>
              <a:rect l="l" t="t" r="r" b="b"/>
              <a:pathLst>
                <a:path w="5300" h="5336" extrusionOk="0">
                  <a:moveTo>
                    <a:pt x="3509" y="0"/>
                  </a:moveTo>
                  <a:cubicBezTo>
                    <a:pt x="3050" y="0"/>
                    <a:pt x="2635" y="224"/>
                    <a:pt x="2429" y="587"/>
                  </a:cubicBezTo>
                  <a:cubicBezTo>
                    <a:pt x="2320" y="777"/>
                    <a:pt x="2263" y="1005"/>
                    <a:pt x="2094" y="1145"/>
                  </a:cubicBezTo>
                  <a:cubicBezTo>
                    <a:pt x="1943" y="1270"/>
                    <a:pt x="1732" y="1301"/>
                    <a:pt x="1512" y="1301"/>
                  </a:cubicBezTo>
                  <a:cubicBezTo>
                    <a:pt x="1414" y="1301"/>
                    <a:pt x="1315" y="1295"/>
                    <a:pt x="1218" y="1288"/>
                  </a:cubicBezTo>
                  <a:cubicBezTo>
                    <a:pt x="1124" y="1281"/>
                    <a:pt x="1028" y="1276"/>
                    <a:pt x="933" y="1276"/>
                  </a:cubicBezTo>
                  <a:cubicBezTo>
                    <a:pt x="710" y="1276"/>
                    <a:pt x="495" y="1308"/>
                    <a:pt x="345" y="1436"/>
                  </a:cubicBezTo>
                  <a:cubicBezTo>
                    <a:pt x="158" y="1597"/>
                    <a:pt x="114" y="1863"/>
                    <a:pt x="82" y="2113"/>
                  </a:cubicBezTo>
                  <a:cubicBezTo>
                    <a:pt x="39" y="2449"/>
                    <a:pt x="1" y="2817"/>
                    <a:pt x="208" y="3132"/>
                  </a:cubicBezTo>
                  <a:cubicBezTo>
                    <a:pt x="363" y="3374"/>
                    <a:pt x="637" y="3536"/>
                    <a:pt x="913" y="3618"/>
                  </a:cubicBezTo>
                  <a:cubicBezTo>
                    <a:pt x="972" y="3634"/>
                    <a:pt x="1052" y="3650"/>
                    <a:pt x="1144" y="3662"/>
                  </a:cubicBezTo>
                  <a:cubicBezTo>
                    <a:pt x="1682" y="3737"/>
                    <a:pt x="2177" y="4096"/>
                    <a:pt x="2418" y="4584"/>
                  </a:cubicBezTo>
                  <a:cubicBezTo>
                    <a:pt x="2459" y="4667"/>
                    <a:pt x="2497" y="4738"/>
                    <a:pt x="2533" y="4788"/>
                  </a:cubicBezTo>
                  <a:cubicBezTo>
                    <a:pt x="2697" y="5023"/>
                    <a:pt x="2938" y="5234"/>
                    <a:pt x="3216" y="5305"/>
                  </a:cubicBezTo>
                  <a:cubicBezTo>
                    <a:pt x="3296" y="5326"/>
                    <a:pt x="3374" y="5336"/>
                    <a:pt x="3452" y="5336"/>
                  </a:cubicBezTo>
                  <a:cubicBezTo>
                    <a:pt x="3727" y="5336"/>
                    <a:pt x="3985" y="5219"/>
                    <a:pt x="4222" y="5105"/>
                  </a:cubicBezTo>
                  <a:cubicBezTo>
                    <a:pt x="4448" y="4993"/>
                    <a:pt x="4689" y="4868"/>
                    <a:pt x="4783" y="4642"/>
                  </a:cubicBezTo>
                  <a:cubicBezTo>
                    <a:pt x="4890" y="4381"/>
                    <a:pt x="4769" y="4058"/>
                    <a:pt x="4650" y="3766"/>
                  </a:cubicBezTo>
                  <a:cubicBezTo>
                    <a:pt x="4531" y="3473"/>
                    <a:pt x="4409" y="3153"/>
                    <a:pt x="4513" y="2890"/>
                  </a:cubicBezTo>
                  <a:cubicBezTo>
                    <a:pt x="4591" y="2684"/>
                    <a:pt x="4792" y="2558"/>
                    <a:pt x="4936" y="2396"/>
                  </a:cubicBezTo>
                  <a:cubicBezTo>
                    <a:pt x="5218" y="2081"/>
                    <a:pt x="5300" y="1602"/>
                    <a:pt x="5143" y="1158"/>
                  </a:cubicBezTo>
                  <a:cubicBezTo>
                    <a:pt x="5033" y="842"/>
                    <a:pt x="4802" y="551"/>
                    <a:pt x="4513" y="344"/>
                  </a:cubicBezTo>
                  <a:cubicBezTo>
                    <a:pt x="4226" y="135"/>
                    <a:pt x="3875" y="8"/>
                    <a:pt x="3540" y="0"/>
                  </a:cubicBezTo>
                  <a:cubicBezTo>
                    <a:pt x="3530" y="0"/>
                    <a:pt x="3519" y="0"/>
                    <a:pt x="35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3"/>
            <p:cNvSpPr/>
            <p:nvPr/>
          </p:nvSpPr>
          <p:spPr>
            <a:xfrm>
              <a:off x="1202150" y="2514525"/>
              <a:ext cx="73250" cy="89275"/>
            </a:xfrm>
            <a:custGeom>
              <a:avLst/>
              <a:gdLst/>
              <a:ahLst/>
              <a:cxnLst/>
              <a:rect l="l" t="t" r="r" b="b"/>
              <a:pathLst>
                <a:path w="2930" h="3571" extrusionOk="0">
                  <a:moveTo>
                    <a:pt x="1694" y="1"/>
                  </a:moveTo>
                  <a:cubicBezTo>
                    <a:pt x="1410" y="1"/>
                    <a:pt x="1134" y="142"/>
                    <a:pt x="910" y="323"/>
                  </a:cubicBezTo>
                  <a:cubicBezTo>
                    <a:pt x="328" y="792"/>
                    <a:pt x="1" y="1559"/>
                    <a:pt x="63" y="2304"/>
                  </a:cubicBezTo>
                  <a:cubicBezTo>
                    <a:pt x="87" y="2600"/>
                    <a:pt x="171" y="2895"/>
                    <a:pt x="348" y="3134"/>
                  </a:cubicBezTo>
                  <a:cubicBezTo>
                    <a:pt x="523" y="3370"/>
                    <a:pt x="794" y="3548"/>
                    <a:pt x="1090" y="3568"/>
                  </a:cubicBezTo>
                  <a:cubicBezTo>
                    <a:pt x="1112" y="3570"/>
                    <a:pt x="1134" y="3571"/>
                    <a:pt x="1157" y="3571"/>
                  </a:cubicBezTo>
                  <a:cubicBezTo>
                    <a:pt x="1458" y="3571"/>
                    <a:pt x="1745" y="3414"/>
                    <a:pt x="1981" y="3221"/>
                  </a:cubicBezTo>
                  <a:cubicBezTo>
                    <a:pt x="2391" y="2891"/>
                    <a:pt x="2705" y="2436"/>
                    <a:pt x="2818" y="1923"/>
                  </a:cubicBezTo>
                  <a:cubicBezTo>
                    <a:pt x="2929" y="1410"/>
                    <a:pt x="2825" y="843"/>
                    <a:pt x="2497" y="435"/>
                  </a:cubicBezTo>
                  <a:cubicBezTo>
                    <a:pt x="2319" y="213"/>
                    <a:pt x="2070" y="38"/>
                    <a:pt x="1789" y="6"/>
                  </a:cubicBezTo>
                  <a:cubicBezTo>
                    <a:pt x="1758" y="3"/>
                    <a:pt x="1726" y="1"/>
                    <a:pt x="16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3"/>
            <p:cNvSpPr/>
            <p:nvPr/>
          </p:nvSpPr>
          <p:spPr>
            <a:xfrm>
              <a:off x="1254475" y="2567250"/>
              <a:ext cx="73250" cy="67025"/>
            </a:xfrm>
            <a:custGeom>
              <a:avLst/>
              <a:gdLst/>
              <a:ahLst/>
              <a:cxnLst/>
              <a:rect l="l" t="t" r="r" b="b"/>
              <a:pathLst>
                <a:path w="2930" h="2681" extrusionOk="0">
                  <a:moveTo>
                    <a:pt x="2041" y="1"/>
                  </a:moveTo>
                  <a:cubicBezTo>
                    <a:pt x="1822" y="1"/>
                    <a:pt x="1608" y="64"/>
                    <a:pt x="1411" y="155"/>
                  </a:cubicBezTo>
                  <a:cubicBezTo>
                    <a:pt x="865" y="406"/>
                    <a:pt x="414" y="860"/>
                    <a:pt x="171" y="1411"/>
                  </a:cubicBezTo>
                  <a:cubicBezTo>
                    <a:pt x="69" y="1643"/>
                    <a:pt x="1" y="1910"/>
                    <a:pt x="88" y="2150"/>
                  </a:cubicBezTo>
                  <a:cubicBezTo>
                    <a:pt x="220" y="2513"/>
                    <a:pt x="649" y="2679"/>
                    <a:pt x="1032" y="2680"/>
                  </a:cubicBezTo>
                  <a:cubicBezTo>
                    <a:pt x="1461" y="2680"/>
                    <a:pt x="1886" y="2530"/>
                    <a:pt x="2216" y="2258"/>
                  </a:cubicBezTo>
                  <a:cubicBezTo>
                    <a:pt x="2546" y="1987"/>
                    <a:pt x="2780" y="1601"/>
                    <a:pt x="2863" y="1180"/>
                  </a:cubicBezTo>
                  <a:cubicBezTo>
                    <a:pt x="2929" y="845"/>
                    <a:pt x="2887" y="461"/>
                    <a:pt x="2640" y="222"/>
                  </a:cubicBezTo>
                  <a:cubicBezTo>
                    <a:pt x="2481" y="72"/>
                    <a:pt x="2260" y="2"/>
                    <a:pt x="2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3"/>
            <p:cNvSpPr/>
            <p:nvPr/>
          </p:nvSpPr>
          <p:spPr>
            <a:xfrm>
              <a:off x="1258975" y="2648700"/>
              <a:ext cx="57850" cy="46750"/>
            </a:xfrm>
            <a:custGeom>
              <a:avLst/>
              <a:gdLst/>
              <a:ahLst/>
              <a:cxnLst/>
              <a:rect l="l" t="t" r="r" b="b"/>
              <a:pathLst>
                <a:path w="2314" h="1870" extrusionOk="0">
                  <a:moveTo>
                    <a:pt x="1440" y="1"/>
                  </a:moveTo>
                  <a:cubicBezTo>
                    <a:pt x="1220" y="1"/>
                    <a:pt x="999" y="77"/>
                    <a:pt x="800" y="176"/>
                  </a:cubicBezTo>
                  <a:cubicBezTo>
                    <a:pt x="570" y="292"/>
                    <a:pt x="352" y="445"/>
                    <a:pt x="205" y="656"/>
                  </a:cubicBezTo>
                  <a:cubicBezTo>
                    <a:pt x="61" y="868"/>
                    <a:pt x="0" y="1149"/>
                    <a:pt x="95" y="1387"/>
                  </a:cubicBezTo>
                  <a:cubicBezTo>
                    <a:pt x="181" y="1606"/>
                    <a:pt x="389" y="1761"/>
                    <a:pt x="616" y="1828"/>
                  </a:cubicBezTo>
                  <a:cubicBezTo>
                    <a:pt x="716" y="1857"/>
                    <a:pt x="820" y="1870"/>
                    <a:pt x="925" y="1870"/>
                  </a:cubicBezTo>
                  <a:cubicBezTo>
                    <a:pt x="1055" y="1870"/>
                    <a:pt x="1187" y="1850"/>
                    <a:pt x="1314" y="1820"/>
                  </a:cubicBezTo>
                  <a:cubicBezTo>
                    <a:pt x="1704" y="1728"/>
                    <a:pt x="2090" y="1500"/>
                    <a:pt x="2229" y="1126"/>
                  </a:cubicBezTo>
                  <a:cubicBezTo>
                    <a:pt x="2313" y="897"/>
                    <a:pt x="2291" y="632"/>
                    <a:pt x="2169" y="418"/>
                  </a:cubicBezTo>
                  <a:cubicBezTo>
                    <a:pt x="2045" y="207"/>
                    <a:pt x="1826" y="53"/>
                    <a:pt x="1584" y="12"/>
                  </a:cubicBezTo>
                  <a:cubicBezTo>
                    <a:pt x="1536" y="4"/>
                    <a:pt x="1488" y="1"/>
                    <a:pt x="1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3"/>
            <p:cNvSpPr/>
            <p:nvPr/>
          </p:nvSpPr>
          <p:spPr>
            <a:xfrm>
              <a:off x="1146175" y="2557675"/>
              <a:ext cx="46575" cy="62800"/>
            </a:xfrm>
            <a:custGeom>
              <a:avLst/>
              <a:gdLst/>
              <a:ahLst/>
              <a:cxnLst/>
              <a:rect l="l" t="t" r="r" b="b"/>
              <a:pathLst>
                <a:path w="1863" h="2512" extrusionOk="0">
                  <a:moveTo>
                    <a:pt x="980" y="0"/>
                  </a:moveTo>
                  <a:cubicBezTo>
                    <a:pt x="934" y="0"/>
                    <a:pt x="888" y="5"/>
                    <a:pt x="842" y="14"/>
                  </a:cubicBezTo>
                  <a:cubicBezTo>
                    <a:pt x="521" y="82"/>
                    <a:pt x="284" y="372"/>
                    <a:pt x="167" y="679"/>
                  </a:cubicBezTo>
                  <a:cubicBezTo>
                    <a:pt x="1" y="1111"/>
                    <a:pt x="16" y="1611"/>
                    <a:pt x="207" y="2033"/>
                  </a:cubicBezTo>
                  <a:cubicBezTo>
                    <a:pt x="298" y="2230"/>
                    <a:pt x="438" y="2418"/>
                    <a:pt x="642" y="2486"/>
                  </a:cubicBezTo>
                  <a:cubicBezTo>
                    <a:pt x="694" y="2503"/>
                    <a:pt x="749" y="2511"/>
                    <a:pt x="803" y="2511"/>
                  </a:cubicBezTo>
                  <a:cubicBezTo>
                    <a:pt x="944" y="2511"/>
                    <a:pt x="1086" y="2458"/>
                    <a:pt x="1202" y="2376"/>
                  </a:cubicBezTo>
                  <a:cubicBezTo>
                    <a:pt x="1365" y="2261"/>
                    <a:pt x="1481" y="2095"/>
                    <a:pt x="1578" y="1922"/>
                  </a:cubicBezTo>
                  <a:cubicBezTo>
                    <a:pt x="1720" y="1672"/>
                    <a:pt x="1825" y="1397"/>
                    <a:pt x="1843" y="1111"/>
                  </a:cubicBezTo>
                  <a:cubicBezTo>
                    <a:pt x="1863" y="824"/>
                    <a:pt x="1791" y="527"/>
                    <a:pt x="1607" y="307"/>
                  </a:cubicBezTo>
                  <a:cubicBezTo>
                    <a:pt x="1451" y="121"/>
                    <a:pt x="1218" y="0"/>
                    <a:pt x="9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" name="Google Shape;792;p33">
            <a:extLst>
              <a:ext uri="{FF2B5EF4-FFF2-40B4-BE49-F238E27FC236}">
                <a16:creationId xmlns:a16="http://schemas.microsoft.com/office/drawing/2014/main" id="{8FD94663-FEF2-D351-5C50-DE9C44A21342}"/>
              </a:ext>
            </a:extLst>
          </p:cNvPr>
          <p:cNvCxnSpPr>
            <a:cxnSpLocks/>
          </p:cNvCxnSpPr>
          <p:nvPr/>
        </p:nvCxnSpPr>
        <p:spPr>
          <a:xfrm>
            <a:off x="609353" y="912008"/>
            <a:ext cx="6641343" cy="0"/>
          </a:xfrm>
          <a:prstGeom prst="straightConnector1">
            <a:avLst/>
          </a:prstGeom>
          <a:noFill/>
          <a:ln w="38100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5D4DB44-EC0F-0BB9-4445-83279CB6F76E}"/>
              </a:ext>
            </a:extLst>
          </p:cNvPr>
          <p:cNvSpPr txBox="1"/>
          <p:nvPr/>
        </p:nvSpPr>
        <p:spPr>
          <a:xfrm>
            <a:off x="1746408" y="1470111"/>
            <a:ext cx="62259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  <a:defRPr sz="2200"/>
            </a:pPr>
            <a:r>
              <a:rPr lang="bg-BG" dirty="0"/>
              <a:t>• Прозрачен процес и проследяване на статус</a:t>
            </a:r>
          </a:p>
          <a:p>
            <a:pPr marL="0" indent="0">
              <a:buNone/>
              <a:defRPr sz="2200"/>
            </a:pPr>
            <a:r>
              <a:rPr lang="bg-BG" dirty="0"/>
              <a:t>• Актуална информация от приютите</a:t>
            </a:r>
          </a:p>
          <a:p>
            <a:pPr marL="0" indent="0">
              <a:buNone/>
              <a:defRPr sz="2200"/>
            </a:pPr>
            <a:r>
              <a:rPr lang="bg-BG" dirty="0"/>
              <a:t>• Изграждане на общност</a:t>
            </a:r>
          </a:p>
          <a:p>
            <a:endParaRPr lang="en-B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4"/>
          <p:cNvSpPr txBox="1">
            <a:spLocks noGrp="1"/>
          </p:cNvSpPr>
          <p:nvPr>
            <p:ph type="title"/>
          </p:nvPr>
        </p:nvSpPr>
        <p:spPr>
          <a:xfrm>
            <a:off x="584316" y="350973"/>
            <a:ext cx="304252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bg-BG" dirty="0"/>
              <a:t>Обобщение</a:t>
            </a:r>
            <a:endParaRPr dirty="0"/>
          </a:p>
        </p:txBody>
      </p:sp>
      <p:grpSp>
        <p:nvGrpSpPr>
          <p:cNvPr id="799" name="Google Shape;799;p34"/>
          <p:cNvGrpSpPr/>
          <p:nvPr/>
        </p:nvGrpSpPr>
        <p:grpSpPr>
          <a:xfrm>
            <a:off x="4617286" y="382881"/>
            <a:ext cx="3941776" cy="4377748"/>
            <a:chOff x="2889150" y="3562525"/>
            <a:chExt cx="295200" cy="327850"/>
          </a:xfrm>
        </p:grpSpPr>
        <p:sp>
          <p:nvSpPr>
            <p:cNvPr id="800" name="Google Shape;800;p34"/>
            <p:cNvSpPr/>
            <p:nvPr/>
          </p:nvSpPr>
          <p:spPr>
            <a:xfrm>
              <a:off x="2889150" y="3562525"/>
              <a:ext cx="295200" cy="327850"/>
            </a:xfrm>
            <a:custGeom>
              <a:avLst/>
              <a:gdLst/>
              <a:ahLst/>
              <a:cxnLst/>
              <a:rect l="l" t="t" r="r" b="b"/>
              <a:pathLst>
                <a:path w="11808" h="13114" extrusionOk="0">
                  <a:moveTo>
                    <a:pt x="7988" y="0"/>
                  </a:moveTo>
                  <a:cubicBezTo>
                    <a:pt x="7792" y="0"/>
                    <a:pt x="7627" y="85"/>
                    <a:pt x="7520" y="151"/>
                  </a:cubicBezTo>
                  <a:cubicBezTo>
                    <a:pt x="7283" y="296"/>
                    <a:pt x="7069" y="484"/>
                    <a:pt x="6896" y="706"/>
                  </a:cubicBezTo>
                  <a:lnTo>
                    <a:pt x="6857" y="692"/>
                  </a:lnTo>
                  <a:cubicBezTo>
                    <a:pt x="6644" y="619"/>
                    <a:pt x="6424" y="567"/>
                    <a:pt x="6201" y="543"/>
                  </a:cubicBezTo>
                  <a:lnTo>
                    <a:pt x="6195" y="543"/>
                  </a:lnTo>
                  <a:cubicBezTo>
                    <a:pt x="6146" y="537"/>
                    <a:pt x="6097" y="534"/>
                    <a:pt x="6048" y="530"/>
                  </a:cubicBezTo>
                  <a:lnTo>
                    <a:pt x="6035" y="530"/>
                  </a:lnTo>
                  <a:cubicBezTo>
                    <a:pt x="5976" y="527"/>
                    <a:pt x="5922" y="525"/>
                    <a:pt x="5873" y="525"/>
                  </a:cubicBezTo>
                  <a:cubicBezTo>
                    <a:pt x="5825" y="525"/>
                    <a:pt x="5778" y="527"/>
                    <a:pt x="5732" y="528"/>
                  </a:cubicBezTo>
                  <a:cubicBezTo>
                    <a:pt x="5720" y="528"/>
                    <a:pt x="5708" y="530"/>
                    <a:pt x="5696" y="530"/>
                  </a:cubicBezTo>
                  <a:lnTo>
                    <a:pt x="5670" y="533"/>
                  </a:lnTo>
                  <a:cubicBezTo>
                    <a:pt x="5644" y="534"/>
                    <a:pt x="5622" y="536"/>
                    <a:pt x="5598" y="537"/>
                  </a:cubicBezTo>
                  <a:lnTo>
                    <a:pt x="5264" y="570"/>
                  </a:lnTo>
                  <a:lnTo>
                    <a:pt x="5264" y="588"/>
                  </a:lnTo>
                  <a:cubicBezTo>
                    <a:pt x="5189" y="603"/>
                    <a:pt x="5115" y="623"/>
                    <a:pt x="5041" y="646"/>
                  </a:cubicBezTo>
                  <a:cubicBezTo>
                    <a:pt x="5041" y="646"/>
                    <a:pt x="5006" y="656"/>
                    <a:pt x="4991" y="661"/>
                  </a:cubicBezTo>
                  <a:cubicBezTo>
                    <a:pt x="4822" y="459"/>
                    <a:pt x="4625" y="285"/>
                    <a:pt x="4405" y="153"/>
                  </a:cubicBezTo>
                  <a:cubicBezTo>
                    <a:pt x="4299" y="89"/>
                    <a:pt x="4135" y="2"/>
                    <a:pt x="3937" y="2"/>
                  </a:cubicBezTo>
                  <a:cubicBezTo>
                    <a:pt x="3872" y="2"/>
                    <a:pt x="3811" y="12"/>
                    <a:pt x="3750" y="30"/>
                  </a:cubicBezTo>
                  <a:cubicBezTo>
                    <a:pt x="3577" y="83"/>
                    <a:pt x="3435" y="205"/>
                    <a:pt x="3321" y="401"/>
                  </a:cubicBezTo>
                  <a:cubicBezTo>
                    <a:pt x="3040" y="879"/>
                    <a:pt x="3040" y="1431"/>
                    <a:pt x="3070" y="1861"/>
                  </a:cubicBezTo>
                  <a:cubicBezTo>
                    <a:pt x="3085" y="2063"/>
                    <a:pt x="3109" y="2244"/>
                    <a:pt x="3146" y="2410"/>
                  </a:cubicBezTo>
                  <a:cubicBezTo>
                    <a:pt x="3114" y="2518"/>
                    <a:pt x="3088" y="2629"/>
                    <a:pt x="3076" y="2739"/>
                  </a:cubicBezTo>
                  <a:lnTo>
                    <a:pt x="3069" y="2746"/>
                  </a:lnTo>
                  <a:lnTo>
                    <a:pt x="3063" y="2901"/>
                  </a:lnTo>
                  <a:cubicBezTo>
                    <a:pt x="3063" y="2920"/>
                    <a:pt x="3061" y="2939"/>
                    <a:pt x="3061" y="2957"/>
                  </a:cubicBezTo>
                  <a:lnTo>
                    <a:pt x="3061" y="2969"/>
                  </a:lnTo>
                  <a:cubicBezTo>
                    <a:pt x="3061" y="3007"/>
                    <a:pt x="3063" y="3043"/>
                    <a:pt x="3064" y="3081"/>
                  </a:cubicBezTo>
                  <a:cubicBezTo>
                    <a:pt x="3064" y="3088"/>
                    <a:pt x="3066" y="3093"/>
                    <a:pt x="3066" y="3101"/>
                  </a:cubicBezTo>
                  <a:cubicBezTo>
                    <a:pt x="3069" y="3135"/>
                    <a:pt x="3072" y="3171"/>
                    <a:pt x="3078" y="3205"/>
                  </a:cubicBezTo>
                  <a:lnTo>
                    <a:pt x="3079" y="3217"/>
                  </a:lnTo>
                  <a:cubicBezTo>
                    <a:pt x="3088" y="3281"/>
                    <a:pt x="3103" y="3349"/>
                    <a:pt x="3122" y="3416"/>
                  </a:cubicBezTo>
                  <a:cubicBezTo>
                    <a:pt x="2883" y="3664"/>
                    <a:pt x="2695" y="3959"/>
                    <a:pt x="2564" y="4298"/>
                  </a:cubicBezTo>
                  <a:lnTo>
                    <a:pt x="2550" y="4298"/>
                  </a:lnTo>
                  <a:lnTo>
                    <a:pt x="2530" y="4363"/>
                  </a:lnTo>
                  <a:cubicBezTo>
                    <a:pt x="2167" y="4458"/>
                    <a:pt x="1822" y="4619"/>
                    <a:pt x="1525" y="4827"/>
                  </a:cubicBezTo>
                  <a:cubicBezTo>
                    <a:pt x="614" y="5466"/>
                    <a:pt x="38" y="6602"/>
                    <a:pt x="15" y="7790"/>
                  </a:cubicBezTo>
                  <a:cubicBezTo>
                    <a:pt x="0" y="8592"/>
                    <a:pt x="229" y="9366"/>
                    <a:pt x="661" y="9968"/>
                  </a:cubicBezTo>
                  <a:cubicBezTo>
                    <a:pt x="961" y="10379"/>
                    <a:pt x="1362" y="10737"/>
                    <a:pt x="1918" y="11082"/>
                  </a:cubicBezTo>
                  <a:cubicBezTo>
                    <a:pt x="1965" y="11316"/>
                    <a:pt x="2144" y="11507"/>
                    <a:pt x="2428" y="11628"/>
                  </a:cubicBezTo>
                  <a:cubicBezTo>
                    <a:pt x="2458" y="11641"/>
                    <a:pt x="2490" y="11655"/>
                    <a:pt x="2521" y="11665"/>
                  </a:cubicBezTo>
                  <a:cubicBezTo>
                    <a:pt x="2589" y="11693"/>
                    <a:pt x="2672" y="11726"/>
                    <a:pt x="2696" y="11753"/>
                  </a:cubicBezTo>
                  <a:cubicBezTo>
                    <a:pt x="2714" y="11771"/>
                    <a:pt x="2737" y="11827"/>
                    <a:pt x="2755" y="11872"/>
                  </a:cubicBezTo>
                  <a:cubicBezTo>
                    <a:pt x="2782" y="11937"/>
                    <a:pt x="2814" y="12012"/>
                    <a:pt x="2861" y="12091"/>
                  </a:cubicBezTo>
                  <a:cubicBezTo>
                    <a:pt x="2983" y="12284"/>
                    <a:pt x="3200" y="12410"/>
                    <a:pt x="3413" y="12410"/>
                  </a:cubicBezTo>
                  <a:cubicBezTo>
                    <a:pt x="3499" y="12410"/>
                    <a:pt x="3581" y="12389"/>
                    <a:pt x="3652" y="12352"/>
                  </a:cubicBezTo>
                  <a:cubicBezTo>
                    <a:pt x="3689" y="12350"/>
                    <a:pt x="3726" y="12347"/>
                    <a:pt x="3765" y="12343"/>
                  </a:cubicBezTo>
                  <a:cubicBezTo>
                    <a:pt x="3906" y="12326"/>
                    <a:pt x="4049" y="12303"/>
                    <a:pt x="4219" y="12269"/>
                  </a:cubicBezTo>
                  <a:lnTo>
                    <a:pt x="4411" y="12365"/>
                  </a:lnTo>
                  <a:cubicBezTo>
                    <a:pt x="4844" y="12584"/>
                    <a:pt x="5290" y="12812"/>
                    <a:pt x="5750" y="13036"/>
                  </a:cubicBezTo>
                  <a:lnTo>
                    <a:pt x="5907" y="13113"/>
                  </a:lnTo>
                  <a:lnTo>
                    <a:pt x="6063" y="13036"/>
                  </a:lnTo>
                  <a:cubicBezTo>
                    <a:pt x="6523" y="12812"/>
                    <a:pt x="6971" y="12584"/>
                    <a:pt x="7407" y="12365"/>
                  </a:cubicBezTo>
                  <a:cubicBezTo>
                    <a:pt x="7565" y="12284"/>
                    <a:pt x="7725" y="12205"/>
                    <a:pt x="7884" y="12124"/>
                  </a:cubicBezTo>
                  <a:cubicBezTo>
                    <a:pt x="8321" y="12109"/>
                    <a:pt x="8674" y="12039"/>
                    <a:pt x="8989" y="11907"/>
                  </a:cubicBezTo>
                  <a:cubicBezTo>
                    <a:pt x="9188" y="11822"/>
                    <a:pt x="9366" y="11715"/>
                    <a:pt x="9538" y="11610"/>
                  </a:cubicBezTo>
                  <a:cubicBezTo>
                    <a:pt x="9722" y="11497"/>
                    <a:pt x="9910" y="11382"/>
                    <a:pt x="10097" y="11261"/>
                  </a:cubicBezTo>
                  <a:cubicBezTo>
                    <a:pt x="10347" y="11099"/>
                    <a:pt x="10635" y="10904"/>
                    <a:pt x="10866" y="10631"/>
                  </a:cubicBezTo>
                  <a:cubicBezTo>
                    <a:pt x="11077" y="10384"/>
                    <a:pt x="11212" y="10096"/>
                    <a:pt x="11252" y="9809"/>
                  </a:cubicBezTo>
                  <a:cubicBezTo>
                    <a:pt x="11616" y="9233"/>
                    <a:pt x="11807" y="8520"/>
                    <a:pt x="11794" y="7789"/>
                  </a:cubicBezTo>
                  <a:cubicBezTo>
                    <a:pt x="11771" y="6599"/>
                    <a:pt x="11192" y="5465"/>
                    <a:pt x="10284" y="4826"/>
                  </a:cubicBezTo>
                  <a:cubicBezTo>
                    <a:pt x="9963" y="4599"/>
                    <a:pt x="9592" y="4434"/>
                    <a:pt x="9200" y="4340"/>
                  </a:cubicBezTo>
                  <a:cubicBezTo>
                    <a:pt x="9066" y="3983"/>
                    <a:pt x="8874" y="3672"/>
                    <a:pt x="8625" y="3414"/>
                  </a:cubicBezTo>
                  <a:cubicBezTo>
                    <a:pt x="8644" y="3346"/>
                    <a:pt x="8657" y="3278"/>
                    <a:pt x="8666" y="3214"/>
                  </a:cubicBezTo>
                  <a:lnTo>
                    <a:pt x="8668" y="3202"/>
                  </a:lnTo>
                  <a:cubicBezTo>
                    <a:pt x="8674" y="3167"/>
                    <a:pt x="8678" y="3134"/>
                    <a:pt x="8680" y="3098"/>
                  </a:cubicBezTo>
                  <a:cubicBezTo>
                    <a:pt x="8680" y="3091"/>
                    <a:pt x="8681" y="3084"/>
                    <a:pt x="8681" y="3076"/>
                  </a:cubicBezTo>
                  <a:cubicBezTo>
                    <a:pt x="8686" y="3036"/>
                    <a:pt x="8686" y="2993"/>
                    <a:pt x="8686" y="2954"/>
                  </a:cubicBezTo>
                  <a:cubicBezTo>
                    <a:pt x="8686" y="2935"/>
                    <a:pt x="8686" y="2917"/>
                    <a:pt x="8683" y="2897"/>
                  </a:cubicBezTo>
                  <a:lnTo>
                    <a:pt x="8678" y="2764"/>
                  </a:lnTo>
                  <a:cubicBezTo>
                    <a:pt x="8772" y="2511"/>
                    <a:pt x="8831" y="2214"/>
                    <a:pt x="8855" y="1860"/>
                  </a:cubicBezTo>
                  <a:cubicBezTo>
                    <a:pt x="8885" y="1428"/>
                    <a:pt x="8885" y="876"/>
                    <a:pt x="8604" y="400"/>
                  </a:cubicBezTo>
                  <a:cubicBezTo>
                    <a:pt x="8487" y="204"/>
                    <a:pt x="8348" y="82"/>
                    <a:pt x="8175" y="29"/>
                  </a:cubicBezTo>
                  <a:cubicBezTo>
                    <a:pt x="8114" y="9"/>
                    <a:pt x="8052" y="0"/>
                    <a:pt x="798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4"/>
            <p:cNvSpPr/>
            <p:nvPr/>
          </p:nvSpPr>
          <p:spPr>
            <a:xfrm>
              <a:off x="2969175" y="3845975"/>
              <a:ext cx="76900" cy="16450"/>
            </a:xfrm>
            <a:custGeom>
              <a:avLst/>
              <a:gdLst/>
              <a:ahLst/>
              <a:cxnLst/>
              <a:rect l="l" t="t" r="r" b="b"/>
              <a:pathLst>
                <a:path w="3076" h="658" extrusionOk="0">
                  <a:moveTo>
                    <a:pt x="1357" y="1"/>
                  </a:moveTo>
                  <a:cubicBezTo>
                    <a:pt x="1251" y="1"/>
                    <a:pt x="1146" y="4"/>
                    <a:pt x="1041" y="11"/>
                  </a:cubicBezTo>
                  <a:cubicBezTo>
                    <a:pt x="842" y="24"/>
                    <a:pt x="640" y="52"/>
                    <a:pt x="453" y="124"/>
                  </a:cubicBezTo>
                  <a:cubicBezTo>
                    <a:pt x="267" y="198"/>
                    <a:pt x="97" y="326"/>
                    <a:pt x="0" y="504"/>
                  </a:cubicBezTo>
                  <a:cubicBezTo>
                    <a:pt x="79" y="623"/>
                    <a:pt x="228" y="658"/>
                    <a:pt x="377" y="658"/>
                  </a:cubicBezTo>
                  <a:cubicBezTo>
                    <a:pt x="426" y="658"/>
                    <a:pt x="474" y="654"/>
                    <a:pt x="521" y="649"/>
                  </a:cubicBezTo>
                  <a:cubicBezTo>
                    <a:pt x="1245" y="562"/>
                    <a:pt x="1959" y="280"/>
                    <a:pt x="2676" y="280"/>
                  </a:cubicBezTo>
                  <a:cubicBezTo>
                    <a:pt x="2809" y="280"/>
                    <a:pt x="2942" y="290"/>
                    <a:pt x="3075" y="312"/>
                  </a:cubicBezTo>
                  <a:cubicBezTo>
                    <a:pt x="2527" y="107"/>
                    <a:pt x="1943" y="1"/>
                    <a:pt x="1357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2898275" y="3677700"/>
              <a:ext cx="277100" cy="202625"/>
            </a:xfrm>
            <a:custGeom>
              <a:avLst/>
              <a:gdLst/>
              <a:ahLst/>
              <a:cxnLst/>
              <a:rect l="l" t="t" r="r" b="b"/>
              <a:pathLst>
                <a:path w="11084" h="8105" extrusionOk="0">
                  <a:moveTo>
                    <a:pt x="2978" y="0"/>
                  </a:moveTo>
                  <a:cubicBezTo>
                    <a:pt x="2410" y="0"/>
                    <a:pt x="1828" y="188"/>
                    <a:pt x="1371" y="510"/>
                  </a:cubicBezTo>
                  <a:cubicBezTo>
                    <a:pt x="520" y="1105"/>
                    <a:pt x="32" y="2147"/>
                    <a:pt x="14" y="3186"/>
                  </a:cubicBezTo>
                  <a:cubicBezTo>
                    <a:pt x="0" y="3880"/>
                    <a:pt x="189" y="4584"/>
                    <a:pt x="593" y="5148"/>
                  </a:cubicBezTo>
                  <a:cubicBezTo>
                    <a:pt x="1142" y="5915"/>
                    <a:pt x="2027" y="6357"/>
                    <a:pt x="2874" y="6770"/>
                  </a:cubicBezTo>
                  <a:cubicBezTo>
                    <a:pt x="3786" y="7215"/>
                    <a:pt x="4629" y="7660"/>
                    <a:pt x="5543" y="8105"/>
                  </a:cubicBezTo>
                  <a:cubicBezTo>
                    <a:pt x="6455" y="7660"/>
                    <a:pt x="7298" y="7215"/>
                    <a:pt x="8212" y="6770"/>
                  </a:cubicBezTo>
                  <a:cubicBezTo>
                    <a:pt x="9061" y="6357"/>
                    <a:pt x="9945" y="5915"/>
                    <a:pt x="10495" y="5148"/>
                  </a:cubicBezTo>
                  <a:cubicBezTo>
                    <a:pt x="10895" y="4584"/>
                    <a:pt x="11083" y="3880"/>
                    <a:pt x="11070" y="3186"/>
                  </a:cubicBezTo>
                  <a:cubicBezTo>
                    <a:pt x="11052" y="2147"/>
                    <a:pt x="10563" y="1107"/>
                    <a:pt x="9713" y="510"/>
                  </a:cubicBezTo>
                  <a:cubicBezTo>
                    <a:pt x="9256" y="188"/>
                    <a:pt x="8674" y="0"/>
                    <a:pt x="8105" y="0"/>
                  </a:cubicBezTo>
                  <a:cubicBezTo>
                    <a:pt x="7852" y="0"/>
                    <a:pt x="7601" y="38"/>
                    <a:pt x="7365" y="118"/>
                  </a:cubicBezTo>
                  <a:cubicBezTo>
                    <a:pt x="6495" y="412"/>
                    <a:pt x="6164" y="1034"/>
                    <a:pt x="5542" y="1276"/>
                  </a:cubicBezTo>
                  <a:cubicBezTo>
                    <a:pt x="4917" y="1034"/>
                    <a:pt x="4589" y="412"/>
                    <a:pt x="3719" y="118"/>
                  </a:cubicBezTo>
                  <a:cubicBezTo>
                    <a:pt x="3483" y="38"/>
                    <a:pt x="3232" y="0"/>
                    <a:pt x="297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2909200" y="3689525"/>
              <a:ext cx="255200" cy="183175"/>
            </a:xfrm>
            <a:custGeom>
              <a:avLst/>
              <a:gdLst/>
              <a:ahLst/>
              <a:cxnLst/>
              <a:rect l="l" t="t" r="r" b="b"/>
              <a:pathLst>
                <a:path w="10208" h="7327" extrusionOk="0">
                  <a:moveTo>
                    <a:pt x="2744" y="0"/>
                  </a:moveTo>
                  <a:cubicBezTo>
                    <a:pt x="2220" y="0"/>
                    <a:pt x="1683" y="173"/>
                    <a:pt x="1261" y="469"/>
                  </a:cubicBezTo>
                  <a:cubicBezTo>
                    <a:pt x="480" y="1018"/>
                    <a:pt x="29" y="1977"/>
                    <a:pt x="12" y="2933"/>
                  </a:cubicBezTo>
                  <a:cubicBezTo>
                    <a:pt x="0" y="3573"/>
                    <a:pt x="172" y="4221"/>
                    <a:pt x="545" y="4738"/>
                  </a:cubicBezTo>
                  <a:cubicBezTo>
                    <a:pt x="1053" y="5446"/>
                    <a:pt x="1867" y="5853"/>
                    <a:pt x="2647" y="6234"/>
                  </a:cubicBezTo>
                  <a:cubicBezTo>
                    <a:pt x="3309" y="6555"/>
                    <a:pt x="3928" y="6878"/>
                    <a:pt x="4571" y="7201"/>
                  </a:cubicBezTo>
                  <a:cubicBezTo>
                    <a:pt x="4739" y="7284"/>
                    <a:pt x="4921" y="7326"/>
                    <a:pt x="5104" y="7326"/>
                  </a:cubicBezTo>
                  <a:cubicBezTo>
                    <a:pt x="5286" y="7326"/>
                    <a:pt x="5469" y="7284"/>
                    <a:pt x="5637" y="7201"/>
                  </a:cubicBezTo>
                  <a:cubicBezTo>
                    <a:pt x="6279" y="6878"/>
                    <a:pt x="6901" y="6555"/>
                    <a:pt x="7561" y="6234"/>
                  </a:cubicBezTo>
                  <a:cubicBezTo>
                    <a:pt x="8344" y="5853"/>
                    <a:pt x="9155" y="5446"/>
                    <a:pt x="9663" y="4738"/>
                  </a:cubicBezTo>
                  <a:cubicBezTo>
                    <a:pt x="10036" y="4221"/>
                    <a:pt x="10207" y="3573"/>
                    <a:pt x="10195" y="2933"/>
                  </a:cubicBezTo>
                  <a:cubicBezTo>
                    <a:pt x="10179" y="1977"/>
                    <a:pt x="9728" y="1018"/>
                    <a:pt x="8947" y="469"/>
                  </a:cubicBezTo>
                  <a:cubicBezTo>
                    <a:pt x="8525" y="173"/>
                    <a:pt x="7989" y="0"/>
                    <a:pt x="7465" y="0"/>
                  </a:cubicBezTo>
                  <a:cubicBezTo>
                    <a:pt x="7231" y="0"/>
                    <a:pt x="7000" y="35"/>
                    <a:pt x="6783" y="107"/>
                  </a:cubicBezTo>
                  <a:cubicBezTo>
                    <a:pt x="6383" y="242"/>
                    <a:pt x="6107" y="453"/>
                    <a:pt x="5860" y="658"/>
                  </a:cubicBezTo>
                  <a:cubicBezTo>
                    <a:pt x="5641" y="839"/>
                    <a:pt x="5372" y="929"/>
                    <a:pt x="5103" y="929"/>
                  </a:cubicBezTo>
                  <a:cubicBezTo>
                    <a:pt x="4835" y="929"/>
                    <a:pt x="4566" y="839"/>
                    <a:pt x="4348" y="658"/>
                  </a:cubicBezTo>
                  <a:cubicBezTo>
                    <a:pt x="4100" y="453"/>
                    <a:pt x="3823" y="243"/>
                    <a:pt x="3425" y="107"/>
                  </a:cubicBezTo>
                  <a:cubicBezTo>
                    <a:pt x="3208" y="35"/>
                    <a:pt x="2977" y="0"/>
                    <a:pt x="2744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3122975" y="3703100"/>
              <a:ext cx="30500" cy="34750"/>
            </a:xfrm>
            <a:custGeom>
              <a:avLst/>
              <a:gdLst/>
              <a:ahLst/>
              <a:cxnLst/>
              <a:rect l="l" t="t" r="r" b="b"/>
              <a:pathLst>
                <a:path w="1220" h="1390" extrusionOk="0">
                  <a:moveTo>
                    <a:pt x="1" y="0"/>
                  </a:moveTo>
                  <a:cubicBezTo>
                    <a:pt x="509" y="361"/>
                    <a:pt x="928" y="839"/>
                    <a:pt x="1219" y="1389"/>
                  </a:cubicBezTo>
                  <a:cubicBezTo>
                    <a:pt x="1124" y="747"/>
                    <a:pt x="627" y="18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2915950" y="3704975"/>
              <a:ext cx="26475" cy="48875"/>
            </a:xfrm>
            <a:custGeom>
              <a:avLst/>
              <a:gdLst/>
              <a:ahLst/>
              <a:cxnLst/>
              <a:rect l="l" t="t" r="r" b="b"/>
              <a:pathLst>
                <a:path w="1059" h="1955" extrusionOk="0">
                  <a:moveTo>
                    <a:pt x="1059" y="1"/>
                  </a:moveTo>
                  <a:lnTo>
                    <a:pt x="1059" y="1"/>
                  </a:lnTo>
                  <a:cubicBezTo>
                    <a:pt x="397" y="394"/>
                    <a:pt x="0" y="1190"/>
                    <a:pt x="82" y="1955"/>
                  </a:cubicBezTo>
                  <a:cubicBezTo>
                    <a:pt x="175" y="1224"/>
                    <a:pt x="596" y="575"/>
                    <a:pt x="1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4"/>
            <p:cNvSpPr/>
            <p:nvPr/>
          </p:nvSpPr>
          <p:spPr>
            <a:xfrm>
              <a:off x="2945375" y="3802050"/>
              <a:ext cx="216800" cy="61700"/>
            </a:xfrm>
            <a:custGeom>
              <a:avLst/>
              <a:gdLst/>
              <a:ahLst/>
              <a:cxnLst/>
              <a:rect l="l" t="t" r="r" b="b"/>
              <a:pathLst>
                <a:path w="8672" h="2468" extrusionOk="0">
                  <a:moveTo>
                    <a:pt x="8658" y="1"/>
                  </a:moveTo>
                  <a:lnTo>
                    <a:pt x="8658" y="1"/>
                  </a:lnTo>
                  <a:cubicBezTo>
                    <a:pt x="8299" y="355"/>
                    <a:pt x="7764" y="445"/>
                    <a:pt x="7263" y="492"/>
                  </a:cubicBezTo>
                  <a:cubicBezTo>
                    <a:pt x="6607" y="553"/>
                    <a:pt x="5949" y="563"/>
                    <a:pt x="5290" y="563"/>
                  </a:cubicBezTo>
                  <a:cubicBezTo>
                    <a:pt x="5143" y="563"/>
                    <a:pt x="4996" y="562"/>
                    <a:pt x="4849" y="561"/>
                  </a:cubicBezTo>
                  <a:cubicBezTo>
                    <a:pt x="3995" y="560"/>
                    <a:pt x="3143" y="558"/>
                    <a:pt x="2290" y="555"/>
                  </a:cubicBezTo>
                  <a:cubicBezTo>
                    <a:pt x="2271" y="555"/>
                    <a:pt x="2253" y="555"/>
                    <a:pt x="2234" y="555"/>
                  </a:cubicBezTo>
                  <a:cubicBezTo>
                    <a:pt x="1521" y="555"/>
                    <a:pt x="754" y="589"/>
                    <a:pt x="212" y="1044"/>
                  </a:cubicBezTo>
                  <a:cubicBezTo>
                    <a:pt x="103" y="1136"/>
                    <a:pt x="1" y="1261"/>
                    <a:pt x="16" y="1403"/>
                  </a:cubicBezTo>
                  <a:cubicBezTo>
                    <a:pt x="33" y="1554"/>
                    <a:pt x="179" y="1656"/>
                    <a:pt x="318" y="1715"/>
                  </a:cubicBezTo>
                  <a:cubicBezTo>
                    <a:pt x="458" y="1775"/>
                    <a:pt x="613" y="1819"/>
                    <a:pt x="716" y="1932"/>
                  </a:cubicBezTo>
                  <a:cubicBezTo>
                    <a:pt x="812" y="2042"/>
                    <a:pt x="838" y="2193"/>
                    <a:pt x="913" y="2315"/>
                  </a:cubicBezTo>
                  <a:cubicBezTo>
                    <a:pt x="966" y="2400"/>
                    <a:pt x="1069" y="2467"/>
                    <a:pt x="1162" y="2467"/>
                  </a:cubicBezTo>
                  <a:cubicBezTo>
                    <a:pt x="1204" y="2467"/>
                    <a:pt x="1243" y="2454"/>
                    <a:pt x="1275" y="2422"/>
                  </a:cubicBezTo>
                  <a:cubicBezTo>
                    <a:pt x="1234" y="2339"/>
                    <a:pt x="1277" y="2232"/>
                    <a:pt x="1351" y="2175"/>
                  </a:cubicBezTo>
                  <a:cubicBezTo>
                    <a:pt x="1424" y="2119"/>
                    <a:pt x="1521" y="2098"/>
                    <a:pt x="1613" y="2083"/>
                  </a:cubicBezTo>
                  <a:cubicBezTo>
                    <a:pt x="1937" y="2029"/>
                    <a:pt x="2264" y="2009"/>
                    <a:pt x="2591" y="2009"/>
                  </a:cubicBezTo>
                  <a:cubicBezTo>
                    <a:pt x="3464" y="2009"/>
                    <a:pt x="4345" y="2152"/>
                    <a:pt x="5220" y="2179"/>
                  </a:cubicBezTo>
                  <a:cubicBezTo>
                    <a:pt x="5296" y="2182"/>
                    <a:pt x="5372" y="2183"/>
                    <a:pt x="5449" y="2183"/>
                  </a:cubicBezTo>
                  <a:cubicBezTo>
                    <a:pt x="5842" y="2183"/>
                    <a:pt x="6238" y="2144"/>
                    <a:pt x="6600" y="1991"/>
                  </a:cubicBezTo>
                  <a:cubicBezTo>
                    <a:pt x="6776" y="1917"/>
                    <a:pt x="6937" y="1818"/>
                    <a:pt x="7102" y="1718"/>
                  </a:cubicBezTo>
                  <a:cubicBezTo>
                    <a:pt x="7287" y="1605"/>
                    <a:pt x="7473" y="1492"/>
                    <a:pt x="7655" y="1373"/>
                  </a:cubicBezTo>
                  <a:cubicBezTo>
                    <a:pt x="7907" y="1213"/>
                    <a:pt x="8153" y="1040"/>
                    <a:pt x="8346" y="813"/>
                  </a:cubicBezTo>
                  <a:cubicBezTo>
                    <a:pt x="8537" y="587"/>
                    <a:pt x="8671" y="296"/>
                    <a:pt x="8658" y="1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4"/>
            <p:cNvSpPr/>
            <p:nvPr/>
          </p:nvSpPr>
          <p:spPr>
            <a:xfrm>
              <a:off x="2955900" y="3635875"/>
              <a:ext cx="160250" cy="141200"/>
            </a:xfrm>
            <a:custGeom>
              <a:avLst/>
              <a:gdLst/>
              <a:ahLst/>
              <a:cxnLst/>
              <a:rect l="l" t="t" r="r" b="b"/>
              <a:pathLst>
                <a:path w="6410" h="5648" extrusionOk="0">
                  <a:moveTo>
                    <a:pt x="2728" y="1"/>
                  </a:moveTo>
                  <a:cubicBezTo>
                    <a:pt x="2543" y="34"/>
                    <a:pt x="2359" y="66"/>
                    <a:pt x="2172" y="72"/>
                  </a:cubicBezTo>
                  <a:cubicBezTo>
                    <a:pt x="1631" y="90"/>
                    <a:pt x="1123" y="331"/>
                    <a:pt x="771" y="669"/>
                  </a:cubicBezTo>
                  <a:cubicBezTo>
                    <a:pt x="420" y="1006"/>
                    <a:pt x="215" y="1433"/>
                    <a:pt x="112" y="1869"/>
                  </a:cubicBezTo>
                  <a:cubicBezTo>
                    <a:pt x="8" y="2305"/>
                    <a:pt x="1" y="2751"/>
                    <a:pt x="5" y="3194"/>
                  </a:cubicBezTo>
                  <a:cubicBezTo>
                    <a:pt x="13" y="3858"/>
                    <a:pt x="55" y="4536"/>
                    <a:pt x="358" y="5150"/>
                  </a:cubicBezTo>
                  <a:cubicBezTo>
                    <a:pt x="427" y="5290"/>
                    <a:pt x="515" y="5432"/>
                    <a:pt x="654" y="5530"/>
                  </a:cubicBezTo>
                  <a:cubicBezTo>
                    <a:pt x="754" y="5601"/>
                    <a:pt x="772" y="5648"/>
                    <a:pt x="836" y="5648"/>
                  </a:cubicBezTo>
                  <a:cubicBezTo>
                    <a:pt x="862" y="5648"/>
                    <a:pt x="895" y="5640"/>
                    <a:pt x="945" y="5624"/>
                  </a:cubicBezTo>
                  <a:cubicBezTo>
                    <a:pt x="1142" y="5557"/>
                    <a:pt x="1189" y="5375"/>
                    <a:pt x="1233" y="5203"/>
                  </a:cubicBezTo>
                  <a:cubicBezTo>
                    <a:pt x="1316" y="4868"/>
                    <a:pt x="1264" y="4521"/>
                    <a:pt x="1290" y="4181"/>
                  </a:cubicBezTo>
                  <a:cubicBezTo>
                    <a:pt x="1314" y="3838"/>
                    <a:pt x="1441" y="3473"/>
                    <a:pt x="1780" y="3271"/>
                  </a:cubicBezTo>
                  <a:cubicBezTo>
                    <a:pt x="1935" y="3179"/>
                    <a:pt x="2709" y="3133"/>
                    <a:pt x="3205" y="3133"/>
                  </a:cubicBezTo>
                  <a:cubicBezTo>
                    <a:pt x="3703" y="3133"/>
                    <a:pt x="4473" y="3179"/>
                    <a:pt x="4630" y="3271"/>
                  </a:cubicBezTo>
                  <a:cubicBezTo>
                    <a:pt x="4969" y="3472"/>
                    <a:pt x="5093" y="3838"/>
                    <a:pt x="5120" y="4181"/>
                  </a:cubicBezTo>
                  <a:cubicBezTo>
                    <a:pt x="5144" y="4521"/>
                    <a:pt x="5091" y="4868"/>
                    <a:pt x="5176" y="5203"/>
                  </a:cubicBezTo>
                  <a:cubicBezTo>
                    <a:pt x="5220" y="5375"/>
                    <a:pt x="5295" y="5557"/>
                    <a:pt x="5492" y="5624"/>
                  </a:cubicBezTo>
                  <a:cubicBezTo>
                    <a:pt x="5542" y="5640"/>
                    <a:pt x="5573" y="5648"/>
                    <a:pt x="5596" y="5648"/>
                  </a:cubicBezTo>
                  <a:cubicBezTo>
                    <a:pt x="5652" y="5648"/>
                    <a:pt x="5656" y="5601"/>
                    <a:pt x="5755" y="5530"/>
                  </a:cubicBezTo>
                  <a:cubicBezTo>
                    <a:pt x="5894" y="5429"/>
                    <a:pt x="5981" y="5290"/>
                    <a:pt x="6050" y="5150"/>
                  </a:cubicBezTo>
                  <a:cubicBezTo>
                    <a:pt x="6357" y="4536"/>
                    <a:pt x="6396" y="3858"/>
                    <a:pt x="6403" y="3194"/>
                  </a:cubicBezTo>
                  <a:cubicBezTo>
                    <a:pt x="6409" y="2750"/>
                    <a:pt x="6402" y="2305"/>
                    <a:pt x="6298" y="1869"/>
                  </a:cubicBezTo>
                  <a:cubicBezTo>
                    <a:pt x="6194" y="1433"/>
                    <a:pt x="5989" y="1006"/>
                    <a:pt x="5639" y="669"/>
                  </a:cubicBezTo>
                  <a:cubicBezTo>
                    <a:pt x="5287" y="331"/>
                    <a:pt x="4779" y="90"/>
                    <a:pt x="4238" y="72"/>
                  </a:cubicBezTo>
                  <a:cubicBezTo>
                    <a:pt x="4051" y="66"/>
                    <a:pt x="3867" y="34"/>
                    <a:pt x="3681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2955900" y="3677725"/>
              <a:ext cx="160250" cy="99350"/>
            </a:xfrm>
            <a:custGeom>
              <a:avLst/>
              <a:gdLst/>
              <a:ahLst/>
              <a:cxnLst/>
              <a:rect l="l" t="t" r="r" b="b"/>
              <a:pathLst>
                <a:path w="6410" h="3974" extrusionOk="0">
                  <a:moveTo>
                    <a:pt x="5766" y="0"/>
                  </a:moveTo>
                  <a:cubicBezTo>
                    <a:pt x="5513" y="0"/>
                    <a:pt x="5263" y="38"/>
                    <a:pt x="5027" y="118"/>
                  </a:cubicBezTo>
                  <a:cubicBezTo>
                    <a:pt x="4158" y="412"/>
                    <a:pt x="3826" y="1036"/>
                    <a:pt x="3205" y="1278"/>
                  </a:cubicBezTo>
                  <a:cubicBezTo>
                    <a:pt x="2581" y="1036"/>
                    <a:pt x="2250" y="412"/>
                    <a:pt x="1382" y="118"/>
                  </a:cubicBezTo>
                  <a:cubicBezTo>
                    <a:pt x="1144" y="39"/>
                    <a:pt x="892" y="1"/>
                    <a:pt x="637" y="1"/>
                  </a:cubicBezTo>
                  <a:cubicBezTo>
                    <a:pt x="476" y="1"/>
                    <a:pt x="313" y="16"/>
                    <a:pt x="151" y="46"/>
                  </a:cubicBezTo>
                  <a:cubicBezTo>
                    <a:pt x="136" y="95"/>
                    <a:pt x="123" y="144"/>
                    <a:pt x="111" y="195"/>
                  </a:cubicBezTo>
                  <a:cubicBezTo>
                    <a:pt x="8" y="631"/>
                    <a:pt x="1" y="1076"/>
                    <a:pt x="7" y="1520"/>
                  </a:cubicBezTo>
                  <a:cubicBezTo>
                    <a:pt x="14" y="2184"/>
                    <a:pt x="55" y="2862"/>
                    <a:pt x="358" y="3476"/>
                  </a:cubicBezTo>
                  <a:cubicBezTo>
                    <a:pt x="429" y="3616"/>
                    <a:pt x="515" y="3758"/>
                    <a:pt x="655" y="3856"/>
                  </a:cubicBezTo>
                  <a:cubicBezTo>
                    <a:pt x="754" y="3927"/>
                    <a:pt x="772" y="3974"/>
                    <a:pt x="836" y="3974"/>
                  </a:cubicBezTo>
                  <a:cubicBezTo>
                    <a:pt x="862" y="3974"/>
                    <a:pt x="895" y="3966"/>
                    <a:pt x="945" y="3950"/>
                  </a:cubicBezTo>
                  <a:cubicBezTo>
                    <a:pt x="1142" y="3883"/>
                    <a:pt x="1190" y="3701"/>
                    <a:pt x="1233" y="3529"/>
                  </a:cubicBezTo>
                  <a:cubicBezTo>
                    <a:pt x="1316" y="3194"/>
                    <a:pt x="1266" y="2847"/>
                    <a:pt x="1290" y="2507"/>
                  </a:cubicBezTo>
                  <a:cubicBezTo>
                    <a:pt x="1314" y="2164"/>
                    <a:pt x="1441" y="1799"/>
                    <a:pt x="1780" y="1597"/>
                  </a:cubicBezTo>
                  <a:cubicBezTo>
                    <a:pt x="1937" y="1505"/>
                    <a:pt x="2709" y="1459"/>
                    <a:pt x="3205" y="1459"/>
                  </a:cubicBezTo>
                  <a:cubicBezTo>
                    <a:pt x="3703" y="1459"/>
                    <a:pt x="4473" y="1505"/>
                    <a:pt x="4630" y="1597"/>
                  </a:cubicBezTo>
                  <a:cubicBezTo>
                    <a:pt x="4969" y="1798"/>
                    <a:pt x="5093" y="2164"/>
                    <a:pt x="5120" y="2507"/>
                  </a:cubicBezTo>
                  <a:cubicBezTo>
                    <a:pt x="5144" y="2847"/>
                    <a:pt x="5091" y="3194"/>
                    <a:pt x="5176" y="3529"/>
                  </a:cubicBezTo>
                  <a:cubicBezTo>
                    <a:pt x="5220" y="3701"/>
                    <a:pt x="5295" y="3883"/>
                    <a:pt x="5492" y="3950"/>
                  </a:cubicBezTo>
                  <a:cubicBezTo>
                    <a:pt x="5542" y="3966"/>
                    <a:pt x="5573" y="3974"/>
                    <a:pt x="5596" y="3974"/>
                  </a:cubicBezTo>
                  <a:cubicBezTo>
                    <a:pt x="5652" y="3974"/>
                    <a:pt x="5656" y="3927"/>
                    <a:pt x="5755" y="3856"/>
                  </a:cubicBezTo>
                  <a:cubicBezTo>
                    <a:pt x="5895" y="3755"/>
                    <a:pt x="5981" y="3616"/>
                    <a:pt x="6050" y="3476"/>
                  </a:cubicBezTo>
                  <a:cubicBezTo>
                    <a:pt x="6357" y="2862"/>
                    <a:pt x="6396" y="2184"/>
                    <a:pt x="6403" y="1520"/>
                  </a:cubicBezTo>
                  <a:cubicBezTo>
                    <a:pt x="6409" y="1077"/>
                    <a:pt x="6402" y="631"/>
                    <a:pt x="6298" y="195"/>
                  </a:cubicBezTo>
                  <a:cubicBezTo>
                    <a:pt x="6286" y="147"/>
                    <a:pt x="6274" y="95"/>
                    <a:pt x="6259" y="46"/>
                  </a:cubicBezTo>
                  <a:cubicBezTo>
                    <a:pt x="6095" y="16"/>
                    <a:pt x="5930" y="0"/>
                    <a:pt x="5766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2952500" y="3678075"/>
              <a:ext cx="27775" cy="99000"/>
            </a:xfrm>
            <a:custGeom>
              <a:avLst/>
              <a:gdLst/>
              <a:ahLst/>
              <a:cxnLst/>
              <a:rect l="l" t="t" r="r" b="b"/>
              <a:pathLst>
                <a:path w="1111" h="3960" extrusionOk="0">
                  <a:moveTo>
                    <a:pt x="521" y="0"/>
                  </a:moveTo>
                  <a:lnTo>
                    <a:pt x="521" y="0"/>
                  </a:lnTo>
                  <a:cubicBezTo>
                    <a:pt x="443" y="8"/>
                    <a:pt x="364" y="17"/>
                    <a:pt x="287" y="32"/>
                  </a:cubicBezTo>
                  <a:cubicBezTo>
                    <a:pt x="272" y="81"/>
                    <a:pt x="259" y="130"/>
                    <a:pt x="248" y="181"/>
                  </a:cubicBezTo>
                  <a:cubicBezTo>
                    <a:pt x="144" y="617"/>
                    <a:pt x="137" y="1063"/>
                    <a:pt x="141" y="1506"/>
                  </a:cubicBezTo>
                  <a:cubicBezTo>
                    <a:pt x="149" y="2170"/>
                    <a:pt x="191" y="2848"/>
                    <a:pt x="494" y="3462"/>
                  </a:cubicBezTo>
                  <a:cubicBezTo>
                    <a:pt x="563" y="3602"/>
                    <a:pt x="651" y="3743"/>
                    <a:pt x="790" y="3842"/>
                  </a:cubicBezTo>
                  <a:cubicBezTo>
                    <a:pt x="890" y="3913"/>
                    <a:pt x="908" y="3960"/>
                    <a:pt x="972" y="3960"/>
                  </a:cubicBezTo>
                  <a:cubicBezTo>
                    <a:pt x="998" y="3960"/>
                    <a:pt x="1031" y="3952"/>
                    <a:pt x="1081" y="3936"/>
                  </a:cubicBezTo>
                  <a:cubicBezTo>
                    <a:pt x="1090" y="3933"/>
                    <a:pt x="1102" y="3928"/>
                    <a:pt x="1111" y="3925"/>
                  </a:cubicBezTo>
                  <a:cubicBezTo>
                    <a:pt x="357" y="2797"/>
                    <a:pt x="1" y="1256"/>
                    <a:pt x="52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4"/>
            <p:cNvSpPr/>
            <p:nvPr/>
          </p:nvSpPr>
          <p:spPr>
            <a:xfrm>
              <a:off x="3091025" y="3678100"/>
              <a:ext cx="25125" cy="98925"/>
            </a:xfrm>
            <a:custGeom>
              <a:avLst/>
              <a:gdLst/>
              <a:ahLst/>
              <a:cxnLst/>
              <a:rect l="l" t="t" r="r" b="b"/>
              <a:pathLst>
                <a:path w="1005" h="3957" extrusionOk="0">
                  <a:moveTo>
                    <a:pt x="633" y="1"/>
                  </a:moveTo>
                  <a:lnTo>
                    <a:pt x="633" y="1"/>
                  </a:lnTo>
                  <a:cubicBezTo>
                    <a:pt x="947" y="1355"/>
                    <a:pt x="736" y="2737"/>
                    <a:pt x="0" y="3889"/>
                  </a:cubicBezTo>
                  <a:cubicBezTo>
                    <a:pt x="26" y="3906"/>
                    <a:pt x="56" y="3921"/>
                    <a:pt x="87" y="3933"/>
                  </a:cubicBezTo>
                  <a:cubicBezTo>
                    <a:pt x="137" y="3949"/>
                    <a:pt x="168" y="3956"/>
                    <a:pt x="190" y="3956"/>
                  </a:cubicBezTo>
                  <a:cubicBezTo>
                    <a:pt x="247" y="3956"/>
                    <a:pt x="251" y="3910"/>
                    <a:pt x="350" y="3838"/>
                  </a:cubicBezTo>
                  <a:cubicBezTo>
                    <a:pt x="489" y="3739"/>
                    <a:pt x="576" y="3600"/>
                    <a:pt x="645" y="3460"/>
                  </a:cubicBezTo>
                  <a:cubicBezTo>
                    <a:pt x="952" y="2846"/>
                    <a:pt x="991" y="2167"/>
                    <a:pt x="998" y="1504"/>
                  </a:cubicBezTo>
                  <a:cubicBezTo>
                    <a:pt x="1004" y="1061"/>
                    <a:pt x="997" y="616"/>
                    <a:pt x="893" y="180"/>
                  </a:cubicBezTo>
                  <a:cubicBezTo>
                    <a:pt x="882" y="132"/>
                    <a:pt x="869" y="80"/>
                    <a:pt x="854" y="31"/>
                  </a:cubicBezTo>
                  <a:cubicBezTo>
                    <a:pt x="780" y="19"/>
                    <a:pt x="706" y="8"/>
                    <a:pt x="633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4"/>
            <p:cNvSpPr/>
            <p:nvPr/>
          </p:nvSpPr>
          <p:spPr>
            <a:xfrm>
              <a:off x="2978975" y="3632075"/>
              <a:ext cx="113975" cy="58800"/>
            </a:xfrm>
            <a:custGeom>
              <a:avLst/>
              <a:gdLst/>
              <a:ahLst/>
              <a:cxnLst/>
              <a:rect l="l" t="t" r="r" b="b"/>
              <a:pathLst>
                <a:path w="4559" h="2352" extrusionOk="0">
                  <a:moveTo>
                    <a:pt x="1867" y="0"/>
                  </a:moveTo>
                  <a:cubicBezTo>
                    <a:pt x="1707" y="29"/>
                    <a:pt x="1549" y="55"/>
                    <a:pt x="1386" y="61"/>
                  </a:cubicBezTo>
                  <a:cubicBezTo>
                    <a:pt x="919" y="77"/>
                    <a:pt x="479" y="285"/>
                    <a:pt x="174" y="578"/>
                  </a:cubicBezTo>
                  <a:cubicBezTo>
                    <a:pt x="112" y="638"/>
                    <a:pt x="53" y="702"/>
                    <a:pt x="1" y="769"/>
                  </a:cubicBezTo>
                  <a:cubicBezTo>
                    <a:pt x="172" y="1510"/>
                    <a:pt x="1128" y="2351"/>
                    <a:pt x="2282" y="2351"/>
                  </a:cubicBezTo>
                  <a:cubicBezTo>
                    <a:pt x="3436" y="2351"/>
                    <a:pt x="4392" y="1510"/>
                    <a:pt x="4559" y="769"/>
                  </a:cubicBezTo>
                  <a:cubicBezTo>
                    <a:pt x="4506" y="703"/>
                    <a:pt x="4449" y="640"/>
                    <a:pt x="4386" y="578"/>
                  </a:cubicBezTo>
                  <a:cubicBezTo>
                    <a:pt x="4082" y="285"/>
                    <a:pt x="3642" y="76"/>
                    <a:pt x="3173" y="61"/>
                  </a:cubicBezTo>
                  <a:cubicBezTo>
                    <a:pt x="3012" y="55"/>
                    <a:pt x="2853" y="29"/>
                    <a:pt x="2692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4"/>
            <p:cNvSpPr/>
            <p:nvPr/>
          </p:nvSpPr>
          <p:spPr>
            <a:xfrm>
              <a:off x="2966500" y="3758150"/>
              <a:ext cx="20225" cy="18975"/>
            </a:xfrm>
            <a:custGeom>
              <a:avLst/>
              <a:gdLst/>
              <a:ahLst/>
              <a:cxnLst/>
              <a:rect l="l" t="t" r="r" b="b"/>
              <a:pathLst>
                <a:path w="809" h="759" extrusionOk="0">
                  <a:moveTo>
                    <a:pt x="305" y="1"/>
                  </a:moveTo>
                  <a:cubicBezTo>
                    <a:pt x="296" y="1"/>
                    <a:pt x="288" y="1"/>
                    <a:pt x="279" y="3"/>
                  </a:cubicBezTo>
                  <a:cubicBezTo>
                    <a:pt x="218" y="16"/>
                    <a:pt x="169" y="71"/>
                    <a:pt x="147" y="130"/>
                  </a:cubicBezTo>
                  <a:cubicBezTo>
                    <a:pt x="115" y="212"/>
                    <a:pt x="127" y="310"/>
                    <a:pt x="178" y="384"/>
                  </a:cubicBezTo>
                  <a:cubicBezTo>
                    <a:pt x="126" y="348"/>
                    <a:pt x="62" y="326"/>
                    <a:pt x="0" y="318"/>
                  </a:cubicBezTo>
                  <a:lnTo>
                    <a:pt x="0" y="318"/>
                  </a:lnTo>
                  <a:cubicBezTo>
                    <a:pt x="28" y="398"/>
                    <a:pt x="52" y="478"/>
                    <a:pt x="92" y="552"/>
                  </a:cubicBezTo>
                  <a:cubicBezTo>
                    <a:pt x="132" y="624"/>
                    <a:pt x="190" y="692"/>
                    <a:pt x="266" y="727"/>
                  </a:cubicBezTo>
                  <a:cubicBezTo>
                    <a:pt x="309" y="748"/>
                    <a:pt x="356" y="758"/>
                    <a:pt x="404" y="758"/>
                  </a:cubicBezTo>
                  <a:cubicBezTo>
                    <a:pt x="497" y="758"/>
                    <a:pt x="590" y="721"/>
                    <a:pt x="658" y="657"/>
                  </a:cubicBezTo>
                  <a:cubicBezTo>
                    <a:pt x="762" y="561"/>
                    <a:pt x="809" y="415"/>
                    <a:pt x="800" y="273"/>
                  </a:cubicBezTo>
                  <a:cubicBezTo>
                    <a:pt x="798" y="234"/>
                    <a:pt x="791" y="191"/>
                    <a:pt x="769" y="158"/>
                  </a:cubicBezTo>
                  <a:cubicBezTo>
                    <a:pt x="748" y="123"/>
                    <a:pt x="711" y="98"/>
                    <a:pt x="671" y="98"/>
                  </a:cubicBezTo>
                  <a:cubicBezTo>
                    <a:pt x="631" y="99"/>
                    <a:pt x="595" y="128"/>
                    <a:pt x="573" y="164"/>
                  </a:cubicBezTo>
                  <a:cubicBezTo>
                    <a:pt x="552" y="199"/>
                    <a:pt x="545" y="241"/>
                    <a:pt x="537" y="280"/>
                  </a:cubicBezTo>
                  <a:cubicBezTo>
                    <a:pt x="519" y="212"/>
                    <a:pt x="500" y="143"/>
                    <a:pt x="460" y="86"/>
                  </a:cubicBezTo>
                  <a:cubicBezTo>
                    <a:pt x="423" y="37"/>
                    <a:pt x="365" y="1"/>
                    <a:pt x="3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3085050" y="3758150"/>
              <a:ext cx="20250" cy="18975"/>
            </a:xfrm>
            <a:custGeom>
              <a:avLst/>
              <a:gdLst/>
              <a:ahLst/>
              <a:cxnLst/>
              <a:rect l="l" t="t" r="r" b="b"/>
              <a:pathLst>
                <a:path w="810" h="759" extrusionOk="0">
                  <a:moveTo>
                    <a:pt x="505" y="1"/>
                  </a:moveTo>
                  <a:cubicBezTo>
                    <a:pt x="444" y="1"/>
                    <a:pt x="386" y="37"/>
                    <a:pt x="349" y="86"/>
                  </a:cubicBezTo>
                  <a:cubicBezTo>
                    <a:pt x="310" y="143"/>
                    <a:pt x="292" y="212"/>
                    <a:pt x="272" y="280"/>
                  </a:cubicBezTo>
                  <a:cubicBezTo>
                    <a:pt x="265" y="241"/>
                    <a:pt x="257" y="199"/>
                    <a:pt x="236" y="164"/>
                  </a:cubicBezTo>
                  <a:cubicBezTo>
                    <a:pt x="216" y="128"/>
                    <a:pt x="180" y="99"/>
                    <a:pt x="138" y="98"/>
                  </a:cubicBezTo>
                  <a:cubicBezTo>
                    <a:pt x="99" y="98"/>
                    <a:pt x="61" y="123"/>
                    <a:pt x="40" y="158"/>
                  </a:cubicBezTo>
                  <a:cubicBezTo>
                    <a:pt x="20" y="191"/>
                    <a:pt x="13" y="234"/>
                    <a:pt x="10" y="273"/>
                  </a:cubicBezTo>
                  <a:cubicBezTo>
                    <a:pt x="1" y="415"/>
                    <a:pt x="48" y="561"/>
                    <a:pt x="152" y="657"/>
                  </a:cubicBezTo>
                  <a:cubicBezTo>
                    <a:pt x="220" y="721"/>
                    <a:pt x="314" y="758"/>
                    <a:pt x="406" y="758"/>
                  </a:cubicBezTo>
                  <a:cubicBezTo>
                    <a:pt x="453" y="758"/>
                    <a:pt x="500" y="748"/>
                    <a:pt x="544" y="727"/>
                  </a:cubicBezTo>
                  <a:cubicBezTo>
                    <a:pt x="619" y="692"/>
                    <a:pt x="678" y="624"/>
                    <a:pt x="717" y="552"/>
                  </a:cubicBezTo>
                  <a:cubicBezTo>
                    <a:pt x="759" y="478"/>
                    <a:pt x="783" y="398"/>
                    <a:pt x="809" y="318"/>
                  </a:cubicBezTo>
                  <a:lnTo>
                    <a:pt x="809" y="318"/>
                  </a:lnTo>
                  <a:cubicBezTo>
                    <a:pt x="747" y="326"/>
                    <a:pt x="685" y="348"/>
                    <a:pt x="633" y="384"/>
                  </a:cubicBezTo>
                  <a:cubicBezTo>
                    <a:pt x="684" y="310"/>
                    <a:pt x="694" y="212"/>
                    <a:pt x="663" y="130"/>
                  </a:cubicBezTo>
                  <a:cubicBezTo>
                    <a:pt x="640" y="71"/>
                    <a:pt x="593" y="16"/>
                    <a:pt x="530" y="3"/>
                  </a:cubicBezTo>
                  <a:cubicBezTo>
                    <a:pt x="522" y="1"/>
                    <a:pt x="513" y="1"/>
                    <a:pt x="5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2974075" y="3571500"/>
              <a:ext cx="40750" cy="71675"/>
            </a:xfrm>
            <a:custGeom>
              <a:avLst/>
              <a:gdLst/>
              <a:ahLst/>
              <a:cxnLst/>
              <a:rect l="l" t="t" r="r" b="b"/>
              <a:pathLst>
                <a:path w="1630" h="2867" extrusionOk="0">
                  <a:moveTo>
                    <a:pt x="541" y="0"/>
                  </a:moveTo>
                  <a:cubicBezTo>
                    <a:pt x="514" y="0"/>
                    <a:pt x="487" y="4"/>
                    <a:pt x="460" y="12"/>
                  </a:cubicBezTo>
                  <a:cubicBezTo>
                    <a:pt x="359" y="42"/>
                    <a:pt x="287" y="133"/>
                    <a:pt x="234" y="223"/>
                  </a:cubicBezTo>
                  <a:cubicBezTo>
                    <a:pt x="16" y="593"/>
                    <a:pt x="0" y="1048"/>
                    <a:pt x="34" y="1475"/>
                  </a:cubicBezTo>
                  <a:cubicBezTo>
                    <a:pt x="68" y="1988"/>
                    <a:pt x="187" y="2542"/>
                    <a:pt x="587" y="2867"/>
                  </a:cubicBezTo>
                  <a:lnTo>
                    <a:pt x="1629" y="1038"/>
                  </a:lnTo>
                  <a:cubicBezTo>
                    <a:pt x="1469" y="652"/>
                    <a:pt x="1181" y="317"/>
                    <a:pt x="822" y="100"/>
                  </a:cubicBezTo>
                  <a:cubicBezTo>
                    <a:pt x="737" y="48"/>
                    <a:pt x="639" y="0"/>
                    <a:pt x="54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2975950" y="3580450"/>
              <a:ext cx="34525" cy="60700"/>
            </a:xfrm>
            <a:custGeom>
              <a:avLst/>
              <a:gdLst/>
              <a:ahLst/>
              <a:cxnLst/>
              <a:rect l="l" t="t" r="r" b="b"/>
              <a:pathLst>
                <a:path w="1381" h="2428" extrusionOk="0">
                  <a:moveTo>
                    <a:pt x="462" y="1"/>
                  </a:moveTo>
                  <a:cubicBezTo>
                    <a:pt x="438" y="1"/>
                    <a:pt x="415" y="4"/>
                    <a:pt x="391" y="12"/>
                  </a:cubicBezTo>
                  <a:cubicBezTo>
                    <a:pt x="307" y="37"/>
                    <a:pt x="245" y="113"/>
                    <a:pt x="200" y="190"/>
                  </a:cubicBezTo>
                  <a:cubicBezTo>
                    <a:pt x="14" y="503"/>
                    <a:pt x="1" y="888"/>
                    <a:pt x="28" y="1250"/>
                  </a:cubicBezTo>
                  <a:cubicBezTo>
                    <a:pt x="58" y="1682"/>
                    <a:pt x="159" y="2153"/>
                    <a:pt x="497" y="2427"/>
                  </a:cubicBezTo>
                  <a:lnTo>
                    <a:pt x="1381" y="880"/>
                  </a:lnTo>
                  <a:cubicBezTo>
                    <a:pt x="1245" y="551"/>
                    <a:pt x="1002" y="269"/>
                    <a:pt x="699" y="84"/>
                  </a:cubicBezTo>
                  <a:cubicBezTo>
                    <a:pt x="628" y="41"/>
                    <a:pt x="544" y="1"/>
                    <a:pt x="462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3061675" y="3571500"/>
              <a:ext cx="40750" cy="71675"/>
            </a:xfrm>
            <a:custGeom>
              <a:avLst/>
              <a:gdLst/>
              <a:ahLst/>
              <a:cxnLst/>
              <a:rect l="l" t="t" r="r" b="b"/>
              <a:pathLst>
                <a:path w="1630" h="2867" extrusionOk="0">
                  <a:moveTo>
                    <a:pt x="1089" y="0"/>
                  </a:moveTo>
                  <a:cubicBezTo>
                    <a:pt x="992" y="0"/>
                    <a:pt x="894" y="48"/>
                    <a:pt x="808" y="100"/>
                  </a:cubicBezTo>
                  <a:cubicBezTo>
                    <a:pt x="450" y="317"/>
                    <a:pt x="161" y="652"/>
                    <a:pt x="1" y="1038"/>
                  </a:cubicBezTo>
                  <a:lnTo>
                    <a:pt x="1043" y="2867"/>
                  </a:lnTo>
                  <a:cubicBezTo>
                    <a:pt x="1442" y="2542"/>
                    <a:pt x="1562" y="1988"/>
                    <a:pt x="1598" y="1475"/>
                  </a:cubicBezTo>
                  <a:cubicBezTo>
                    <a:pt x="1629" y="1048"/>
                    <a:pt x="1614" y="593"/>
                    <a:pt x="1396" y="223"/>
                  </a:cubicBezTo>
                  <a:cubicBezTo>
                    <a:pt x="1343" y="133"/>
                    <a:pt x="1272" y="42"/>
                    <a:pt x="1170" y="12"/>
                  </a:cubicBezTo>
                  <a:cubicBezTo>
                    <a:pt x="1143" y="4"/>
                    <a:pt x="1116" y="0"/>
                    <a:pt x="1089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3066025" y="3580450"/>
              <a:ext cx="34525" cy="60700"/>
            </a:xfrm>
            <a:custGeom>
              <a:avLst/>
              <a:gdLst/>
              <a:ahLst/>
              <a:cxnLst/>
              <a:rect l="l" t="t" r="r" b="b"/>
              <a:pathLst>
                <a:path w="1381" h="2428" extrusionOk="0">
                  <a:moveTo>
                    <a:pt x="920" y="1"/>
                  </a:moveTo>
                  <a:cubicBezTo>
                    <a:pt x="838" y="1"/>
                    <a:pt x="755" y="41"/>
                    <a:pt x="683" y="84"/>
                  </a:cubicBezTo>
                  <a:cubicBezTo>
                    <a:pt x="379" y="269"/>
                    <a:pt x="136" y="551"/>
                    <a:pt x="0" y="880"/>
                  </a:cubicBezTo>
                  <a:lnTo>
                    <a:pt x="884" y="2427"/>
                  </a:lnTo>
                  <a:cubicBezTo>
                    <a:pt x="1222" y="2153"/>
                    <a:pt x="1324" y="1682"/>
                    <a:pt x="1354" y="1250"/>
                  </a:cubicBezTo>
                  <a:cubicBezTo>
                    <a:pt x="1380" y="888"/>
                    <a:pt x="1366" y="503"/>
                    <a:pt x="1182" y="190"/>
                  </a:cubicBezTo>
                  <a:cubicBezTo>
                    <a:pt x="1137" y="113"/>
                    <a:pt x="1075" y="37"/>
                    <a:pt x="989" y="12"/>
                  </a:cubicBezTo>
                  <a:cubicBezTo>
                    <a:pt x="967" y="4"/>
                    <a:pt x="943" y="1"/>
                    <a:pt x="920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2974750" y="3584575"/>
              <a:ext cx="122725" cy="98000"/>
            </a:xfrm>
            <a:custGeom>
              <a:avLst/>
              <a:gdLst/>
              <a:ahLst/>
              <a:cxnLst/>
              <a:rect l="l" t="t" r="r" b="b"/>
              <a:pathLst>
                <a:path w="4909" h="3920" extrusionOk="0">
                  <a:moveTo>
                    <a:pt x="2452" y="0"/>
                  </a:moveTo>
                  <a:cubicBezTo>
                    <a:pt x="1795" y="0"/>
                    <a:pt x="1198" y="249"/>
                    <a:pt x="756" y="623"/>
                  </a:cubicBezTo>
                  <a:cubicBezTo>
                    <a:pt x="607" y="715"/>
                    <a:pt x="438" y="774"/>
                    <a:pt x="265" y="792"/>
                  </a:cubicBezTo>
                  <a:cubicBezTo>
                    <a:pt x="312" y="818"/>
                    <a:pt x="368" y="832"/>
                    <a:pt x="424" y="832"/>
                  </a:cubicBezTo>
                  <a:cubicBezTo>
                    <a:pt x="452" y="832"/>
                    <a:pt x="479" y="829"/>
                    <a:pt x="506" y="822"/>
                  </a:cubicBezTo>
                  <a:lnTo>
                    <a:pt x="506" y="822"/>
                  </a:lnTo>
                  <a:cubicBezTo>
                    <a:pt x="408" y="934"/>
                    <a:pt x="274" y="1012"/>
                    <a:pt x="130" y="1047"/>
                  </a:cubicBezTo>
                  <a:cubicBezTo>
                    <a:pt x="188" y="1072"/>
                    <a:pt x="247" y="1081"/>
                    <a:pt x="309" y="1081"/>
                  </a:cubicBezTo>
                  <a:cubicBezTo>
                    <a:pt x="319" y="1081"/>
                    <a:pt x="329" y="1080"/>
                    <a:pt x="338" y="1080"/>
                  </a:cubicBezTo>
                  <a:lnTo>
                    <a:pt x="338" y="1080"/>
                  </a:lnTo>
                  <a:cubicBezTo>
                    <a:pt x="123" y="1388"/>
                    <a:pt x="1" y="1733"/>
                    <a:pt x="1" y="2074"/>
                  </a:cubicBezTo>
                  <a:cubicBezTo>
                    <a:pt x="1" y="3092"/>
                    <a:pt x="1100" y="3919"/>
                    <a:pt x="2454" y="3919"/>
                  </a:cubicBezTo>
                  <a:cubicBezTo>
                    <a:pt x="3810" y="3919"/>
                    <a:pt x="4909" y="3093"/>
                    <a:pt x="4909" y="2074"/>
                  </a:cubicBezTo>
                  <a:cubicBezTo>
                    <a:pt x="4904" y="1733"/>
                    <a:pt x="4782" y="1388"/>
                    <a:pt x="4568" y="1080"/>
                  </a:cubicBezTo>
                  <a:lnTo>
                    <a:pt x="4568" y="1080"/>
                  </a:lnTo>
                  <a:cubicBezTo>
                    <a:pt x="4576" y="1080"/>
                    <a:pt x="4583" y="1081"/>
                    <a:pt x="4591" y="1081"/>
                  </a:cubicBezTo>
                  <a:cubicBezTo>
                    <a:pt x="4652" y="1081"/>
                    <a:pt x="4712" y="1070"/>
                    <a:pt x="4769" y="1047"/>
                  </a:cubicBezTo>
                  <a:cubicBezTo>
                    <a:pt x="4625" y="1012"/>
                    <a:pt x="4493" y="934"/>
                    <a:pt x="4395" y="822"/>
                  </a:cubicBezTo>
                  <a:lnTo>
                    <a:pt x="4395" y="822"/>
                  </a:lnTo>
                  <a:cubicBezTo>
                    <a:pt x="4422" y="829"/>
                    <a:pt x="4450" y="833"/>
                    <a:pt x="4478" y="833"/>
                  </a:cubicBezTo>
                  <a:cubicBezTo>
                    <a:pt x="4533" y="833"/>
                    <a:pt x="4587" y="820"/>
                    <a:pt x="4636" y="792"/>
                  </a:cubicBezTo>
                  <a:cubicBezTo>
                    <a:pt x="4470" y="774"/>
                    <a:pt x="4307" y="718"/>
                    <a:pt x="4164" y="634"/>
                  </a:cubicBezTo>
                  <a:cubicBezTo>
                    <a:pt x="3721" y="255"/>
                    <a:pt x="3117" y="0"/>
                    <a:pt x="2452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2997250" y="3634225"/>
              <a:ext cx="77250" cy="45525"/>
            </a:xfrm>
            <a:custGeom>
              <a:avLst/>
              <a:gdLst/>
              <a:ahLst/>
              <a:cxnLst/>
              <a:rect l="l" t="t" r="r" b="b"/>
              <a:pathLst>
                <a:path w="3090" h="1821" extrusionOk="0">
                  <a:moveTo>
                    <a:pt x="965" y="0"/>
                  </a:moveTo>
                  <a:cubicBezTo>
                    <a:pt x="855" y="0"/>
                    <a:pt x="745" y="28"/>
                    <a:pt x="655" y="86"/>
                  </a:cubicBezTo>
                  <a:cubicBezTo>
                    <a:pt x="541" y="157"/>
                    <a:pt x="461" y="270"/>
                    <a:pt x="408" y="391"/>
                  </a:cubicBezTo>
                  <a:cubicBezTo>
                    <a:pt x="348" y="391"/>
                    <a:pt x="286" y="406"/>
                    <a:pt x="232" y="433"/>
                  </a:cubicBezTo>
                  <a:cubicBezTo>
                    <a:pt x="111" y="493"/>
                    <a:pt x="26" y="617"/>
                    <a:pt x="11" y="750"/>
                  </a:cubicBezTo>
                  <a:cubicBezTo>
                    <a:pt x="43" y="637"/>
                    <a:pt x="126" y="537"/>
                    <a:pt x="233" y="487"/>
                  </a:cubicBezTo>
                  <a:cubicBezTo>
                    <a:pt x="280" y="466"/>
                    <a:pt x="331" y="457"/>
                    <a:pt x="382" y="457"/>
                  </a:cubicBezTo>
                  <a:cubicBezTo>
                    <a:pt x="366" y="504"/>
                    <a:pt x="352" y="552"/>
                    <a:pt x="343" y="599"/>
                  </a:cubicBezTo>
                  <a:cubicBezTo>
                    <a:pt x="269" y="628"/>
                    <a:pt x="201" y="671"/>
                    <a:pt x="149" y="730"/>
                  </a:cubicBezTo>
                  <a:cubicBezTo>
                    <a:pt x="48" y="840"/>
                    <a:pt x="1" y="993"/>
                    <a:pt x="19" y="1140"/>
                  </a:cubicBezTo>
                  <a:cubicBezTo>
                    <a:pt x="23" y="1000"/>
                    <a:pt x="99" y="878"/>
                    <a:pt x="186" y="769"/>
                  </a:cubicBezTo>
                  <a:cubicBezTo>
                    <a:pt x="227" y="717"/>
                    <a:pt x="278" y="679"/>
                    <a:pt x="333" y="647"/>
                  </a:cubicBezTo>
                  <a:lnTo>
                    <a:pt x="333" y="647"/>
                  </a:lnTo>
                  <a:cubicBezTo>
                    <a:pt x="322" y="732"/>
                    <a:pt x="324" y="818"/>
                    <a:pt x="345" y="901"/>
                  </a:cubicBezTo>
                  <a:cubicBezTo>
                    <a:pt x="348" y="911"/>
                    <a:pt x="352" y="923"/>
                    <a:pt x="355" y="935"/>
                  </a:cubicBezTo>
                  <a:cubicBezTo>
                    <a:pt x="337" y="965"/>
                    <a:pt x="321" y="996"/>
                    <a:pt x="310" y="1030"/>
                  </a:cubicBezTo>
                  <a:cubicBezTo>
                    <a:pt x="286" y="1109"/>
                    <a:pt x="286" y="1195"/>
                    <a:pt x="313" y="1273"/>
                  </a:cubicBezTo>
                  <a:cubicBezTo>
                    <a:pt x="301" y="1180"/>
                    <a:pt x="328" y="1083"/>
                    <a:pt x="382" y="1006"/>
                  </a:cubicBezTo>
                  <a:cubicBezTo>
                    <a:pt x="467" y="1195"/>
                    <a:pt x="645" y="1342"/>
                    <a:pt x="848" y="1418"/>
                  </a:cubicBezTo>
                  <a:cubicBezTo>
                    <a:pt x="928" y="1448"/>
                    <a:pt x="1014" y="1466"/>
                    <a:pt x="1099" y="1475"/>
                  </a:cubicBezTo>
                  <a:cubicBezTo>
                    <a:pt x="1078" y="1516"/>
                    <a:pt x="1064" y="1558"/>
                    <a:pt x="1064" y="1596"/>
                  </a:cubicBezTo>
                  <a:cubicBezTo>
                    <a:pt x="1064" y="1763"/>
                    <a:pt x="1283" y="1820"/>
                    <a:pt x="1552" y="1820"/>
                  </a:cubicBezTo>
                  <a:cubicBezTo>
                    <a:pt x="1822" y="1820"/>
                    <a:pt x="2041" y="1763"/>
                    <a:pt x="2041" y="1596"/>
                  </a:cubicBezTo>
                  <a:cubicBezTo>
                    <a:pt x="2041" y="1556"/>
                    <a:pt x="2027" y="1514"/>
                    <a:pt x="2006" y="1475"/>
                  </a:cubicBezTo>
                  <a:cubicBezTo>
                    <a:pt x="2092" y="1466"/>
                    <a:pt x="2175" y="1446"/>
                    <a:pt x="2254" y="1418"/>
                  </a:cubicBezTo>
                  <a:cubicBezTo>
                    <a:pt x="2454" y="1345"/>
                    <a:pt x="2625" y="1199"/>
                    <a:pt x="2714" y="1018"/>
                  </a:cubicBezTo>
                  <a:cubicBezTo>
                    <a:pt x="2763" y="1094"/>
                    <a:pt x="2786" y="1184"/>
                    <a:pt x="2774" y="1273"/>
                  </a:cubicBezTo>
                  <a:cubicBezTo>
                    <a:pt x="2800" y="1196"/>
                    <a:pt x="2803" y="1109"/>
                    <a:pt x="2775" y="1030"/>
                  </a:cubicBezTo>
                  <a:cubicBezTo>
                    <a:pt x="2766" y="1002"/>
                    <a:pt x="2756" y="977"/>
                    <a:pt x="2741" y="953"/>
                  </a:cubicBezTo>
                  <a:cubicBezTo>
                    <a:pt x="2745" y="935"/>
                    <a:pt x="2753" y="919"/>
                    <a:pt x="2757" y="902"/>
                  </a:cubicBezTo>
                  <a:cubicBezTo>
                    <a:pt x="2775" y="822"/>
                    <a:pt x="2780" y="739"/>
                    <a:pt x="2771" y="659"/>
                  </a:cubicBezTo>
                  <a:lnTo>
                    <a:pt x="2771" y="659"/>
                  </a:lnTo>
                  <a:cubicBezTo>
                    <a:pt x="2819" y="689"/>
                    <a:pt x="2864" y="724"/>
                    <a:pt x="2902" y="772"/>
                  </a:cubicBezTo>
                  <a:cubicBezTo>
                    <a:pt x="2990" y="879"/>
                    <a:pt x="3066" y="1003"/>
                    <a:pt x="3069" y="1142"/>
                  </a:cubicBezTo>
                  <a:cubicBezTo>
                    <a:pt x="3089" y="994"/>
                    <a:pt x="3039" y="842"/>
                    <a:pt x="2940" y="732"/>
                  </a:cubicBezTo>
                  <a:cubicBezTo>
                    <a:pt x="2893" y="680"/>
                    <a:pt x="2831" y="637"/>
                    <a:pt x="2763" y="608"/>
                  </a:cubicBezTo>
                  <a:cubicBezTo>
                    <a:pt x="2753" y="557"/>
                    <a:pt x="2741" y="508"/>
                    <a:pt x="2723" y="459"/>
                  </a:cubicBezTo>
                  <a:lnTo>
                    <a:pt x="2723" y="459"/>
                  </a:lnTo>
                  <a:cubicBezTo>
                    <a:pt x="2768" y="462"/>
                    <a:pt x="2813" y="471"/>
                    <a:pt x="2857" y="489"/>
                  </a:cubicBezTo>
                  <a:cubicBezTo>
                    <a:pt x="2964" y="537"/>
                    <a:pt x="3047" y="637"/>
                    <a:pt x="3080" y="751"/>
                  </a:cubicBezTo>
                  <a:cubicBezTo>
                    <a:pt x="3065" y="617"/>
                    <a:pt x="2979" y="495"/>
                    <a:pt x="2858" y="435"/>
                  </a:cubicBezTo>
                  <a:cubicBezTo>
                    <a:pt x="2810" y="410"/>
                    <a:pt x="2753" y="397"/>
                    <a:pt x="2699" y="394"/>
                  </a:cubicBezTo>
                  <a:cubicBezTo>
                    <a:pt x="2646" y="273"/>
                    <a:pt x="2567" y="160"/>
                    <a:pt x="2450" y="86"/>
                  </a:cubicBezTo>
                  <a:cubicBezTo>
                    <a:pt x="2359" y="28"/>
                    <a:pt x="2249" y="0"/>
                    <a:pt x="2139" y="0"/>
                  </a:cubicBezTo>
                  <a:cubicBezTo>
                    <a:pt x="2063" y="0"/>
                    <a:pt x="1987" y="14"/>
                    <a:pt x="1916" y="40"/>
                  </a:cubicBezTo>
                  <a:cubicBezTo>
                    <a:pt x="1762" y="94"/>
                    <a:pt x="1635" y="205"/>
                    <a:pt x="1552" y="338"/>
                  </a:cubicBezTo>
                  <a:cubicBezTo>
                    <a:pt x="1468" y="204"/>
                    <a:pt x="1341" y="95"/>
                    <a:pt x="1189" y="40"/>
                  </a:cubicBezTo>
                  <a:cubicBezTo>
                    <a:pt x="1118" y="14"/>
                    <a:pt x="1042" y="0"/>
                    <a:pt x="965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3000850" y="3617475"/>
              <a:ext cx="20475" cy="13875"/>
            </a:xfrm>
            <a:custGeom>
              <a:avLst/>
              <a:gdLst/>
              <a:ahLst/>
              <a:cxnLst/>
              <a:rect l="l" t="t" r="r" b="b"/>
              <a:pathLst>
                <a:path w="819" h="555" extrusionOk="0">
                  <a:moveTo>
                    <a:pt x="549" y="0"/>
                  </a:moveTo>
                  <a:cubicBezTo>
                    <a:pt x="486" y="0"/>
                    <a:pt x="424" y="14"/>
                    <a:pt x="368" y="42"/>
                  </a:cubicBezTo>
                  <a:cubicBezTo>
                    <a:pt x="225" y="114"/>
                    <a:pt x="131" y="274"/>
                    <a:pt x="140" y="434"/>
                  </a:cubicBezTo>
                  <a:cubicBezTo>
                    <a:pt x="94" y="420"/>
                    <a:pt x="48" y="408"/>
                    <a:pt x="0" y="396"/>
                  </a:cubicBezTo>
                  <a:lnTo>
                    <a:pt x="0" y="396"/>
                  </a:lnTo>
                  <a:cubicBezTo>
                    <a:pt x="11" y="418"/>
                    <a:pt x="21" y="441"/>
                    <a:pt x="30" y="465"/>
                  </a:cubicBezTo>
                  <a:cubicBezTo>
                    <a:pt x="35" y="465"/>
                    <a:pt x="40" y="465"/>
                    <a:pt x="44" y="465"/>
                  </a:cubicBezTo>
                  <a:cubicBezTo>
                    <a:pt x="118" y="465"/>
                    <a:pt x="188" y="498"/>
                    <a:pt x="234" y="554"/>
                  </a:cubicBezTo>
                  <a:cubicBezTo>
                    <a:pt x="244" y="420"/>
                    <a:pt x="329" y="298"/>
                    <a:pt x="440" y="222"/>
                  </a:cubicBezTo>
                  <a:cubicBezTo>
                    <a:pt x="550" y="147"/>
                    <a:pt x="685" y="111"/>
                    <a:pt x="819" y="96"/>
                  </a:cubicBezTo>
                  <a:cubicBezTo>
                    <a:pt x="744" y="33"/>
                    <a:pt x="646" y="0"/>
                    <a:pt x="549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3018150" y="3618425"/>
              <a:ext cx="7000" cy="5900"/>
            </a:xfrm>
            <a:custGeom>
              <a:avLst/>
              <a:gdLst/>
              <a:ahLst/>
              <a:cxnLst/>
              <a:rect l="l" t="t" r="r" b="b"/>
              <a:pathLst>
                <a:path w="280" h="236" extrusionOk="0">
                  <a:moveTo>
                    <a:pt x="0" y="1"/>
                  </a:moveTo>
                  <a:lnTo>
                    <a:pt x="0" y="1"/>
                  </a:lnTo>
                  <a:cubicBezTo>
                    <a:pt x="36" y="79"/>
                    <a:pt x="73" y="156"/>
                    <a:pt x="110" y="236"/>
                  </a:cubicBezTo>
                  <a:cubicBezTo>
                    <a:pt x="156" y="171"/>
                    <a:pt x="213" y="117"/>
                    <a:pt x="279" y="77"/>
                  </a:cubicBezTo>
                  <a:cubicBezTo>
                    <a:pt x="189" y="43"/>
                    <a:pt x="95" y="17"/>
                    <a:pt x="0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3050750" y="3617475"/>
              <a:ext cx="20500" cy="13875"/>
            </a:xfrm>
            <a:custGeom>
              <a:avLst/>
              <a:gdLst/>
              <a:ahLst/>
              <a:cxnLst/>
              <a:rect l="l" t="t" r="r" b="b"/>
              <a:pathLst>
                <a:path w="820" h="555" extrusionOk="0">
                  <a:moveTo>
                    <a:pt x="271" y="0"/>
                  </a:moveTo>
                  <a:cubicBezTo>
                    <a:pt x="173" y="0"/>
                    <a:pt x="75" y="33"/>
                    <a:pt x="1" y="96"/>
                  </a:cubicBezTo>
                  <a:cubicBezTo>
                    <a:pt x="135" y="111"/>
                    <a:pt x="269" y="147"/>
                    <a:pt x="379" y="222"/>
                  </a:cubicBezTo>
                  <a:cubicBezTo>
                    <a:pt x="491" y="298"/>
                    <a:pt x="575" y="420"/>
                    <a:pt x="586" y="554"/>
                  </a:cubicBezTo>
                  <a:cubicBezTo>
                    <a:pt x="630" y="498"/>
                    <a:pt x="700" y="465"/>
                    <a:pt x="775" y="465"/>
                  </a:cubicBezTo>
                  <a:cubicBezTo>
                    <a:pt x="780" y="465"/>
                    <a:pt x="784" y="465"/>
                    <a:pt x="789" y="465"/>
                  </a:cubicBezTo>
                  <a:cubicBezTo>
                    <a:pt x="798" y="441"/>
                    <a:pt x="809" y="418"/>
                    <a:pt x="819" y="396"/>
                  </a:cubicBezTo>
                  <a:lnTo>
                    <a:pt x="819" y="396"/>
                  </a:lnTo>
                  <a:cubicBezTo>
                    <a:pt x="771" y="408"/>
                    <a:pt x="726" y="420"/>
                    <a:pt x="679" y="434"/>
                  </a:cubicBezTo>
                  <a:cubicBezTo>
                    <a:pt x="688" y="274"/>
                    <a:pt x="595" y="114"/>
                    <a:pt x="451" y="42"/>
                  </a:cubicBezTo>
                  <a:cubicBezTo>
                    <a:pt x="396" y="14"/>
                    <a:pt x="333" y="0"/>
                    <a:pt x="271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3046900" y="3618425"/>
              <a:ext cx="7000" cy="5900"/>
            </a:xfrm>
            <a:custGeom>
              <a:avLst/>
              <a:gdLst/>
              <a:ahLst/>
              <a:cxnLst/>
              <a:rect l="l" t="t" r="r" b="b"/>
              <a:pathLst>
                <a:path w="280" h="236" extrusionOk="0">
                  <a:moveTo>
                    <a:pt x="280" y="1"/>
                  </a:moveTo>
                  <a:cubicBezTo>
                    <a:pt x="185" y="17"/>
                    <a:pt x="91" y="43"/>
                    <a:pt x="1" y="77"/>
                  </a:cubicBezTo>
                  <a:cubicBezTo>
                    <a:pt x="66" y="117"/>
                    <a:pt x="124" y="171"/>
                    <a:pt x="170" y="236"/>
                  </a:cubicBezTo>
                  <a:cubicBezTo>
                    <a:pt x="207" y="156"/>
                    <a:pt x="244" y="79"/>
                    <a:pt x="280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3014025" y="3586275"/>
              <a:ext cx="11225" cy="16750"/>
            </a:xfrm>
            <a:custGeom>
              <a:avLst/>
              <a:gdLst/>
              <a:ahLst/>
              <a:cxnLst/>
              <a:rect l="l" t="t" r="r" b="b"/>
              <a:pathLst>
                <a:path w="449" h="670" extrusionOk="0">
                  <a:moveTo>
                    <a:pt x="293" y="0"/>
                  </a:moveTo>
                  <a:cubicBezTo>
                    <a:pt x="194" y="23"/>
                    <a:pt x="97" y="52"/>
                    <a:pt x="1" y="85"/>
                  </a:cubicBezTo>
                  <a:cubicBezTo>
                    <a:pt x="109" y="228"/>
                    <a:pt x="195" y="386"/>
                    <a:pt x="257" y="549"/>
                  </a:cubicBezTo>
                  <a:cubicBezTo>
                    <a:pt x="271" y="578"/>
                    <a:pt x="280" y="609"/>
                    <a:pt x="301" y="634"/>
                  </a:cubicBezTo>
                  <a:cubicBezTo>
                    <a:pt x="319" y="654"/>
                    <a:pt x="345" y="670"/>
                    <a:pt x="371" y="670"/>
                  </a:cubicBezTo>
                  <a:cubicBezTo>
                    <a:pt x="376" y="670"/>
                    <a:pt x="381" y="669"/>
                    <a:pt x="385" y="668"/>
                  </a:cubicBezTo>
                  <a:cubicBezTo>
                    <a:pt x="438" y="653"/>
                    <a:pt x="449" y="585"/>
                    <a:pt x="444" y="530"/>
                  </a:cubicBezTo>
                  <a:cubicBezTo>
                    <a:pt x="431" y="346"/>
                    <a:pt x="370" y="171"/>
                    <a:pt x="293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3046800" y="3586275"/>
              <a:ext cx="11150" cy="16750"/>
            </a:xfrm>
            <a:custGeom>
              <a:avLst/>
              <a:gdLst/>
              <a:ahLst/>
              <a:cxnLst/>
              <a:rect l="l" t="t" r="r" b="b"/>
              <a:pathLst>
                <a:path w="446" h="670" extrusionOk="0">
                  <a:moveTo>
                    <a:pt x="153" y="0"/>
                  </a:moveTo>
                  <a:cubicBezTo>
                    <a:pt x="76" y="171"/>
                    <a:pt x="15" y="346"/>
                    <a:pt x="2" y="530"/>
                  </a:cubicBezTo>
                  <a:cubicBezTo>
                    <a:pt x="0" y="582"/>
                    <a:pt x="12" y="653"/>
                    <a:pt x="62" y="668"/>
                  </a:cubicBezTo>
                  <a:cubicBezTo>
                    <a:pt x="67" y="669"/>
                    <a:pt x="72" y="670"/>
                    <a:pt x="76" y="670"/>
                  </a:cubicBezTo>
                  <a:cubicBezTo>
                    <a:pt x="103" y="670"/>
                    <a:pt x="130" y="654"/>
                    <a:pt x="148" y="634"/>
                  </a:cubicBezTo>
                  <a:cubicBezTo>
                    <a:pt x="168" y="609"/>
                    <a:pt x="178" y="578"/>
                    <a:pt x="189" y="548"/>
                  </a:cubicBezTo>
                  <a:cubicBezTo>
                    <a:pt x="252" y="386"/>
                    <a:pt x="340" y="228"/>
                    <a:pt x="445" y="85"/>
                  </a:cubicBezTo>
                  <a:cubicBezTo>
                    <a:pt x="352" y="52"/>
                    <a:pt x="254" y="23"/>
                    <a:pt x="153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3029725" y="3584525"/>
              <a:ext cx="13500" cy="22425"/>
            </a:xfrm>
            <a:custGeom>
              <a:avLst/>
              <a:gdLst/>
              <a:ahLst/>
              <a:cxnLst/>
              <a:rect l="l" t="t" r="r" b="b"/>
              <a:pathLst>
                <a:path w="540" h="897" extrusionOk="0">
                  <a:moveTo>
                    <a:pt x="252" y="1"/>
                  </a:moveTo>
                  <a:cubicBezTo>
                    <a:pt x="166" y="1"/>
                    <a:pt x="82" y="4"/>
                    <a:pt x="0" y="11"/>
                  </a:cubicBezTo>
                  <a:lnTo>
                    <a:pt x="60" y="704"/>
                  </a:lnTo>
                  <a:cubicBezTo>
                    <a:pt x="71" y="814"/>
                    <a:pt x="162" y="897"/>
                    <a:pt x="269" y="897"/>
                  </a:cubicBezTo>
                  <a:lnTo>
                    <a:pt x="273" y="897"/>
                  </a:lnTo>
                  <a:cubicBezTo>
                    <a:pt x="380" y="897"/>
                    <a:pt x="471" y="814"/>
                    <a:pt x="480" y="705"/>
                  </a:cubicBezTo>
                  <a:lnTo>
                    <a:pt x="540" y="17"/>
                  </a:lnTo>
                  <a:cubicBezTo>
                    <a:pt x="445" y="5"/>
                    <a:pt x="350" y="1"/>
                    <a:pt x="252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2974650" y="3629600"/>
              <a:ext cx="11975" cy="16550"/>
            </a:xfrm>
            <a:custGeom>
              <a:avLst/>
              <a:gdLst/>
              <a:ahLst/>
              <a:cxnLst/>
              <a:rect l="l" t="t" r="r" b="b"/>
              <a:pathLst>
                <a:path w="479" h="662" extrusionOk="0">
                  <a:moveTo>
                    <a:pt x="381" y="1"/>
                  </a:moveTo>
                  <a:cubicBezTo>
                    <a:pt x="358" y="1"/>
                    <a:pt x="334" y="8"/>
                    <a:pt x="312" y="15"/>
                  </a:cubicBezTo>
                  <a:cubicBezTo>
                    <a:pt x="195" y="56"/>
                    <a:pt x="88" y="125"/>
                    <a:pt x="3" y="215"/>
                  </a:cubicBezTo>
                  <a:cubicBezTo>
                    <a:pt x="3" y="235"/>
                    <a:pt x="0" y="253"/>
                    <a:pt x="0" y="273"/>
                  </a:cubicBezTo>
                  <a:cubicBezTo>
                    <a:pt x="0" y="407"/>
                    <a:pt x="20" y="537"/>
                    <a:pt x="56" y="662"/>
                  </a:cubicBezTo>
                  <a:cubicBezTo>
                    <a:pt x="131" y="511"/>
                    <a:pt x="232" y="375"/>
                    <a:pt x="357" y="262"/>
                  </a:cubicBezTo>
                  <a:cubicBezTo>
                    <a:pt x="395" y="228"/>
                    <a:pt x="436" y="194"/>
                    <a:pt x="457" y="146"/>
                  </a:cubicBezTo>
                  <a:cubicBezTo>
                    <a:pt x="478" y="99"/>
                    <a:pt x="468" y="36"/>
                    <a:pt x="422" y="10"/>
                  </a:cubicBezTo>
                  <a:cubicBezTo>
                    <a:pt x="409" y="3"/>
                    <a:pt x="395" y="1"/>
                    <a:pt x="381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3085425" y="3629600"/>
              <a:ext cx="11950" cy="16475"/>
            </a:xfrm>
            <a:custGeom>
              <a:avLst/>
              <a:gdLst/>
              <a:ahLst/>
              <a:cxnLst/>
              <a:rect l="l" t="t" r="r" b="b"/>
              <a:pathLst>
                <a:path w="478" h="659" extrusionOk="0">
                  <a:moveTo>
                    <a:pt x="99" y="0"/>
                  </a:moveTo>
                  <a:cubicBezTo>
                    <a:pt x="84" y="0"/>
                    <a:pt x="69" y="3"/>
                    <a:pt x="55" y="10"/>
                  </a:cubicBezTo>
                  <a:cubicBezTo>
                    <a:pt x="10" y="36"/>
                    <a:pt x="1" y="99"/>
                    <a:pt x="22" y="146"/>
                  </a:cubicBezTo>
                  <a:cubicBezTo>
                    <a:pt x="43" y="194"/>
                    <a:pt x="84" y="228"/>
                    <a:pt x="121" y="262"/>
                  </a:cubicBezTo>
                  <a:cubicBezTo>
                    <a:pt x="247" y="375"/>
                    <a:pt x="348" y="511"/>
                    <a:pt x="423" y="659"/>
                  </a:cubicBezTo>
                  <a:cubicBezTo>
                    <a:pt x="459" y="534"/>
                    <a:pt x="477" y="402"/>
                    <a:pt x="477" y="271"/>
                  </a:cubicBezTo>
                  <a:cubicBezTo>
                    <a:pt x="477" y="252"/>
                    <a:pt x="476" y="234"/>
                    <a:pt x="476" y="214"/>
                  </a:cubicBezTo>
                  <a:cubicBezTo>
                    <a:pt x="390" y="127"/>
                    <a:pt x="284" y="56"/>
                    <a:pt x="167" y="15"/>
                  </a:cubicBezTo>
                  <a:cubicBezTo>
                    <a:pt x="145" y="7"/>
                    <a:pt x="122" y="0"/>
                    <a:pt x="99" y="0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3020025" y="3637350"/>
              <a:ext cx="31875" cy="24900"/>
            </a:xfrm>
            <a:custGeom>
              <a:avLst/>
              <a:gdLst/>
              <a:ahLst/>
              <a:cxnLst/>
              <a:rect l="l" t="t" r="r" b="b"/>
              <a:pathLst>
                <a:path w="1275" h="996" extrusionOk="0">
                  <a:moveTo>
                    <a:pt x="635" y="0"/>
                  </a:moveTo>
                  <a:cubicBezTo>
                    <a:pt x="397" y="0"/>
                    <a:pt x="203" y="98"/>
                    <a:pt x="203" y="219"/>
                  </a:cubicBezTo>
                  <a:cubicBezTo>
                    <a:pt x="203" y="331"/>
                    <a:pt x="369" y="495"/>
                    <a:pt x="583" y="519"/>
                  </a:cubicBezTo>
                  <a:cubicBezTo>
                    <a:pt x="583" y="525"/>
                    <a:pt x="583" y="528"/>
                    <a:pt x="586" y="534"/>
                  </a:cubicBezTo>
                  <a:cubicBezTo>
                    <a:pt x="589" y="608"/>
                    <a:pt x="586" y="681"/>
                    <a:pt x="548" y="747"/>
                  </a:cubicBezTo>
                  <a:cubicBezTo>
                    <a:pt x="510" y="813"/>
                    <a:pt x="430" y="869"/>
                    <a:pt x="331" y="880"/>
                  </a:cubicBezTo>
                  <a:cubicBezTo>
                    <a:pt x="323" y="880"/>
                    <a:pt x="314" y="881"/>
                    <a:pt x="306" y="881"/>
                  </a:cubicBezTo>
                  <a:cubicBezTo>
                    <a:pt x="213" y="881"/>
                    <a:pt x="113" y="836"/>
                    <a:pt x="93" y="770"/>
                  </a:cubicBezTo>
                  <a:cubicBezTo>
                    <a:pt x="62" y="783"/>
                    <a:pt x="31" y="797"/>
                    <a:pt x="1" y="812"/>
                  </a:cubicBezTo>
                  <a:cubicBezTo>
                    <a:pt x="62" y="881"/>
                    <a:pt x="145" y="947"/>
                    <a:pt x="254" y="978"/>
                  </a:cubicBezTo>
                  <a:cubicBezTo>
                    <a:pt x="294" y="989"/>
                    <a:pt x="337" y="995"/>
                    <a:pt x="379" y="995"/>
                  </a:cubicBezTo>
                  <a:cubicBezTo>
                    <a:pt x="450" y="995"/>
                    <a:pt x="519" y="978"/>
                    <a:pt x="565" y="940"/>
                  </a:cubicBezTo>
                  <a:cubicBezTo>
                    <a:pt x="616" y="898"/>
                    <a:pt x="631" y="839"/>
                    <a:pt x="638" y="785"/>
                  </a:cubicBezTo>
                  <a:cubicBezTo>
                    <a:pt x="645" y="842"/>
                    <a:pt x="661" y="898"/>
                    <a:pt x="711" y="940"/>
                  </a:cubicBezTo>
                  <a:cubicBezTo>
                    <a:pt x="756" y="978"/>
                    <a:pt x="825" y="995"/>
                    <a:pt x="897" y="995"/>
                  </a:cubicBezTo>
                  <a:cubicBezTo>
                    <a:pt x="939" y="995"/>
                    <a:pt x="982" y="989"/>
                    <a:pt x="1021" y="978"/>
                  </a:cubicBezTo>
                  <a:cubicBezTo>
                    <a:pt x="1130" y="944"/>
                    <a:pt x="1213" y="881"/>
                    <a:pt x="1275" y="812"/>
                  </a:cubicBezTo>
                  <a:cubicBezTo>
                    <a:pt x="1239" y="797"/>
                    <a:pt x="1208" y="783"/>
                    <a:pt x="1178" y="770"/>
                  </a:cubicBezTo>
                  <a:cubicBezTo>
                    <a:pt x="1158" y="836"/>
                    <a:pt x="1059" y="881"/>
                    <a:pt x="967" y="881"/>
                  </a:cubicBezTo>
                  <a:cubicBezTo>
                    <a:pt x="958" y="881"/>
                    <a:pt x="950" y="880"/>
                    <a:pt x="942" y="880"/>
                  </a:cubicBezTo>
                  <a:cubicBezTo>
                    <a:pt x="842" y="869"/>
                    <a:pt x="764" y="813"/>
                    <a:pt x="724" y="747"/>
                  </a:cubicBezTo>
                  <a:cubicBezTo>
                    <a:pt x="687" y="681"/>
                    <a:pt x="684" y="608"/>
                    <a:pt x="687" y="534"/>
                  </a:cubicBezTo>
                  <a:cubicBezTo>
                    <a:pt x="687" y="528"/>
                    <a:pt x="687" y="525"/>
                    <a:pt x="688" y="519"/>
                  </a:cubicBezTo>
                  <a:cubicBezTo>
                    <a:pt x="904" y="495"/>
                    <a:pt x="1070" y="331"/>
                    <a:pt x="1070" y="219"/>
                  </a:cubicBezTo>
                  <a:cubicBezTo>
                    <a:pt x="1070" y="98"/>
                    <a:pt x="875" y="0"/>
                    <a:pt x="635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4"/>
            <p:cNvSpPr/>
            <p:nvPr/>
          </p:nvSpPr>
          <p:spPr>
            <a:xfrm>
              <a:off x="2977475" y="3621275"/>
              <a:ext cx="9600" cy="7025"/>
            </a:xfrm>
            <a:custGeom>
              <a:avLst/>
              <a:gdLst/>
              <a:ahLst/>
              <a:cxnLst/>
              <a:rect l="l" t="t" r="r" b="b"/>
              <a:pathLst>
                <a:path w="384" h="281" extrusionOk="0">
                  <a:moveTo>
                    <a:pt x="326" y="1"/>
                  </a:moveTo>
                  <a:cubicBezTo>
                    <a:pt x="315" y="1"/>
                    <a:pt x="305" y="2"/>
                    <a:pt x="294" y="4"/>
                  </a:cubicBezTo>
                  <a:cubicBezTo>
                    <a:pt x="193" y="30"/>
                    <a:pt x="101" y="90"/>
                    <a:pt x="35" y="170"/>
                  </a:cubicBezTo>
                  <a:cubicBezTo>
                    <a:pt x="18" y="193"/>
                    <a:pt x="0" y="221"/>
                    <a:pt x="12" y="248"/>
                  </a:cubicBezTo>
                  <a:cubicBezTo>
                    <a:pt x="20" y="265"/>
                    <a:pt x="38" y="276"/>
                    <a:pt x="57" y="280"/>
                  </a:cubicBezTo>
                  <a:cubicBezTo>
                    <a:pt x="61" y="280"/>
                    <a:pt x="65" y="280"/>
                    <a:pt x="68" y="280"/>
                  </a:cubicBezTo>
                  <a:cubicBezTo>
                    <a:pt x="85" y="280"/>
                    <a:pt x="100" y="278"/>
                    <a:pt x="116" y="274"/>
                  </a:cubicBezTo>
                  <a:cubicBezTo>
                    <a:pt x="169" y="260"/>
                    <a:pt x="222" y="241"/>
                    <a:pt x="267" y="211"/>
                  </a:cubicBezTo>
                  <a:cubicBezTo>
                    <a:pt x="311" y="181"/>
                    <a:pt x="352" y="137"/>
                    <a:pt x="370" y="86"/>
                  </a:cubicBezTo>
                  <a:cubicBezTo>
                    <a:pt x="380" y="63"/>
                    <a:pt x="383" y="33"/>
                    <a:pt x="365" y="15"/>
                  </a:cubicBezTo>
                  <a:cubicBezTo>
                    <a:pt x="354" y="4"/>
                    <a:pt x="341" y="1"/>
                    <a:pt x="326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4"/>
            <p:cNvSpPr/>
            <p:nvPr/>
          </p:nvSpPr>
          <p:spPr>
            <a:xfrm>
              <a:off x="3085575" y="3621275"/>
              <a:ext cx="9600" cy="7050"/>
            </a:xfrm>
            <a:custGeom>
              <a:avLst/>
              <a:gdLst/>
              <a:ahLst/>
              <a:cxnLst/>
              <a:rect l="l" t="t" r="r" b="b"/>
              <a:pathLst>
                <a:path w="384" h="282" extrusionOk="0">
                  <a:moveTo>
                    <a:pt x="58" y="1"/>
                  </a:moveTo>
                  <a:cubicBezTo>
                    <a:pt x="44" y="1"/>
                    <a:pt x="30" y="4"/>
                    <a:pt x="19" y="15"/>
                  </a:cubicBezTo>
                  <a:cubicBezTo>
                    <a:pt x="1" y="33"/>
                    <a:pt x="4" y="63"/>
                    <a:pt x="14" y="86"/>
                  </a:cubicBezTo>
                  <a:cubicBezTo>
                    <a:pt x="33" y="137"/>
                    <a:pt x="72" y="181"/>
                    <a:pt x="117" y="211"/>
                  </a:cubicBezTo>
                  <a:cubicBezTo>
                    <a:pt x="162" y="241"/>
                    <a:pt x="215" y="260"/>
                    <a:pt x="268" y="274"/>
                  </a:cubicBezTo>
                  <a:cubicBezTo>
                    <a:pt x="283" y="278"/>
                    <a:pt x="299" y="281"/>
                    <a:pt x="314" y="281"/>
                  </a:cubicBezTo>
                  <a:cubicBezTo>
                    <a:pt x="318" y="281"/>
                    <a:pt x="323" y="281"/>
                    <a:pt x="327" y="280"/>
                  </a:cubicBezTo>
                  <a:cubicBezTo>
                    <a:pt x="346" y="276"/>
                    <a:pt x="364" y="265"/>
                    <a:pt x="372" y="248"/>
                  </a:cubicBezTo>
                  <a:cubicBezTo>
                    <a:pt x="384" y="221"/>
                    <a:pt x="366" y="193"/>
                    <a:pt x="349" y="170"/>
                  </a:cubicBezTo>
                  <a:cubicBezTo>
                    <a:pt x="283" y="90"/>
                    <a:pt x="191" y="30"/>
                    <a:pt x="90" y="4"/>
                  </a:cubicBezTo>
                  <a:cubicBezTo>
                    <a:pt x="79" y="2"/>
                    <a:pt x="69" y="1"/>
                    <a:pt x="58" y="1"/>
                  </a:cubicBezTo>
                  <a:close/>
                </a:path>
              </a:pathLst>
            </a:custGeom>
            <a:solidFill>
              <a:srgbClr val="EED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" name="Google Shape;792;p33">
            <a:extLst>
              <a:ext uri="{FF2B5EF4-FFF2-40B4-BE49-F238E27FC236}">
                <a16:creationId xmlns:a16="http://schemas.microsoft.com/office/drawing/2014/main" id="{1348D568-8E59-E088-BE64-D25D3EA83C09}"/>
              </a:ext>
            </a:extLst>
          </p:cNvPr>
          <p:cNvCxnSpPr>
            <a:cxnSpLocks/>
          </p:cNvCxnSpPr>
          <p:nvPr/>
        </p:nvCxnSpPr>
        <p:spPr>
          <a:xfrm>
            <a:off x="609353" y="912008"/>
            <a:ext cx="4365791" cy="0"/>
          </a:xfrm>
          <a:prstGeom prst="straightConnector1">
            <a:avLst/>
          </a:prstGeom>
          <a:noFill/>
          <a:ln w="38100" cap="rnd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B36161-721F-34FA-0278-1EABCF5BD0C8}"/>
              </a:ext>
            </a:extLst>
          </p:cNvPr>
          <p:cNvSpPr txBox="1"/>
          <p:nvPr/>
        </p:nvSpPr>
        <p:spPr>
          <a:xfrm>
            <a:off x="851328" y="1798288"/>
            <a:ext cx="3275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/>
            </a:pPr>
            <a:r>
              <a:rPr lang="bg-BG" dirty="0"/>
              <a:t>Връзката между приюти и осиновители е в пъти по-лесна!</a:t>
            </a:r>
          </a:p>
          <a:p>
            <a:endParaRPr lang="en-BG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5"/>
          <p:cNvSpPr/>
          <p:nvPr/>
        </p:nvSpPr>
        <p:spPr>
          <a:xfrm flipH="1">
            <a:off x="-2547604" y="2181549"/>
            <a:ext cx="7464504" cy="3375747"/>
          </a:xfrm>
          <a:custGeom>
            <a:avLst/>
            <a:gdLst/>
            <a:ahLst/>
            <a:cxnLst/>
            <a:rect l="l" t="t" r="r" b="b"/>
            <a:pathLst>
              <a:path w="36336" h="18167" extrusionOk="0">
                <a:moveTo>
                  <a:pt x="21220" y="0"/>
                </a:moveTo>
                <a:cubicBezTo>
                  <a:pt x="20193" y="0"/>
                  <a:pt x="19167" y="210"/>
                  <a:pt x="18219" y="637"/>
                </a:cubicBezTo>
                <a:cubicBezTo>
                  <a:pt x="15887" y="1689"/>
                  <a:pt x="14103" y="4031"/>
                  <a:pt x="13611" y="6685"/>
                </a:cubicBezTo>
                <a:cubicBezTo>
                  <a:pt x="13427" y="5930"/>
                  <a:pt x="12694" y="5517"/>
                  <a:pt x="11955" y="5517"/>
                </a:cubicBezTo>
                <a:cubicBezTo>
                  <a:pt x="11606" y="5517"/>
                  <a:pt x="11255" y="5609"/>
                  <a:pt x="10960" y="5801"/>
                </a:cubicBezTo>
                <a:cubicBezTo>
                  <a:pt x="10044" y="6401"/>
                  <a:pt x="9630" y="7611"/>
                  <a:pt x="9546" y="8755"/>
                </a:cubicBezTo>
                <a:cubicBezTo>
                  <a:pt x="9295" y="8719"/>
                  <a:pt x="9041" y="8701"/>
                  <a:pt x="8788" y="8701"/>
                </a:cubicBezTo>
                <a:cubicBezTo>
                  <a:pt x="7213" y="8701"/>
                  <a:pt x="5639" y="9394"/>
                  <a:pt x="4541" y="10604"/>
                </a:cubicBezTo>
                <a:cubicBezTo>
                  <a:pt x="3267" y="12008"/>
                  <a:pt x="2664" y="14077"/>
                  <a:pt x="2967" y="16007"/>
                </a:cubicBezTo>
                <a:cubicBezTo>
                  <a:pt x="2748" y="15406"/>
                  <a:pt x="2149" y="15004"/>
                  <a:pt x="1552" y="15004"/>
                </a:cubicBezTo>
                <a:cubicBezTo>
                  <a:pt x="1429" y="15004"/>
                  <a:pt x="1307" y="15021"/>
                  <a:pt x="1188" y="15057"/>
                </a:cubicBezTo>
                <a:cubicBezTo>
                  <a:pt x="486" y="15265"/>
                  <a:pt x="1" y="16090"/>
                  <a:pt x="126" y="16854"/>
                </a:cubicBezTo>
                <a:cubicBezTo>
                  <a:pt x="246" y="17587"/>
                  <a:pt x="909" y="18167"/>
                  <a:pt x="1600" y="18167"/>
                </a:cubicBezTo>
                <a:cubicBezTo>
                  <a:pt x="1631" y="18167"/>
                  <a:pt x="1663" y="18166"/>
                  <a:pt x="1694" y="18163"/>
                </a:cubicBezTo>
                <a:lnTo>
                  <a:pt x="35542" y="18119"/>
                </a:lnTo>
                <a:cubicBezTo>
                  <a:pt x="36336" y="14176"/>
                  <a:pt x="34414" y="9368"/>
                  <a:pt x="30871" y="7979"/>
                </a:cubicBezTo>
                <a:cubicBezTo>
                  <a:pt x="30277" y="7745"/>
                  <a:pt x="29644" y="7628"/>
                  <a:pt x="29011" y="7628"/>
                </a:cubicBezTo>
                <a:cubicBezTo>
                  <a:pt x="28544" y="7628"/>
                  <a:pt x="28077" y="7692"/>
                  <a:pt x="27626" y="7820"/>
                </a:cubicBezTo>
                <a:cubicBezTo>
                  <a:pt x="28226" y="6727"/>
                  <a:pt x="28234" y="5328"/>
                  <a:pt x="27789" y="4155"/>
                </a:cubicBezTo>
                <a:cubicBezTo>
                  <a:pt x="27344" y="2980"/>
                  <a:pt x="26487" y="2018"/>
                  <a:pt x="25492" y="1327"/>
                </a:cubicBezTo>
                <a:cubicBezTo>
                  <a:pt x="24230" y="450"/>
                  <a:pt x="22724" y="0"/>
                  <a:pt x="212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5"/>
          <p:cNvSpPr txBox="1">
            <a:spLocks noGrp="1"/>
          </p:cNvSpPr>
          <p:nvPr>
            <p:ph type="title"/>
          </p:nvPr>
        </p:nvSpPr>
        <p:spPr>
          <a:xfrm>
            <a:off x="545096" y="309800"/>
            <a:ext cx="7762194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500" dirty="0"/>
              <a:t>Благодаря за вниманието!</a:t>
            </a:r>
            <a:endParaRPr sz="3500" dirty="0"/>
          </a:p>
        </p:txBody>
      </p:sp>
      <p:sp>
        <p:nvSpPr>
          <p:cNvPr id="840" name="Google Shape;840;p35"/>
          <p:cNvSpPr/>
          <p:nvPr/>
        </p:nvSpPr>
        <p:spPr>
          <a:xfrm>
            <a:off x="8191381" y="1659352"/>
            <a:ext cx="898500" cy="655851"/>
          </a:xfrm>
          <a:custGeom>
            <a:avLst/>
            <a:gdLst/>
            <a:ahLst/>
            <a:cxnLst/>
            <a:rect l="l" t="t" r="r" b="b"/>
            <a:pathLst>
              <a:path w="1833" h="1338" extrusionOk="0">
                <a:moveTo>
                  <a:pt x="1343" y="1"/>
                </a:moveTo>
                <a:cubicBezTo>
                  <a:pt x="1300" y="1"/>
                  <a:pt x="1258" y="7"/>
                  <a:pt x="1219" y="21"/>
                </a:cubicBezTo>
                <a:cubicBezTo>
                  <a:pt x="1074" y="69"/>
                  <a:pt x="1020" y="172"/>
                  <a:pt x="917" y="211"/>
                </a:cubicBezTo>
                <a:cubicBezTo>
                  <a:pt x="813" y="172"/>
                  <a:pt x="759" y="68"/>
                  <a:pt x="616" y="21"/>
                </a:cubicBezTo>
                <a:cubicBezTo>
                  <a:pt x="577" y="7"/>
                  <a:pt x="535" y="1"/>
                  <a:pt x="493" y="1"/>
                </a:cubicBezTo>
                <a:cubicBezTo>
                  <a:pt x="399" y="1"/>
                  <a:pt x="303" y="32"/>
                  <a:pt x="227" y="84"/>
                </a:cubicBezTo>
                <a:cubicBezTo>
                  <a:pt x="88" y="182"/>
                  <a:pt x="7" y="354"/>
                  <a:pt x="2" y="526"/>
                </a:cubicBezTo>
                <a:cubicBezTo>
                  <a:pt x="1" y="641"/>
                  <a:pt x="31" y="755"/>
                  <a:pt x="99" y="850"/>
                </a:cubicBezTo>
                <a:cubicBezTo>
                  <a:pt x="189" y="975"/>
                  <a:pt x="337" y="1049"/>
                  <a:pt x="476" y="1117"/>
                </a:cubicBezTo>
                <a:cubicBezTo>
                  <a:pt x="626" y="1191"/>
                  <a:pt x="767" y="1265"/>
                  <a:pt x="917" y="1337"/>
                </a:cubicBezTo>
                <a:cubicBezTo>
                  <a:pt x="1068" y="1265"/>
                  <a:pt x="1207" y="1191"/>
                  <a:pt x="1358" y="1117"/>
                </a:cubicBezTo>
                <a:cubicBezTo>
                  <a:pt x="1496" y="1049"/>
                  <a:pt x="1644" y="975"/>
                  <a:pt x="1735" y="850"/>
                </a:cubicBezTo>
                <a:cubicBezTo>
                  <a:pt x="1803" y="755"/>
                  <a:pt x="1833" y="641"/>
                  <a:pt x="1831" y="526"/>
                </a:cubicBezTo>
                <a:cubicBezTo>
                  <a:pt x="1827" y="354"/>
                  <a:pt x="1748" y="182"/>
                  <a:pt x="1607" y="84"/>
                </a:cubicBezTo>
                <a:cubicBezTo>
                  <a:pt x="1532" y="31"/>
                  <a:pt x="1436" y="1"/>
                  <a:pt x="134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5"/>
          <p:cNvSpPr/>
          <p:nvPr/>
        </p:nvSpPr>
        <p:spPr>
          <a:xfrm>
            <a:off x="8482219" y="228207"/>
            <a:ext cx="569408" cy="415640"/>
          </a:xfrm>
          <a:custGeom>
            <a:avLst/>
            <a:gdLst/>
            <a:ahLst/>
            <a:cxnLst/>
            <a:rect l="l" t="t" r="r" b="b"/>
            <a:pathLst>
              <a:path w="1833" h="1338" extrusionOk="0">
                <a:moveTo>
                  <a:pt x="1343" y="1"/>
                </a:moveTo>
                <a:cubicBezTo>
                  <a:pt x="1300" y="1"/>
                  <a:pt x="1258" y="7"/>
                  <a:pt x="1219" y="21"/>
                </a:cubicBezTo>
                <a:cubicBezTo>
                  <a:pt x="1074" y="69"/>
                  <a:pt x="1020" y="172"/>
                  <a:pt x="917" y="211"/>
                </a:cubicBezTo>
                <a:cubicBezTo>
                  <a:pt x="813" y="172"/>
                  <a:pt x="759" y="68"/>
                  <a:pt x="616" y="21"/>
                </a:cubicBezTo>
                <a:cubicBezTo>
                  <a:pt x="577" y="7"/>
                  <a:pt x="535" y="1"/>
                  <a:pt x="493" y="1"/>
                </a:cubicBezTo>
                <a:cubicBezTo>
                  <a:pt x="399" y="1"/>
                  <a:pt x="303" y="32"/>
                  <a:pt x="227" y="84"/>
                </a:cubicBezTo>
                <a:cubicBezTo>
                  <a:pt x="88" y="182"/>
                  <a:pt x="7" y="354"/>
                  <a:pt x="2" y="526"/>
                </a:cubicBezTo>
                <a:cubicBezTo>
                  <a:pt x="1" y="641"/>
                  <a:pt x="31" y="755"/>
                  <a:pt x="99" y="850"/>
                </a:cubicBezTo>
                <a:cubicBezTo>
                  <a:pt x="189" y="975"/>
                  <a:pt x="337" y="1049"/>
                  <a:pt x="476" y="1117"/>
                </a:cubicBezTo>
                <a:cubicBezTo>
                  <a:pt x="626" y="1191"/>
                  <a:pt x="767" y="1265"/>
                  <a:pt x="917" y="1337"/>
                </a:cubicBezTo>
                <a:cubicBezTo>
                  <a:pt x="1068" y="1265"/>
                  <a:pt x="1207" y="1191"/>
                  <a:pt x="1358" y="1117"/>
                </a:cubicBezTo>
                <a:cubicBezTo>
                  <a:pt x="1496" y="1049"/>
                  <a:pt x="1644" y="975"/>
                  <a:pt x="1735" y="850"/>
                </a:cubicBezTo>
                <a:cubicBezTo>
                  <a:pt x="1803" y="755"/>
                  <a:pt x="1833" y="641"/>
                  <a:pt x="1831" y="526"/>
                </a:cubicBezTo>
                <a:cubicBezTo>
                  <a:pt x="1827" y="354"/>
                  <a:pt x="1748" y="182"/>
                  <a:pt x="1607" y="84"/>
                </a:cubicBezTo>
                <a:cubicBezTo>
                  <a:pt x="1532" y="31"/>
                  <a:pt x="1436" y="1"/>
                  <a:pt x="134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35"/>
          <p:cNvGrpSpPr/>
          <p:nvPr/>
        </p:nvGrpSpPr>
        <p:grpSpPr>
          <a:xfrm>
            <a:off x="2469891" y="1497004"/>
            <a:ext cx="6752771" cy="4817537"/>
            <a:chOff x="3870525" y="2171000"/>
            <a:chExt cx="464175" cy="331150"/>
          </a:xfrm>
        </p:grpSpPr>
        <p:sp>
          <p:nvSpPr>
            <p:cNvPr id="843" name="Google Shape;843;p35"/>
            <p:cNvSpPr/>
            <p:nvPr/>
          </p:nvSpPr>
          <p:spPr>
            <a:xfrm>
              <a:off x="3885800" y="2213750"/>
              <a:ext cx="446150" cy="215975"/>
            </a:xfrm>
            <a:custGeom>
              <a:avLst/>
              <a:gdLst/>
              <a:ahLst/>
              <a:cxnLst/>
              <a:rect l="l" t="t" r="r" b="b"/>
              <a:pathLst>
                <a:path w="17846" h="8639" extrusionOk="0">
                  <a:moveTo>
                    <a:pt x="12685" y="1"/>
                  </a:moveTo>
                  <a:cubicBezTo>
                    <a:pt x="12656" y="1"/>
                    <a:pt x="12627" y="2"/>
                    <a:pt x="12598" y="3"/>
                  </a:cubicBezTo>
                  <a:cubicBezTo>
                    <a:pt x="11646" y="37"/>
                    <a:pt x="10743" y="668"/>
                    <a:pt x="10379" y="1548"/>
                  </a:cubicBezTo>
                  <a:cubicBezTo>
                    <a:pt x="10078" y="1362"/>
                    <a:pt x="9725" y="1269"/>
                    <a:pt x="9371" y="1269"/>
                  </a:cubicBezTo>
                  <a:cubicBezTo>
                    <a:pt x="8960" y="1269"/>
                    <a:pt x="8548" y="1394"/>
                    <a:pt x="8219" y="1642"/>
                  </a:cubicBezTo>
                  <a:cubicBezTo>
                    <a:pt x="7606" y="2102"/>
                    <a:pt x="7318" y="2952"/>
                    <a:pt x="7523" y="3688"/>
                  </a:cubicBezTo>
                  <a:cubicBezTo>
                    <a:pt x="7472" y="3680"/>
                    <a:pt x="7420" y="3676"/>
                    <a:pt x="7368" y="3676"/>
                  </a:cubicBezTo>
                  <a:cubicBezTo>
                    <a:pt x="7049" y="3676"/>
                    <a:pt x="6731" y="3823"/>
                    <a:pt x="6531" y="4071"/>
                  </a:cubicBezTo>
                  <a:cubicBezTo>
                    <a:pt x="6300" y="4359"/>
                    <a:pt x="6237" y="4777"/>
                    <a:pt x="6373" y="5120"/>
                  </a:cubicBezTo>
                  <a:cubicBezTo>
                    <a:pt x="5957" y="5445"/>
                    <a:pt x="5753" y="6022"/>
                    <a:pt x="5872" y="6538"/>
                  </a:cubicBezTo>
                  <a:cubicBezTo>
                    <a:pt x="5620" y="6215"/>
                    <a:pt x="5211" y="6052"/>
                    <a:pt x="4803" y="6052"/>
                  </a:cubicBezTo>
                  <a:cubicBezTo>
                    <a:pt x="4416" y="6052"/>
                    <a:pt x="4029" y="6199"/>
                    <a:pt x="3776" y="6496"/>
                  </a:cubicBezTo>
                  <a:cubicBezTo>
                    <a:pt x="3480" y="6260"/>
                    <a:pt x="3100" y="6138"/>
                    <a:pt x="2721" y="6138"/>
                  </a:cubicBezTo>
                  <a:cubicBezTo>
                    <a:pt x="2462" y="6138"/>
                    <a:pt x="2203" y="6195"/>
                    <a:pt x="1973" y="6312"/>
                  </a:cubicBezTo>
                  <a:cubicBezTo>
                    <a:pt x="1401" y="6601"/>
                    <a:pt x="1026" y="7236"/>
                    <a:pt x="1051" y="7875"/>
                  </a:cubicBezTo>
                  <a:cubicBezTo>
                    <a:pt x="951" y="7820"/>
                    <a:pt x="838" y="7793"/>
                    <a:pt x="724" y="7793"/>
                  </a:cubicBezTo>
                  <a:cubicBezTo>
                    <a:pt x="575" y="7793"/>
                    <a:pt x="426" y="7839"/>
                    <a:pt x="308" y="7930"/>
                  </a:cubicBezTo>
                  <a:cubicBezTo>
                    <a:pt x="101" y="8093"/>
                    <a:pt x="0" y="8381"/>
                    <a:pt x="68" y="8635"/>
                  </a:cubicBezTo>
                  <a:lnTo>
                    <a:pt x="17845" y="8638"/>
                  </a:lnTo>
                  <a:lnTo>
                    <a:pt x="17845" y="2569"/>
                  </a:lnTo>
                  <a:cubicBezTo>
                    <a:pt x="17409" y="2684"/>
                    <a:pt x="17032" y="3012"/>
                    <a:pt x="16866" y="3430"/>
                  </a:cubicBezTo>
                  <a:cubicBezTo>
                    <a:pt x="17037" y="2929"/>
                    <a:pt x="16771" y="2364"/>
                    <a:pt x="16364" y="2025"/>
                  </a:cubicBezTo>
                  <a:cubicBezTo>
                    <a:pt x="15957" y="1687"/>
                    <a:pt x="15434" y="1527"/>
                    <a:pt x="14927" y="1375"/>
                  </a:cubicBezTo>
                  <a:cubicBezTo>
                    <a:pt x="14511" y="550"/>
                    <a:pt x="13607" y="1"/>
                    <a:pt x="12685" y="1"/>
                  </a:cubicBezTo>
                  <a:close/>
                </a:path>
              </a:pathLst>
            </a:custGeom>
            <a:solidFill>
              <a:srgbClr val="6072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5"/>
            <p:cNvSpPr/>
            <p:nvPr/>
          </p:nvSpPr>
          <p:spPr>
            <a:xfrm>
              <a:off x="4017625" y="2277950"/>
              <a:ext cx="313600" cy="151775"/>
            </a:xfrm>
            <a:custGeom>
              <a:avLst/>
              <a:gdLst/>
              <a:ahLst/>
              <a:cxnLst/>
              <a:rect l="l" t="t" r="r" b="b"/>
              <a:pathLst>
                <a:path w="12544" h="6071" extrusionOk="0">
                  <a:moveTo>
                    <a:pt x="8912" y="0"/>
                  </a:moveTo>
                  <a:cubicBezTo>
                    <a:pt x="8893" y="0"/>
                    <a:pt x="8873" y="0"/>
                    <a:pt x="8854" y="1"/>
                  </a:cubicBezTo>
                  <a:cubicBezTo>
                    <a:pt x="8184" y="25"/>
                    <a:pt x="7549" y="469"/>
                    <a:pt x="7294" y="1087"/>
                  </a:cubicBezTo>
                  <a:cubicBezTo>
                    <a:pt x="7083" y="955"/>
                    <a:pt x="6836" y="891"/>
                    <a:pt x="6588" y="891"/>
                  </a:cubicBezTo>
                  <a:cubicBezTo>
                    <a:pt x="6298" y="891"/>
                    <a:pt x="6008" y="979"/>
                    <a:pt x="5776" y="1153"/>
                  </a:cubicBezTo>
                  <a:cubicBezTo>
                    <a:pt x="5343" y="1476"/>
                    <a:pt x="5140" y="2073"/>
                    <a:pt x="5286" y="2592"/>
                  </a:cubicBezTo>
                  <a:cubicBezTo>
                    <a:pt x="5248" y="2586"/>
                    <a:pt x="5210" y="2582"/>
                    <a:pt x="5172" y="2582"/>
                  </a:cubicBezTo>
                  <a:cubicBezTo>
                    <a:pt x="4951" y="2582"/>
                    <a:pt x="4729" y="2685"/>
                    <a:pt x="4589" y="2859"/>
                  </a:cubicBezTo>
                  <a:cubicBezTo>
                    <a:pt x="4428" y="3062"/>
                    <a:pt x="4383" y="3355"/>
                    <a:pt x="4479" y="3597"/>
                  </a:cubicBezTo>
                  <a:cubicBezTo>
                    <a:pt x="4185" y="3828"/>
                    <a:pt x="4042" y="4232"/>
                    <a:pt x="4126" y="4594"/>
                  </a:cubicBezTo>
                  <a:cubicBezTo>
                    <a:pt x="3948" y="4368"/>
                    <a:pt x="3661" y="4253"/>
                    <a:pt x="3374" y="4253"/>
                  </a:cubicBezTo>
                  <a:cubicBezTo>
                    <a:pt x="3101" y="4253"/>
                    <a:pt x="2829" y="4356"/>
                    <a:pt x="2652" y="4564"/>
                  </a:cubicBezTo>
                  <a:cubicBezTo>
                    <a:pt x="2443" y="4399"/>
                    <a:pt x="2176" y="4313"/>
                    <a:pt x="1910" y="4313"/>
                  </a:cubicBezTo>
                  <a:cubicBezTo>
                    <a:pt x="1728" y="4313"/>
                    <a:pt x="1546" y="4353"/>
                    <a:pt x="1383" y="4436"/>
                  </a:cubicBezTo>
                  <a:cubicBezTo>
                    <a:pt x="984" y="4639"/>
                    <a:pt x="720" y="5087"/>
                    <a:pt x="736" y="5535"/>
                  </a:cubicBezTo>
                  <a:cubicBezTo>
                    <a:pt x="666" y="5496"/>
                    <a:pt x="586" y="5476"/>
                    <a:pt x="506" y="5476"/>
                  </a:cubicBezTo>
                  <a:cubicBezTo>
                    <a:pt x="402" y="5476"/>
                    <a:pt x="298" y="5509"/>
                    <a:pt x="215" y="5573"/>
                  </a:cubicBezTo>
                  <a:cubicBezTo>
                    <a:pt x="70" y="5686"/>
                    <a:pt x="1" y="5890"/>
                    <a:pt x="47" y="6069"/>
                  </a:cubicBezTo>
                  <a:lnTo>
                    <a:pt x="12543" y="6070"/>
                  </a:lnTo>
                  <a:lnTo>
                    <a:pt x="12543" y="1809"/>
                  </a:lnTo>
                  <a:cubicBezTo>
                    <a:pt x="12237" y="1887"/>
                    <a:pt x="11973" y="2120"/>
                    <a:pt x="11856" y="2414"/>
                  </a:cubicBezTo>
                  <a:cubicBezTo>
                    <a:pt x="11975" y="2061"/>
                    <a:pt x="11788" y="1661"/>
                    <a:pt x="11501" y="1425"/>
                  </a:cubicBezTo>
                  <a:cubicBezTo>
                    <a:pt x="11215" y="1185"/>
                    <a:pt x="10847" y="1073"/>
                    <a:pt x="10491" y="966"/>
                  </a:cubicBezTo>
                  <a:cubicBezTo>
                    <a:pt x="10197" y="386"/>
                    <a:pt x="9562" y="0"/>
                    <a:pt x="8912" y="0"/>
                  </a:cubicBezTo>
                  <a:close/>
                </a:path>
              </a:pathLst>
            </a:custGeom>
            <a:solidFill>
              <a:srgbClr val="4B88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5"/>
            <p:cNvSpPr/>
            <p:nvPr/>
          </p:nvSpPr>
          <p:spPr>
            <a:xfrm>
              <a:off x="3986725" y="2411800"/>
              <a:ext cx="334800" cy="8700"/>
            </a:xfrm>
            <a:custGeom>
              <a:avLst/>
              <a:gdLst/>
              <a:ahLst/>
              <a:cxnLst/>
              <a:rect l="l" t="t" r="r" b="b"/>
              <a:pathLst>
                <a:path w="13392" h="348" extrusionOk="0">
                  <a:moveTo>
                    <a:pt x="0" y="0"/>
                  </a:moveTo>
                  <a:lnTo>
                    <a:pt x="0" y="347"/>
                  </a:lnTo>
                  <a:lnTo>
                    <a:pt x="13392" y="347"/>
                  </a:lnTo>
                  <a:lnTo>
                    <a:pt x="13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5"/>
            <p:cNvSpPr/>
            <p:nvPr/>
          </p:nvSpPr>
          <p:spPr>
            <a:xfrm>
              <a:off x="3986725" y="2346625"/>
              <a:ext cx="334800" cy="8675"/>
            </a:xfrm>
            <a:custGeom>
              <a:avLst/>
              <a:gdLst/>
              <a:ahLst/>
              <a:cxnLst/>
              <a:rect l="l" t="t" r="r" b="b"/>
              <a:pathLst>
                <a:path w="13392" h="347" extrusionOk="0">
                  <a:moveTo>
                    <a:pt x="0" y="0"/>
                  </a:moveTo>
                  <a:lnTo>
                    <a:pt x="0" y="347"/>
                  </a:lnTo>
                  <a:lnTo>
                    <a:pt x="13392" y="347"/>
                  </a:lnTo>
                  <a:lnTo>
                    <a:pt x="13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5"/>
            <p:cNvSpPr/>
            <p:nvPr/>
          </p:nvSpPr>
          <p:spPr>
            <a:xfrm>
              <a:off x="3995200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6" y="1"/>
                    <a:pt x="0" y="188"/>
                    <a:pt x="0" y="417"/>
                  </a:cubicBezTo>
                  <a:lnTo>
                    <a:pt x="0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3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5"/>
            <p:cNvSpPr/>
            <p:nvPr/>
          </p:nvSpPr>
          <p:spPr>
            <a:xfrm>
              <a:off x="4022525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6" y="1"/>
                    <a:pt x="1" y="188"/>
                    <a:pt x="1" y="417"/>
                  </a:cubicBezTo>
                  <a:lnTo>
                    <a:pt x="1" y="4381"/>
                  </a:lnTo>
                  <a:lnTo>
                    <a:pt x="841" y="4381"/>
                  </a:lnTo>
                  <a:lnTo>
                    <a:pt x="841" y="417"/>
                  </a:lnTo>
                  <a:cubicBezTo>
                    <a:pt x="841" y="188"/>
                    <a:pt x="654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5"/>
            <p:cNvSpPr/>
            <p:nvPr/>
          </p:nvSpPr>
          <p:spPr>
            <a:xfrm>
              <a:off x="4049850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6" y="1"/>
                    <a:pt x="1" y="188"/>
                    <a:pt x="1" y="417"/>
                  </a:cubicBezTo>
                  <a:lnTo>
                    <a:pt x="1" y="4381"/>
                  </a:lnTo>
                  <a:lnTo>
                    <a:pt x="841" y="4381"/>
                  </a:lnTo>
                  <a:lnTo>
                    <a:pt x="841" y="417"/>
                  </a:lnTo>
                  <a:cubicBezTo>
                    <a:pt x="841" y="188"/>
                    <a:pt x="654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5"/>
            <p:cNvSpPr/>
            <p:nvPr/>
          </p:nvSpPr>
          <p:spPr>
            <a:xfrm>
              <a:off x="4077200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6" y="1"/>
                  </a:moveTo>
                  <a:cubicBezTo>
                    <a:pt x="186" y="1"/>
                    <a:pt x="0" y="188"/>
                    <a:pt x="0" y="417"/>
                  </a:cubicBezTo>
                  <a:lnTo>
                    <a:pt x="0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3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5"/>
            <p:cNvSpPr/>
            <p:nvPr/>
          </p:nvSpPr>
          <p:spPr>
            <a:xfrm>
              <a:off x="4104550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8" y="1"/>
                    <a:pt x="1" y="188"/>
                    <a:pt x="1" y="417"/>
                  </a:cubicBezTo>
                  <a:lnTo>
                    <a:pt x="1" y="4381"/>
                  </a:lnTo>
                  <a:lnTo>
                    <a:pt x="841" y="4381"/>
                  </a:lnTo>
                  <a:lnTo>
                    <a:pt x="841" y="417"/>
                  </a:lnTo>
                  <a:cubicBezTo>
                    <a:pt x="841" y="188"/>
                    <a:pt x="655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5"/>
            <p:cNvSpPr/>
            <p:nvPr/>
          </p:nvSpPr>
          <p:spPr>
            <a:xfrm>
              <a:off x="4131900" y="2320900"/>
              <a:ext cx="21000" cy="109550"/>
            </a:xfrm>
            <a:custGeom>
              <a:avLst/>
              <a:gdLst/>
              <a:ahLst/>
              <a:cxnLst/>
              <a:rect l="l" t="t" r="r" b="b"/>
              <a:pathLst>
                <a:path w="840" h="4382" extrusionOk="0">
                  <a:moveTo>
                    <a:pt x="416" y="1"/>
                  </a:moveTo>
                  <a:cubicBezTo>
                    <a:pt x="187" y="1"/>
                    <a:pt x="0" y="188"/>
                    <a:pt x="0" y="417"/>
                  </a:cubicBezTo>
                  <a:lnTo>
                    <a:pt x="0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5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5"/>
            <p:cNvSpPr/>
            <p:nvPr/>
          </p:nvSpPr>
          <p:spPr>
            <a:xfrm>
              <a:off x="4159225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7" y="1"/>
                    <a:pt x="0" y="188"/>
                    <a:pt x="0" y="417"/>
                  </a:cubicBezTo>
                  <a:lnTo>
                    <a:pt x="0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5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5"/>
            <p:cNvSpPr/>
            <p:nvPr/>
          </p:nvSpPr>
          <p:spPr>
            <a:xfrm>
              <a:off x="4186550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8" y="1"/>
                    <a:pt x="1" y="188"/>
                    <a:pt x="1" y="417"/>
                  </a:cubicBezTo>
                  <a:lnTo>
                    <a:pt x="1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5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5"/>
            <p:cNvSpPr/>
            <p:nvPr/>
          </p:nvSpPr>
          <p:spPr>
            <a:xfrm>
              <a:off x="4213875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8" y="1"/>
                    <a:pt x="1" y="188"/>
                    <a:pt x="1" y="417"/>
                  </a:cubicBezTo>
                  <a:lnTo>
                    <a:pt x="1" y="4381"/>
                  </a:lnTo>
                  <a:lnTo>
                    <a:pt x="841" y="4381"/>
                  </a:lnTo>
                  <a:lnTo>
                    <a:pt x="841" y="417"/>
                  </a:lnTo>
                  <a:cubicBezTo>
                    <a:pt x="841" y="188"/>
                    <a:pt x="655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5"/>
            <p:cNvSpPr/>
            <p:nvPr/>
          </p:nvSpPr>
          <p:spPr>
            <a:xfrm>
              <a:off x="4241225" y="2320900"/>
              <a:ext cx="21000" cy="109550"/>
            </a:xfrm>
            <a:custGeom>
              <a:avLst/>
              <a:gdLst/>
              <a:ahLst/>
              <a:cxnLst/>
              <a:rect l="l" t="t" r="r" b="b"/>
              <a:pathLst>
                <a:path w="840" h="4382" extrusionOk="0">
                  <a:moveTo>
                    <a:pt x="416" y="1"/>
                  </a:moveTo>
                  <a:cubicBezTo>
                    <a:pt x="187" y="1"/>
                    <a:pt x="0" y="188"/>
                    <a:pt x="0" y="417"/>
                  </a:cubicBezTo>
                  <a:lnTo>
                    <a:pt x="0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4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5"/>
            <p:cNvSpPr/>
            <p:nvPr/>
          </p:nvSpPr>
          <p:spPr>
            <a:xfrm>
              <a:off x="4268575" y="2320900"/>
              <a:ext cx="21025" cy="109550"/>
            </a:xfrm>
            <a:custGeom>
              <a:avLst/>
              <a:gdLst/>
              <a:ahLst/>
              <a:cxnLst/>
              <a:rect l="l" t="t" r="r" b="b"/>
              <a:pathLst>
                <a:path w="841" h="4382" extrusionOk="0">
                  <a:moveTo>
                    <a:pt x="417" y="1"/>
                  </a:moveTo>
                  <a:cubicBezTo>
                    <a:pt x="188" y="1"/>
                    <a:pt x="1" y="188"/>
                    <a:pt x="1" y="417"/>
                  </a:cubicBezTo>
                  <a:lnTo>
                    <a:pt x="1" y="4381"/>
                  </a:lnTo>
                  <a:lnTo>
                    <a:pt x="841" y="4381"/>
                  </a:lnTo>
                  <a:lnTo>
                    <a:pt x="841" y="417"/>
                  </a:lnTo>
                  <a:cubicBezTo>
                    <a:pt x="841" y="188"/>
                    <a:pt x="655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5"/>
            <p:cNvSpPr/>
            <p:nvPr/>
          </p:nvSpPr>
          <p:spPr>
            <a:xfrm>
              <a:off x="4295925" y="2320900"/>
              <a:ext cx="21000" cy="109550"/>
            </a:xfrm>
            <a:custGeom>
              <a:avLst/>
              <a:gdLst/>
              <a:ahLst/>
              <a:cxnLst/>
              <a:rect l="l" t="t" r="r" b="b"/>
              <a:pathLst>
                <a:path w="840" h="4382" extrusionOk="0">
                  <a:moveTo>
                    <a:pt x="416" y="1"/>
                  </a:moveTo>
                  <a:cubicBezTo>
                    <a:pt x="187" y="1"/>
                    <a:pt x="0" y="188"/>
                    <a:pt x="0" y="417"/>
                  </a:cubicBezTo>
                  <a:lnTo>
                    <a:pt x="0" y="4381"/>
                  </a:lnTo>
                  <a:lnTo>
                    <a:pt x="840" y="4381"/>
                  </a:lnTo>
                  <a:lnTo>
                    <a:pt x="840" y="417"/>
                  </a:lnTo>
                  <a:cubicBezTo>
                    <a:pt x="840" y="188"/>
                    <a:pt x="654" y="1"/>
                    <a:pt x="4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5"/>
            <p:cNvSpPr/>
            <p:nvPr/>
          </p:nvSpPr>
          <p:spPr>
            <a:xfrm>
              <a:off x="3870525" y="2429875"/>
              <a:ext cx="464175" cy="2450"/>
            </a:xfrm>
            <a:custGeom>
              <a:avLst/>
              <a:gdLst/>
              <a:ahLst/>
              <a:cxnLst/>
              <a:rect l="l" t="t" r="r" b="b"/>
              <a:pathLst>
                <a:path w="18567" h="98" extrusionOk="0">
                  <a:moveTo>
                    <a:pt x="1" y="1"/>
                  </a:moveTo>
                  <a:lnTo>
                    <a:pt x="1" y="97"/>
                  </a:lnTo>
                  <a:lnTo>
                    <a:pt x="18566" y="97"/>
                  </a:lnTo>
                  <a:lnTo>
                    <a:pt x="18566" y="1"/>
                  </a:ln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5"/>
            <p:cNvSpPr/>
            <p:nvPr/>
          </p:nvSpPr>
          <p:spPr>
            <a:xfrm>
              <a:off x="4051375" y="2210125"/>
              <a:ext cx="52300" cy="41325"/>
            </a:xfrm>
            <a:custGeom>
              <a:avLst/>
              <a:gdLst/>
              <a:ahLst/>
              <a:cxnLst/>
              <a:rect l="l" t="t" r="r" b="b"/>
              <a:pathLst>
                <a:path w="2092" h="1653" extrusionOk="0">
                  <a:moveTo>
                    <a:pt x="503" y="1"/>
                  </a:moveTo>
                  <a:cubicBezTo>
                    <a:pt x="292" y="1"/>
                    <a:pt x="78" y="146"/>
                    <a:pt x="38" y="354"/>
                  </a:cubicBezTo>
                  <a:cubicBezTo>
                    <a:pt x="0" y="529"/>
                    <a:pt x="71" y="707"/>
                    <a:pt x="152" y="865"/>
                  </a:cubicBezTo>
                  <a:cubicBezTo>
                    <a:pt x="290" y="1132"/>
                    <a:pt x="463" y="1381"/>
                    <a:pt x="665" y="1604"/>
                  </a:cubicBezTo>
                  <a:cubicBezTo>
                    <a:pt x="686" y="1627"/>
                    <a:pt x="712" y="1643"/>
                    <a:pt x="742" y="1650"/>
                  </a:cubicBezTo>
                  <a:cubicBezTo>
                    <a:pt x="751" y="1652"/>
                    <a:pt x="760" y="1653"/>
                    <a:pt x="769" y="1653"/>
                  </a:cubicBezTo>
                  <a:cubicBezTo>
                    <a:pt x="783" y="1653"/>
                    <a:pt x="796" y="1651"/>
                    <a:pt x="810" y="1648"/>
                  </a:cubicBezTo>
                  <a:cubicBezTo>
                    <a:pt x="968" y="1603"/>
                    <a:pt x="1128" y="1568"/>
                    <a:pt x="1285" y="1520"/>
                  </a:cubicBezTo>
                  <a:cubicBezTo>
                    <a:pt x="1467" y="1464"/>
                    <a:pt x="1647" y="1387"/>
                    <a:pt x="1795" y="1267"/>
                  </a:cubicBezTo>
                  <a:cubicBezTo>
                    <a:pt x="1941" y="1146"/>
                    <a:pt x="2052" y="974"/>
                    <a:pt x="2074" y="784"/>
                  </a:cubicBezTo>
                  <a:cubicBezTo>
                    <a:pt x="2092" y="620"/>
                    <a:pt x="2028" y="443"/>
                    <a:pt x="1903" y="339"/>
                  </a:cubicBezTo>
                  <a:cubicBezTo>
                    <a:pt x="1894" y="332"/>
                    <a:pt x="1887" y="324"/>
                    <a:pt x="1878" y="317"/>
                  </a:cubicBezTo>
                  <a:cubicBezTo>
                    <a:pt x="1785" y="240"/>
                    <a:pt x="1665" y="201"/>
                    <a:pt x="1545" y="201"/>
                  </a:cubicBezTo>
                  <a:cubicBezTo>
                    <a:pt x="1466" y="201"/>
                    <a:pt x="1387" y="218"/>
                    <a:pt x="1315" y="253"/>
                  </a:cubicBezTo>
                  <a:cubicBezTo>
                    <a:pt x="1302" y="258"/>
                    <a:pt x="1291" y="265"/>
                    <a:pt x="1279" y="271"/>
                  </a:cubicBezTo>
                  <a:cubicBezTo>
                    <a:pt x="1228" y="301"/>
                    <a:pt x="1173" y="315"/>
                    <a:pt x="1118" y="315"/>
                  </a:cubicBezTo>
                  <a:cubicBezTo>
                    <a:pt x="1021" y="315"/>
                    <a:pt x="925" y="270"/>
                    <a:pt x="863" y="188"/>
                  </a:cubicBezTo>
                  <a:cubicBezTo>
                    <a:pt x="807" y="113"/>
                    <a:pt x="733" y="54"/>
                    <a:pt x="644" y="24"/>
                  </a:cubicBezTo>
                  <a:cubicBezTo>
                    <a:pt x="598" y="8"/>
                    <a:pt x="551" y="1"/>
                    <a:pt x="5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5"/>
            <p:cNvSpPr/>
            <p:nvPr/>
          </p:nvSpPr>
          <p:spPr>
            <a:xfrm>
              <a:off x="3984675" y="2276075"/>
              <a:ext cx="27350" cy="24550"/>
            </a:xfrm>
            <a:custGeom>
              <a:avLst/>
              <a:gdLst/>
              <a:ahLst/>
              <a:cxnLst/>
              <a:rect l="l" t="t" r="r" b="b"/>
              <a:pathLst>
                <a:path w="1094" h="982" extrusionOk="0">
                  <a:moveTo>
                    <a:pt x="818" y="0"/>
                  </a:moveTo>
                  <a:cubicBezTo>
                    <a:pt x="757" y="0"/>
                    <a:pt x="697" y="19"/>
                    <a:pt x="651" y="58"/>
                  </a:cubicBezTo>
                  <a:cubicBezTo>
                    <a:pt x="610" y="91"/>
                    <a:pt x="581" y="136"/>
                    <a:pt x="566" y="188"/>
                  </a:cubicBezTo>
                  <a:cubicBezTo>
                    <a:pt x="542" y="264"/>
                    <a:pt x="470" y="317"/>
                    <a:pt x="392" y="317"/>
                  </a:cubicBezTo>
                  <a:cubicBezTo>
                    <a:pt x="382" y="317"/>
                    <a:pt x="372" y="316"/>
                    <a:pt x="363" y="314"/>
                  </a:cubicBezTo>
                  <a:cubicBezTo>
                    <a:pt x="355" y="311"/>
                    <a:pt x="348" y="311"/>
                    <a:pt x="340" y="310"/>
                  </a:cubicBezTo>
                  <a:cubicBezTo>
                    <a:pt x="331" y="309"/>
                    <a:pt x="322" y="309"/>
                    <a:pt x="313" y="309"/>
                  </a:cubicBezTo>
                  <a:cubicBezTo>
                    <a:pt x="210" y="309"/>
                    <a:pt x="108" y="364"/>
                    <a:pt x="55" y="455"/>
                  </a:cubicBezTo>
                  <a:cubicBezTo>
                    <a:pt x="52" y="461"/>
                    <a:pt x="49" y="467"/>
                    <a:pt x="46" y="473"/>
                  </a:cubicBezTo>
                  <a:cubicBezTo>
                    <a:pt x="1" y="551"/>
                    <a:pt x="1" y="657"/>
                    <a:pt x="41" y="741"/>
                  </a:cubicBezTo>
                  <a:cubicBezTo>
                    <a:pt x="90" y="838"/>
                    <a:pt x="183" y="907"/>
                    <a:pt x="284" y="943"/>
                  </a:cubicBezTo>
                  <a:cubicBezTo>
                    <a:pt x="365" y="972"/>
                    <a:pt x="449" y="981"/>
                    <a:pt x="535" y="981"/>
                  </a:cubicBezTo>
                  <a:cubicBezTo>
                    <a:pt x="558" y="981"/>
                    <a:pt x="582" y="981"/>
                    <a:pt x="605" y="979"/>
                  </a:cubicBezTo>
                  <a:cubicBezTo>
                    <a:pt x="697" y="973"/>
                    <a:pt x="791" y="963"/>
                    <a:pt x="883" y="955"/>
                  </a:cubicBezTo>
                  <a:cubicBezTo>
                    <a:pt x="895" y="952"/>
                    <a:pt x="907" y="949"/>
                    <a:pt x="918" y="943"/>
                  </a:cubicBezTo>
                  <a:cubicBezTo>
                    <a:pt x="933" y="934"/>
                    <a:pt x="945" y="921"/>
                    <a:pt x="951" y="904"/>
                  </a:cubicBezTo>
                  <a:cubicBezTo>
                    <a:pt x="1014" y="746"/>
                    <a:pt x="1058" y="580"/>
                    <a:pt x="1079" y="412"/>
                  </a:cubicBezTo>
                  <a:cubicBezTo>
                    <a:pt x="1091" y="311"/>
                    <a:pt x="1094" y="204"/>
                    <a:pt x="1041" y="118"/>
                  </a:cubicBezTo>
                  <a:cubicBezTo>
                    <a:pt x="994" y="41"/>
                    <a:pt x="906" y="0"/>
                    <a:pt x="8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5"/>
            <p:cNvSpPr/>
            <p:nvPr/>
          </p:nvSpPr>
          <p:spPr>
            <a:xfrm>
              <a:off x="3999275" y="2232450"/>
              <a:ext cx="37900" cy="32550"/>
            </a:xfrm>
            <a:custGeom>
              <a:avLst/>
              <a:gdLst/>
              <a:ahLst/>
              <a:cxnLst/>
              <a:rect l="l" t="t" r="r" b="b"/>
              <a:pathLst>
                <a:path w="1516" h="1302" extrusionOk="0">
                  <a:moveTo>
                    <a:pt x="1138" y="0"/>
                  </a:moveTo>
                  <a:cubicBezTo>
                    <a:pt x="1066" y="0"/>
                    <a:pt x="994" y="20"/>
                    <a:pt x="935" y="63"/>
                  </a:cubicBezTo>
                  <a:cubicBezTo>
                    <a:pt x="878" y="104"/>
                    <a:pt x="836" y="162"/>
                    <a:pt x="810" y="230"/>
                  </a:cubicBezTo>
                  <a:cubicBezTo>
                    <a:pt x="773" y="327"/>
                    <a:pt x="679" y="388"/>
                    <a:pt x="578" y="388"/>
                  </a:cubicBezTo>
                  <a:cubicBezTo>
                    <a:pt x="559" y="388"/>
                    <a:pt x="540" y="386"/>
                    <a:pt x="520" y="381"/>
                  </a:cubicBezTo>
                  <a:cubicBezTo>
                    <a:pt x="511" y="380"/>
                    <a:pt x="501" y="378"/>
                    <a:pt x="490" y="375"/>
                  </a:cubicBezTo>
                  <a:cubicBezTo>
                    <a:pt x="470" y="372"/>
                    <a:pt x="449" y="370"/>
                    <a:pt x="428" y="370"/>
                  </a:cubicBezTo>
                  <a:cubicBezTo>
                    <a:pt x="297" y="370"/>
                    <a:pt x="166" y="435"/>
                    <a:pt x="91" y="544"/>
                  </a:cubicBezTo>
                  <a:cubicBezTo>
                    <a:pt x="86" y="551"/>
                    <a:pt x="82" y="559"/>
                    <a:pt x="79" y="565"/>
                  </a:cubicBezTo>
                  <a:cubicBezTo>
                    <a:pt x="8" y="669"/>
                    <a:pt x="0" y="812"/>
                    <a:pt x="49" y="930"/>
                  </a:cubicBezTo>
                  <a:cubicBezTo>
                    <a:pt x="103" y="1066"/>
                    <a:pt x="223" y="1167"/>
                    <a:pt x="358" y="1224"/>
                  </a:cubicBezTo>
                  <a:cubicBezTo>
                    <a:pt x="490" y="1280"/>
                    <a:pt x="640" y="1299"/>
                    <a:pt x="784" y="1301"/>
                  </a:cubicBezTo>
                  <a:cubicBezTo>
                    <a:pt x="796" y="1301"/>
                    <a:pt x="807" y="1301"/>
                    <a:pt x="819" y="1301"/>
                  </a:cubicBezTo>
                  <a:cubicBezTo>
                    <a:pt x="934" y="1301"/>
                    <a:pt x="1047" y="1295"/>
                    <a:pt x="1161" y="1293"/>
                  </a:cubicBezTo>
                  <a:cubicBezTo>
                    <a:pt x="1178" y="1293"/>
                    <a:pt x="1196" y="1290"/>
                    <a:pt x="1211" y="1280"/>
                  </a:cubicBezTo>
                  <a:cubicBezTo>
                    <a:pt x="1232" y="1269"/>
                    <a:pt x="1249" y="1253"/>
                    <a:pt x="1258" y="1232"/>
                  </a:cubicBezTo>
                  <a:cubicBezTo>
                    <a:pt x="1357" y="1023"/>
                    <a:pt x="1431" y="803"/>
                    <a:pt x="1477" y="577"/>
                  </a:cubicBezTo>
                  <a:cubicBezTo>
                    <a:pt x="1504" y="443"/>
                    <a:pt x="1516" y="298"/>
                    <a:pt x="1452" y="177"/>
                  </a:cubicBezTo>
                  <a:cubicBezTo>
                    <a:pt x="1394" y="63"/>
                    <a:pt x="1266" y="0"/>
                    <a:pt x="11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5"/>
            <p:cNvSpPr/>
            <p:nvPr/>
          </p:nvSpPr>
          <p:spPr>
            <a:xfrm>
              <a:off x="4284750" y="2483975"/>
              <a:ext cx="25" cy="225"/>
            </a:xfrm>
            <a:custGeom>
              <a:avLst/>
              <a:gdLst/>
              <a:ahLst/>
              <a:cxnLst/>
              <a:rect l="l" t="t" r="r" b="b"/>
              <a:pathLst>
                <a:path w="1" h="9" extrusionOk="0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5"/>
            <p:cNvSpPr/>
            <p:nvPr/>
          </p:nvSpPr>
          <p:spPr>
            <a:xfrm>
              <a:off x="4268925" y="2501100"/>
              <a:ext cx="25" cy="175"/>
            </a:xfrm>
            <a:custGeom>
              <a:avLst/>
              <a:gdLst/>
              <a:ahLst/>
              <a:cxnLst/>
              <a:rect l="l" t="t" r="r" b="b"/>
              <a:pathLst>
                <a:path w="1" h="7" extrusionOk="0">
                  <a:moveTo>
                    <a:pt x="0" y="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5"/>
            <p:cNvSpPr/>
            <p:nvPr/>
          </p:nvSpPr>
          <p:spPr>
            <a:xfrm>
              <a:off x="4267075" y="2501850"/>
              <a:ext cx="175" cy="300"/>
            </a:xfrm>
            <a:custGeom>
              <a:avLst/>
              <a:gdLst/>
              <a:ahLst/>
              <a:cxnLst/>
              <a:rect l="l" t="t" r="r" b="b"/>
              <a:pathLst>
                <a:path w="7" h="12" extrusionOk="0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691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5"/>
            <p:cNvSpPr/>
            <p:nvPr/>
          </p:nvSpPr>
          <p:spPr>
            <a:xfrm>
              <a:off x="4159475" y="2327350"/>
              <a:ext cx="22175" cy="56425"/>
            </a:xfrm>
            <a:custGeom>
              <a:avLst/>
              <a:gdLst/>
              <a:ahLst/>
              <a:cxnLst/>
              <a:rect l="l" t="t" r="r" b="b"/>
              <a:pathLst>
                <a:path w="887" h="2257" extrusionOk="0">
                  <a:moveTo>
                    <a:pt x="886" y="0"/>
                  </a:moveTo>
                  <a:lnTo>
                    <a:pt x="886" y="0"/>
                  </a:lnTo>
                  <a:cubicBezTo>
                    <a:pt x="661" y="53"/>
                    <a:pt x="438" y="68"/>
                    <a:pt x="215" y="85"/>
                  </a:cubicBezTo>
                  <a:cubicBezTo>
                    <a:pt x="257" y="521"/>
                    <a:pt x="277" y="963"/>
                    <a:pt x="266" y="1401"/>
                  </a:cubicBezTo>
                  <a:cubicBezTo>
                    <a:pt x="158" y="1680"/>
                    <a:pt x="67" y="1967"/>
                    <a:pt x="1" y="2256"/>
                  </a:cubicBezTo>
                  <a:cubicBezTo>
                    <a:pt x="137" y="2187"/>
                    <a:pt x="156" y="1985"/>
                    <a:pt x="286" y="1906"/>
                  </a:cubicBezTo>
                  <a:cubicBezTo>
                    <a:pt x="342" y="1872"/>
                    <a:pt x="416" y="1863"/>
                    <a:pt x="458" y="1811"/>
                  </a:cubicBezTo>
                  <a:cubicBezTo>
                    <a:pt x="489" y="1772"/>
                    <a:pt x="495" y="1716"/>
                    <a:pt x="530" y="1680"/>
                  </a:cubicBezTo>
                  <a:cubicBezTo>
                    <a:pt x="575" y="1632"/>
                    <a:pt x="655" y="1638"/>
                    <a:pt x="710" y="1603"/>
                  </a:cubicBezTo>
                  <a:cubicBezTo>
                    <a:pt x="768" y="1566"/>
                    <a:pt x="791" y="1490"/>
                    <a:pt x="784" y="1419"/>
                  </a:cubicBezTo>
                  <a:cubicBezTo>
                    <a:pt x="777" y="1364"/>
                    <a:pt x="755" y="1311"/>
                    <a:pt x="729" y="1260"/>
                  </a:cubicBezTo>
                  <a:cubicBezTo>
                    <a:pt x="731" y="1251"/>
                    <a:pt x="731" y="1243"/>
                    <a:pt x="732" y="1235"/>
                  </a:cubicBezTo>
                  <a:cubicBezTo>
                    <a:pt x="782" y="828"/>
                    <a:pt x="886" y="412"/>
                    <a:pt x="886" y="0"/>
                  </a:cubicBezTo>
                  <a:close/>
                </a:path>
              </a:pathLst>
            </a:custGeom>
            <a:solidFill>
              <a:srgbClr val="E2B3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5"/>
            <p:cNvSpPr/>
            <p:nvPr/>
          </p:nvSpPr>
          <p:spPr>
            <a:xfrm>
              <a:off x="4140625" y="2223850"/>
              <a:ext cx="41325" cy="106650"/>
            </a:xfrm>
            <a:custGeom>
              <a:avLst/>
              <a:gdLst/>
              <a:ahLst/>
              <a:cxnLst/>
              <a:rect l="l" t="t" r="r" b="b"/>
              <a:pathLst>
                <a:path w="1653" h="4266" extrusionOk="0">
                  <a:moveTo>
                    <a:pt x="584" y="0"/>
                  </a:moveTo>
                  <a:cubicBezTo>
                    <a:pt x="384" y="0"/>
                    <a:pt x="197" y="137"/>
                    <a:pt x="103" y="316"/>
                  </a:cubicBezTo>
                  <a:cubicBezTo>
                    <a:pt x="7" y="505"/>
                    <a:pt x="1" y="730"/>
                    <a:pt x="43" y="936"/>
                  </a:cubicBezTo>
                  <a:cubicBezTo>
                    <a:pt x="87" y="1144"/>
                    <a:pt x="171" y="1340"/>
                    <a:pt x="250" y="1538"/>
                  </a:cubicBezTo>
                  <a:cubicBezTo>
                    <a:pt x="601" y="2411"/>
                    <a:pt x="830" y="3331"/>
                    <a:pt x="931" y="4266"/>
                  </a:cubicBezTo>
                  <a:cubicBezTo>
                    <a:pt x="1170" y="4248"/>
                    <a:pt x="1411" y="4231"/>
                    <a:pt x="1652" y="4180"/>
                  </a:cubicBezTo>
                  <a:cubicBezTo>
                    <a:pt x="1649" y="3068"/>
                    <a:pt x="1470" y="1954"/>
                    <a:pt x="1243" y="861"/>
                  </a:cubicBezTo>
                  <a:cubicBezTo>
                    <a:pt x="1206" y="672"/>
                    <a:pt x="1165" y="482"/>
                    <a:pt x="1067" y="318"/>
                  </a:cubicBezTo>
                  <a:cubicBezTo>
                    <a:pt x="969" y="152"/>
                    <a:pt x="805" y="16"/>
                    <a:pt x="615" y="1"/>
                  </a:cubicBezTo>
                  <a:cubicBezTo>
                    <a:pt x="604" y="1"/>
                    <a:pt x="594" y="0"/>
                    <a:pt x="584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5"/>
            <p:cNvSpPr/>
            <p:nvPr/>
          </p:nvSpPr>
          <p:spPr>
            <a:xfrm>
              <a:off x="4140625" y="2223850"/>
              <a:ext cx="41025" cy="92250"/>
            </a:xfrm>
            <a:custGeom>
              <a:avLst/>
              <a:gdLst/>
              <a:ahLst/>
              <a:cxnLst/>
              <a:rect l="l" t="t" r="r" b="b"/>
              <a:pathLst>
                <a:path w="1641" h="3690" extrusionOk="0">
                  <a:moveTo>
                    <a:pt x="584" y="0"/>
                  </a:moveTo>
                  <a:cubicBezTo>
                    <a:pt x="384" y="0"/>
                    <a:pt x="197" y="137"/>
                    <a:pt x="103" y="316"/>
                  </a:cubicBezTo>
                  <a:cubicBezTo>
                    <a:pt x="7" y="505"/>
                    <a:pt x="1" y="730"/>
                    <a:pt x="43" y="936"/>
                  </a:cubicBezTo>
                  <a:cubicBezTo>
                    <a:pt x="87" y="1144"/>
                    <a:pt x="171" y="1340"/>
                    <a:pt x="248" y="1538"/>
                  </a:cubicBezTo>
                  <a:cubicBezTo>
                    <a:pt x="452" y="2044"/>
                    <a:pt x="615" y="2566"/>
                    <a:pt x="735" y="3100"/>
                  </a:cubicBezTo>
                  <a:cubicBezTo>
                    <a:pt x="1072" y="3219"/>
                    <a:pt x="1384" y="3432"/>
                    <a:pt x="1640" y="3690"/>
                  </a:cubicBezTo>
                  <a:cubicBezTo>
                    <a:pt x="1595" y="2740"/>
                    <a:pt x="1436" y="1793"/>
                    <a:pt x="1243" y="861"/>
                  </a:cubicBezTo>
                  <a:cubicBezTo>
                    <a:pt x="1206" y="672"/>
                    <a:pt x="1165" y="482"/>
                    <a:pt x="1067" y="318"/>
                  </a:cubicBezTo>
                  <a:cubicBezTo>
                    <a:pt x="969" y="152"/>
                    <a:pt x="805" y="16"/>
                    <a:pt x="615" y="1"/>
                  </a:cubicBezTo>
                  <a:cubicBezTo>
                    <a:pt x="604" y="1"/>
                    <a:pt x="594" y="0"/>
                    <a:pt x="584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5"/>
            <p:cNvSpPr/>
            <p:nvPr/>
          </p:nvSpPr>
          <p:spPr>
            <a:xfrm>
              <a:off x="4165475" y="2211575"/>
              <a:ext cx="9450" cy="2000"/>
            </a:xfrm>
            <a:custGeom>
              <a:avLst/>
              <a:gdLst/>
              <a:ahLst/>
              <a:cxnLst/>
              <a:rect l="l" t="t" r="r" b="b"/>
              <a:pathLst>
                <a:path w="378" h="80" extrusionOk="0">
                  <a:moveTo>
                    <a:pt x="1" y="1"/>
                  </a:moveTo>
                  <a:lnTo>
                    <a:pt x="378" y="79"/>
                  </a:lnTo>
                  <a:cubicBezTo>
                    <a:pt x="323" y="61"/>
                    <a:pt x="271" y="40"/>
                    <a:pt x="215" y="19"/>
                  </a:cubicBezTo>
                  <a:cubicBezTo>
                    <a:pt x="144" y="10"/>
                    <a:pt x="72" y="4"/>
                    <a:pt x="1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5"/>
            <p:cNvSpPr/>
            <p:nvPr/>
          </p:nvSpPr>
          <p:spPr>
            <a:xfrm>
              <a:off x="3970025" y="2368075"/>
              <a:ext cx="38475" cy="26500"/>
            </a:xfrm>
            <a:custGeom>
              <a:avLst/>
              <a:gdLst/>
              <a:ahLst/>
              <a:cxnLst/>
              <a:rect l="l" t="t" r="r" b="b"/>
              <a:pathLst>
                <a:path w="1539" h="1060" extrusionOk="0">
                  <a:moveTo>
                    <a:pt x="1538" y="0"/>
                  </a:moveTo>
                  <a:lnTo>
                    <a:pt x="1538" y="0"/>
                  </a:lnTo>
                  <a:cubicBezTo>
                    <a:pt x="1289" y="175"/>
                    <a:pt x="1101" y="424"/>
                    <a:pt x="869" y="618"/>
                  </a:cubicBezTo>
                  <a:cubicBezTo>
                    <a:pt x="685" y="771"/>
                    <a:pt x="452" y="892"/>
                    <a:pt x="222" y="892"/>
                  </a:cubicBezTo>
                  <a:cubicBezTo>
                    <a:pt x="157" y="892"/>
                    <a:pt x="92" y="882"/>
                    <a:pt x="29" y="861"/>
                  </a:cubicBezTo>
                  <a:lnTo>
                    <a:pt x="29" y="861"/>
                  </a:lnTo>
                  <a:cubicBezTo>
                    <a:pt x="0" y="924"/>
                    <a:pt x="42" y="1000"/>
                    <a:pt x="103" y="1031"/>
                  </a:cubicBezTo>
                  <a:cubicBezTo>
                    <a:pt x="143" y="1053"/>
                    <a:pt x="189" y="1059"/>
                    <a:pt x="235" y="1059"/>
                  </a:cubicBezTo>
                  <a:cubicBezTo>
                    <a:pt x="257" y="1059"/>
                    <a:pt x="279" y="1058"/>
                    <a:pt x="302" y="1056"/>
                  </a:cubicBezTo>
                  <a:cubicBezTo>
                    <a:pt x="594" y="1031"/>
                    <a:pt x="881" y="927"/>
                    <a:pt x="1108" y="743"/>
                  </a:cubicBezTo>
                  <a:cubicBezTo>
                    <a:pt x="1336" y="558"/>
                    <a:pt x="1500" y="291"/>
                    <a:pt x="1538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5"/>
            <p:cNvSpPr/>
            <p:nvPr/>
          </p:nvSpPr>
          <p:spPr>
            <a:xfrm>
              <a:off x="4005175" y="2364975"/>
              <a:ext cx="32525" cy="66000"/>
            </a:xfrm>
            <a:custGeom>
              <a:avLst/>
              <a:gdLst/>
              <a:ahLst/>
              <a:cxnLst/>
              <a:rect l="l" t="t" r="r" b="b"/>
              <a:pathLst>
                <a:path w="1301" h="2640" extrusionOk="0">
                  <a:moveTo>
                    <a:pt x="541" y="0"/>
                  </a:moveTo>
                  <a:cubicBezTo>
                    <a:pt x="300" y="50"/>
                    <a:pt x="110" y="264"/>
                    <a:pt x="55" y="506"/>
                  </a:cubicBezTo>
                  <a:cubicBezTo>
                    <a:pt x="1" y="747"/>
                    <a:pt x="70" y="1005"/>
                    <a:pt x="212" y="1204"/>
                  </a:cubicBezTo>
                  <a:cubicBezTo>
                    <a:pt x="292" y="1321"/>
                    <a:pt x="398" y="1421"/>
                    <a:pt x="517" y="1504"/>
                  </a:cubicBezTo>
                  <a:cubicBezTo>
                    <a:pt x="479" y="1573"/>
                    <a:pt x="438" y="1644"/>
                    <a:pt x="440" y="1722"/>
                  </a:cubicBezTo>
                  <a:cubicBezTo>
                    <a:pt x="440" y="1774"/>
                    <a:pt x="458" y="1822"/>
                    <a:pt x="477" y="1870"/>
                  </a:cubicBezTo>
                  <a:cubicBezTo>
                    <a:pt x="577" y="2124"/>
                    <a:pt x="677" y="2377"/>
                    <a:pt x="778" y="2632"/>
                  </a:cubicBezTo>
                  <a:cubicBezTo>
                    <a:pt x="937" y="2635"/>
                    <a:pt x="1097" y="2636"/>
                    <a:pt x="1257" y="2639"/>
                  </a:cubicBezTo>
                  <a:cubicBezTo>
                    <a:pt x="1246" y="2505"/>
                    <a:pt x="1117" y="2392"/>
                    <a:pt x="982" y="2392"/>
                  </a:cubicBezTo>
                  <a:cubicBezTo>
                    <a:pt x="973" y="2392"/>
                    <a:pt x="964" y="2392"/>
                    <a:pt x="956" y="2393"/>
                  </a:cubicBezTo>
                  <a:cubicBezTo>
                    <a:pt x="916" y="2295"/>
                    <a:pt x="876" y="2194"/>
                    <a:pt x="870" y="2086"/>
                  </a:cubicBezTo>
                  <a:cubicBezTo>
                    <a:pt x="862" y="1979"/>
                    <a:pt x="898" y="1864"/>
                    <a:pt x="984" y="1799"/>
                  </a:cubicBezTo>
                  <a:cubicBezTo>
                    <a:pt x="1029" y="1766"/>
                    <a:pt x="1088" y="1750"/>
                    <a:pt x="1141" y="1727"/>
                  </a:cubicBezTo>
                  <a:cubicBezTo>
                    <a:pt x="1194" y="1704"/>
                    <a:pt x="1247" y="1670"/>
                    <a:pt x="1269" y="1615"/>
                  </a:cubicBezTo>
                  <a:cubicBezTo>
                    <a:pt x="1272" y="1603"/>
                    <a:pt x="1277" y="1593"/>
                    <a:pt x="1277" y="1581"/>
                  </a:cubicBezTo>
                  <a:cubicBezTo>
                    <a:pt x="1301" y="1520"/>
                    <a:pt x="1301" y="1451"/>
                    <a:pt x="1295" y="1388"/>
                  </a:cubicBezTo>
                  <a:cubicBezTo>
                    <a:pt x="1248" y="854"/>
                    <a:pt x="891" y="408"/>
                    <a:pt x="541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5"/>
            <p:cNvSpPr/>
            <p:nvPr/>
          </p:nvSpPr>
          <p:spPr>
            <a:xfrm>
              <a:off x="4037900" y="2339600"/>
              <a:ext cx="65925" cy="42650"/>
            </a:xfrm>
            <a:custGeom>
              <a:avLst/>
              <a:gdLst/>
              <a:ahLst/>
              <a:cxnLst/>
              <a:rect l="l" t="t" r="r" b="b"/>
              <a:pathLst>
                <a:path w="2637" h="1706" extrusionOk="0">
                  <a:moveTo>
                    <a:pt x="2483" y="0"/>
                  </a:moveTo>
                  <a:cubicBezTo>
                    <a:pt x="2157" y="0"/>
                    <a:pt x="1831" y="87"/>
                    <a:pt x="1546" y="248"/>
                  </a:cubicBezTo>
                  <a:cubicBezTo>
                    <a:pt x="1485" y="432"/>
                    <a:pt x="1421" y="617"/>
                    <a:pt x="1358" y="801"/>
                  </a:cubicBezTo>
                  <a:cubicBezTo>
                    <a:pt x="1334" y="875"/>
                    <a:pt x="1302" y="957"/>
                    <a:pt x="1230" y="985"/>
                  </a:cubicBezTo>
                  <a:cubicBezTo>
                    <a:pt x="1212" y="992"/>
                    <a:pt x="1194" y="995"/>
                    <a:pt x="1176" y="995"/>
                  </a:cubicBezTo>
                  <a:cubicBezTo>
                    <a:pt x="1114" y="995"/>
                    <a:pt x="1051" y="959"/>
                    <a:pt x="996" y="922"/>
                  </a:cubicBezTo>
                  <a:cubicBezTo>
                    <a:pt x="874" y="837"/>
                    <a:pt x="758" y="741"/>
                    <a:pt x="619" y="684"/>
                  </a:cubicBezTo>
                  <a:cubicBezTo>
                    <a:pt x="550" y="654"/>
                    <a:pt x="473" y="636"/>
                    <a:pt x="397" y="636"/>
                  </a:cubicBezTo>
                  <a:cubicBezTo>
                    <a:pt x="324" y="636"/>
                    <a:pt x="251" y="653"/>
                    <a:pt x="189" y="694"/>
                  </a:cubicBezTo>
                  <a:cubicBezTo>
                    <a:pt x="51" y="786"/>
                    <a:pt x="1" y="981"/>
                    <a:pt x="46" y="1144"/>
                  </a:cubicBezTo>
                  <a:cubicBezTo>
                    <a:pt x="91" y="1305"/>
                    <a:pt x="215" y="1435"/>
                    <a:pt x="352" y="1531"/>
                  </a:cubicBezTo>
                  <a:cubicBezTo>
                    <a:pt x="505" y="1637"/>
                    <a:pt x="690" y="1705"/>
                    <a:pt x="872" y="1705"/>
                  </a:cubicBezTo>
                  <a:cubicBezTo>
                    <a:pt x="961" y="1705"/>
                    <a:pt x="1048" y="1689"/>
                    <a:pt x="1130" y="1653"/>
                  </a:cubicBezTo>
                  <a:cubicBezTo>
                    <a:pt x="1441" y="1521"/>
                    <a:pt x="1584" y="1160"/>
                    <a:pt x="1660" y="830"/>
                  </a:cubicBezTo>
                  <a:cubicBezTo>
                    <a:pt x="1687" y="711"/>
                    <a:pt x="1711" y="587"/>
                    <a:pt x="1783" y="488"/>
                  </a:cubicBezTo>
                  <a:cubicBezTo>
                    <a:pt x="1886" y="340"/>
                    <a:pt x="2070" y="276"/>
                    <a:pt x="2240" y="219"/>
                  </a:cubicBezTo>
                  <a:cubicBezTo>
                    <a:pt x="2282" y="258"/>
                    <a:pt x="2339" y="278"/>
                    <a:pt x="2396" y="278"/>
                  </a:cubicBezTo>
                  <a:cubicBezTo>
                    <a:pt x="2435" y="278"/>
                    <a:pt x="2473" y="268"/>
                    <a:pt x="2507" y="249"/>
                  </a:cubicBezTo>
                  <a:cubicBezTo>
                    <a:pt x="2590" y="203"/>
                    <a:pt x="2637" y="97"/>
                    <a:pt x="2616" y="5"/>
                  </a:cubicBezTo>
                  <a:cubicBezTo>
                    <a:pt x="2571" y="2"/>
                    <a:pt x="2527" y="0"/>
                    <a:pt x="2483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5"/>
            <p:cNvSpPr/>
            <p:nvPr/>
          </p:nvSpPr>
          <p:spPr>
            <a:xfrm>
              <a:off x="3995450" y="2324700"/>
              <a:ext cx="76475" cy="75825"/>
            </a:xfrm>
            <a:custGeom>
              <a:avLst/>
              <a:gdLst/>
              <a:ahLst/>
              <a:cxnLst/>
              <a:rect l="l" t="t" r="r" b="b"/>
              <a:pathLst>
                <a:path w="3059" h="3033" extrusionOk="0">
                  <a:moveTo>
                    <a:pt x="1786" y="1"/>
                  </a:moveTo>
                  <a:cubicBezTo>
                    <a:pt x="1860" y="289"/>
                    <a:pt x="1699" y="895"/>
                    <a:pt x="1450" y="1058"/>
                  </a:cubicBezTo>
                  <a:cubicBezTo>
                    <a:pt x="1201" y="1222"/>
                    <a:pt x="906" y="1296"/>
                    <a:pt x="634" y="1420"/>
                  </a:cubicBezTo>
                  <a:cubicBezTo>
                    <a:pt x="363" y="1545"/>
                    <a:pt x="99" y="1750"/>
                    <a:pt x="37" y="2040"/>
                  </a:cubicBezTo>
                  <a:cubicBezTo>
                    <a:pt x="1" y="2207"/>
                    <a:pt x="37" y="2379"/>
                    <a:pt x="82" y="2546"/>
                  </a:cubicBezTo>
                  <a:cubicBezTo>
                    <a:pt x="105" y="2623"/>
                    <a:pt x="129" y="2700"/>
                    <a:pt x="179" y="2760"/>
                  </a:cubicBezTo>
                  <a:cubicBezTo>
                    <a:pt x="251" y="2851"/>
                    <a:pt x="372" y="2887"/>
                    <a:pt x="483" y="2916"/>
                  </a:cubicBezTo>
                  <a:cubicBezTo>
                    <a:pt x="783" y="2990"/>
                    <a:pt x="1094" y="3032"/>
                    <a:pt x="1403" y="3032"/>
                  </a:cubicBezTo>
                  <a:cubicBezTo>
                    <a:pt x="1788" y="3032"/>
                    <a:pt x="2169" y="2966"/>
                    <a:pt x="2521" y="2810"/>
                  </a:cubicBezTo>
                  <a:cubicBezTo>
                    <a:pt x="2699" y="2730"/>
                    <a:pt x="2874" y="2623"/>
                    <a:pt x="2969" y="2453"/>
                  </a:cubicBezTo>
                  <a:cubicBezTo>
                    <a:pt x="3041" y="2322"/>
                    <a:pt x="3059" y="2166"/>
                    <a:pt x="3053" y="2015"/>
                  </a:cubicBezTo>
                  <a:cubicBezTo>
                    <a:pt x="3033" y="1473"/>
                    <a:pt x="2747" y="964"/>
                    <a:pt x="2736" y="422"/>
                  </a:cubicBezTo>
                  <a:cubicBezTo>
                    <a:pt x="2729" y="422"/>
                    <a:pt x="2722" y="422"/>
                    <a:pt x="2715" y="422"/>
                  </a:cubicBezTo>
                  <a:cubicBezTo>
                    <a:pt x="2412" y="422"/>
                    <a:pt x="2073" y="91"/>
                    <a:pt x="1786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5"/>
            <p:cNvSpPr/>
            <p:nvPr/>
          </p:nvSpPr>
          <p:spPr>
            <a:xfrm>
              <a:off x="4010925" y="2371500"/>
              <a:ext cx="18500" cy="28925"/>
            </a:xfrm>
            <a:custGeom>
              <a:avLst/>
              <a:gdLst/>
              <a:ahLst/>
              <a:cxnLst/>
              <a:rect l="l" t="t" r="r" b="b"/>
              <a:pathLst>
                <a:path w="740" h="1157" extrusionOk="0">
                  <a:moveTo>
                    <a:pt x="0" y="0"/>
                  </a:moveTo>
                  <a:lnTo>
                    <a:pt x="0" y="0"/>
                  </a:lnTo>
                  <a:cubicBezTo>
                    <a:pt x="139" y="162"/>
                    <a:pt x="240" y="350"/>
                    <a:pt x="315" y="548"/>
                  </a:cubicBezTo>
                  <a:cubicBezTo>
                    <a:pt x="391" y="745"/>
                    <a:pt x="441" y="950"/>
                    <a:pt x="490" y="1157"/>
                  </a:cubicBezTo>
                  <a:cubicBezTo>
                    <a:pt x="573" y="1157"/>
                    <a:pt x="656" y="1154"/>
                    <a:pt x="739" y="1152"/>
                  </a:cubicBezTo>
                  <a:cubicBezTo>
                    <a:pt x="640" y="698"/>
                    <a:pt x="371" y="282"/>
                    <a:pt x="0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5"/>
            <p:cNvSpPr/>
            <p:nvPr/>
          </p:nvSpPr>
          <p:spPr>
            <a:xfrm>
              <a:off x="4026300" y="2360300"/>
              <a:ext cx="29725" cy="39650"/>
            </a:xfrm>
            <a:custGeom>
              <a:avLst/>
              <a:gdLst/>
              <a:ahLst/>
              <a:cxnLst/>
              <a:rect l="l" t="t" r="r" b="b"/>
              <a:pathLst>
                <a:path w="1189" h="1586" extrusionOk="0">
                  <a:moveTo>
                    <a:pt x="548" y="1"/>
                  </a:moveTo>
                  <a:cubicBezTo>
                    <a:pt x="438" y="1"/>
                    <a:pt x="329" y="35"/>
                    <a:pt x="243" y="104"/>
                  </a:cubicBezTo>
                  <a:cubicBezTo>
                    <a:pt x="40" y="270"/>
                    <a:pt x="0" y="567"/>
                    <a:pt x="44" y="822"/>
                  </a:cubicBezTo>
                  <a:cubicBezTo>
                    <a:pt x="86" y="1080"/>
                    <a:pt x="193" y="1326"/>
                    <a:pt x="225" y="1585"/>
                  </a:cubicBezTo>
                  <a:cubicBezTo>
                    <a:pt x="551" y="1567"/>
                    <a:pt x="875" y="1517"/>
                    <a:pt x="1189" y="1439"/>
                  </a:cubicBezTo>
                  <a:cubicBezTo>
                    <a:pt x="1070" y="1253"/>
                    <a:pt x="1076" y="1020"/>
                    <a:pt x="1080" y="801"/>
                  </a:cubicBezTo>
                  <a:cubicBezTo>
                    <a:pt x="1082" y="582"/>
                    <a:pt x="1073" y="346"/>
                    <a:pt x="935" y="175"/>
                  </a:cubicBezTo>
                  <a:cubicBezTo>
                    <a:pt x="842" y="61"/>
                    <a:pt x="695" y="1"/>
                    <a:pt x="54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5"/>
            <p:cNvSpPr/>
            <p:nvPr/>
          </p:nvSpPr>
          <p:spPr>
            <a:xfrm>
              <a:off x="4037350" y="2324700"/>
              <a:ext cx="28375" cy="27975"/>
            </a:xfrm>
            <a:custGeom>
              <a:avLst/>
              <a:gdLst/>
              <a:ahLst/>
              <a:cxnLst/>
              <a:rect l="l" t="t" r="r" b="b"/>
              <a:pathLst>
                <a:path w="1135" h="1119" extrusionOk="0">
                  <a:moveTo>
                    <a:pt x="112" y="1"/>
                  </a:moveTo>
                  <a:cubicBezTo>
                    <a:pt x="159" y="188"/>
                    <a:pt x="109" y="506"/>
                    <a:pt x="0" y="752"/>
                  </a:cubicBezTo>
                  <a:cubicBezTo>
                    <a:pt x="83" y="937"/>
                    <a:pt x="225" y="1087"/>
                    <a:pt x="433" y="1118"/>
                  </a:cubicBezTo>
                  <a:lnTo>
                    <a:pt x="433" y="782"/>
                  </a:lnTo>
                  <a:cubicBezTo>
                    <a:pt x="555" y="874"/>
                    <a:pt x="707" y="936"/>
                    <a:pt x="860" y="996"/>
                  </a:cubicBezTo>
                  <a:cubicBezTo>
                    <a:pt x="799" y="936"/>
                    <a:pt x="707" y="906"/>
                    <a:pt x="677" y="814"/>
                  </a:cubicBezTo>
                  <a:lnTo>
                    <a:pt x="677" y="814"/>
                  </a:lnTo>
                  <a:cubicBezTo>
                    <a:pt x="835" y="839"/>
                    <a:pt x="969" y="910"/>
                    <a:pt x="1121" y="910"/>
                  </a:cubicBezTo>
                  <a:cubicBezTo>
                    <a:pt x="1125" y="910"/>
                    <a:pt x="1130" y="910"/>
                    <a:pt x="1134" y="910"/>
                  </a:cubicBezTo>
                  <a:cubicBezTo>
                    <a:pt x="1093" y="747"/>
                    <a:pt x="1065" y="587"/>
                    <a:pt x="1062" y="422"/>
                  </a:cubicBezTo>
                  <a:cubicBezTo>
                    <a:pt x="1054" y="422"/>
                    <a:pt x="1046" y="422"/>
                    <a:pt x="1038" y="422"/>
                  </a:cubicBezTo>
                  <a:cubicBezTo>
                    <a:pt x="737" y="422"/>
                    <a:pt x="398" y="91"/>
                    <a:pt x="112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3993725" y="2365150"/>
              <a:ext cx="32525" cy="66000"/>
            </a:xfrm>
            <a:custGeom>
              <a:avLst/>
              <a:gdLst/>
              <a:ahLst/>
              <a:cxnLst/>
              <a:rect l="l" t="t" r="r" b="b"/>
              <a:pathLst>
                <a:path w="1301" h="2640" extrusionOk="0">
                  <a:moveTo>
                    <a:pt x="542" y="1"/>
                  </a:moveTo>
                  <a:cubicBezTo>
                    <a:pt x="301" y="51"/>
                    <a:pt x="109" y="265"/>
                    <a:pt x="55" y="506"/>
                  </a:cubicBezTo>
                  <a:cubicBezTo>
                    <a:pt x="1" y="744"/>
                    <a:pt x="70" y="1005"/>
                    <a:pt x="212" y="1204"/>
                  </a:cubicBezTo>
                  <a:cubicBezTo>
                    <a:pt x="293" y="1322"/>
                    <a:pt x="399" y="1421"/>
                    <a:pt x="516" y="1504"/>
                  </a:cubicBezTo>
                  <a:cubicBezTo>
                    <a:pt x="479" y="1574"/>
                    <a:pt x="438" y="1645"/>
                    <a:pt x="439" y="1723"/>
                  </a:cubicBezTo>
                  <a:cubicBezTo>
                    <a:pt x="439" y="1774"/>
                    <a:pt x="459" y="1822"/>
                    <a:pt x="477" y="1871"/>
                  </a:cubicBezTo>
                  <a:cubicBezTo>
                    <a:pt x="577" y="2124"/>
                    <a:pt x="678" y="2377"/>
                    <a:pt x="777" y="2632"/>
                  </a:cubicBezTo>
                  <a:cubicBezTo>
                    <a:pt x="937" y="2635"/>
                    <a:pt x="1097" y="2637"/>
                    <a:pt x="1258" y="2640"/>
                  </a:cubicBezTo>
                  <a:cubicBezTo>
                    <a:pt x="1245" y="2505"/>
                    <a:pt x="1118" y="2392"/>
                    <a:pt x="984" y="2392"/>
                  </a:cubicBezTo>
                  <a:cubicBezTo>
                    <a:pt x="975" y="2392"/>
                    <a:pt x="966" y="2393"/>
                    <a:pt x="957" y="2394"/>
                  </a:cubicBezTo>
                  <a:cubicBezTo>
                    <a:pt x="916" y="2296"/>
                    <a:pt x="875" y="2195"/>
                    <a:pt x="869" y="2086"/>
                  </a:cubicBezTo>
                  <a:cubicBezTo>
                    <a:pt x="863" y="1979"/>
                    <a:pt x="898" y="1865"/>
                    <a:pt x="984" y="1800"/>
                  </a:cubicBezTo>
                  <a:cubicBezTo>
                    <a:pt x="1029" y="1767"/>
                    <a:pt x="1088" y="1750"/>
                    <a:pt x="1141" y="1727"/>
                  </a:cubicBezTo>
                  <a:cubicBezTo>
                    <a:pt x="1193" y="1705"/>
                    <a:pt x="1246" y="1670"/>
                    <a:pt x="1269" y="1616"/>
                  </a:cubicBezTo>
                  <a:cubicBezTo>
                    <a:pt x="1273" y="1604"/>
                    <a:pt x="1276" y="1593"/>
                    <a:pt x="1276" y="1581"/>
                  </a:cubicBezTo>
                  <a:cubicBezTo>
                    <a:pt x="1300" y="1521"/>
                    <a:pt x="1300" y="1452"/>
                    <a:pt x="1296" y="1388"/>
                  </a:cubicBezTo>
                  <a:cubicBezTo>
                    <a:pt x="1248" y="854"/>
                    <a:pt x="890" y="408"/>
                    <a:pt x="542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5"/>
            <p:cNvSpPr/>
            <p:nvPr/>
          </p:nvSpPr>
          <p:spPr>
            <a:xfrm>
              <a:off x="4026725" y="2356175"/>
              <a:ext cx="37050" cy="74150"/>
            </a:xfrm>
            <a:custGeom>
              <a:avLst/>
              <a:gdLst/>
              <a:ahLst/>
              <a:cxnLst/>
              <a:rect l="l" t="t" r="r" b="b"/>
              <a:pathLst>
                <a:path w="1482" h="2966" extrusionOk="0">
                  <a:moveTo>
                    <a:pt x="562" y="1"/>
                  </a:moveTo>
                  <a:cubicBezTo>
                    <a:pt x="419" y="1"/>
                    <a:pt x="271" y="70"/>
                    <a:pt x="176" y="180"/>
                  </a:cubicBezTo>
                  <a:cubicBezTo>
                    <a:pt x="35" y="346"/>
                    <a:pt x="0" y="582"/>
                    <a:pt x="32" y="799"/>
                  </a:cubicBezTo>
                  <a:cubicBezTo>
                    <a:pt x="66" y="1016"/>
                    <a:pt x="158" y="1216"/>
                    <a:pt x="249" y="1415"/>
                  </a:cubicBezTo>
                  <a:cubicBezTo>
                    <a:pt x="483" y="1924"/>
                    <a:pt x="718" y="2433"/>
                    <a:pt x="952" y="2941"/>
                  </a:cubicBezTo>
                  <a:cubicBezTo>
                    <a:pt x="1125" y="2950"/>
                    <a:pt x="1297" y="2958"/>
                    <a:pt x="1470" y="2966"/>
                  </a:cubicBezTo>
                  <a:cubicBezTo>
                    <a:pt x="1481" y="2831"/>
                    <a:pt x="1354" y="2703"/>
                    <a:pt x="1220" y="2703"/>
                  </a:cubicBezTo>
                  <a:cubicBezTo>
                    <a:pt x="1209" y="2703"/>
                    <a:pt x="1198" y="2704"/>
                    <a:pt x="1187" y="2706"/>
                  </a:cubicBezTo>
                  <a:cubicBezTo>
                    <a:pt x="959" y="2450"/>
                    <a:pt x="890" y="2086"/>
                    <a:pt x="897" y="1743"/>
                  </a:cubicBezTo>
                  <a:cubicBezTo>
                    <a:pt x="905" y="1400"/>
                    <a:pt x="980" y="1063"/>
                    <a:pt x="998" y="719"/>
                  </a:cubicBezTo>
                  <a:cubicBezTo>
                    <a:pt x="1012" y="473"/>
                    <a:pt x="976" y="183"/>
                    <a:pt x="765" y="55"/>
                  </a:cubicBezTo>
                  <a:cubicBezTo>
                    <a:pt x="703" y="18"/>
                    <a:pt x="633" y="1"/>
                    <a:pt x="562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5"/>
            <p:cNvSpPr/>
            <p:nvPr/>
          </p:nvSpPr>
          <p:spPr>
            <a:xfrm>
              <a:off x="4038025" y="2308650"/>
              <a:ext cx="46950" cy="35250"/>
            </a:xfrm>
            <a:custGeom>
              <a:avLst/>
              <a:gdLst/>
              <a:ahLst/>
              <a:cxnLst/>
              <a:rect l="l" t="t" r="r" b="b"/>
              <a:pathLst>
                <a:path w="1878" h="1410" extrusionOk="0">
                  <a:moveTo>
                    <a:pt x="1225" y="1"/>
                  </a:moveTo>
                  <a:cubicBezTo>
                    <a:pt x="1224" y="1"/>
                    <a:pt x="1223" y="1"/>
                    <a:pt x="1222" y="1"/>
                  </a:cubicBezTo>
                  <a:cubicBezTo>
                    <a:pt x="1136" y="2"/>
                    <a:pt x="1056" y="61"/>
                    <a:pt x="971" y="61"/>
                  </a:cubicBezTo>
                  <a:cubicBezTo>
                    <a:pt x="966" y="61"/>
                    <a:pt x="961" y="61"/>
                    <a:pt x="956" y="61"/>
                  </a:cubicBezTo>
                  <a:cubicBezTo>
                    <a:pt x="887" y="56"/>
                    <a:pt x="825" y="11"/>
                    <a:pt x="757" y="8"/>
                  </a:cubicBezTo>
                  <a:cubicBezTo>
                    <a:pt x="755" y="8"/>
                    <a:pt x="753" y="8"/>
                    <a:pt x="750" y="8"/>
                  </a:cubicBezTo>
                  <a:cubicBezTo>
                    <a:pt x="679" y="8"/>
                    <a:pt x="615" y="52"/>
                    <a:pt x="563" y="102"/>
                  </a:cubicBezTo>
                  <a:cubicBezTo>
                    <a:pt x="510" y="153"/>
                    <a:pt x="463" y="212"/>
                    <a:pt x="400" y="249"/>
                  </a:cubicBezTo>
                  <a:cubicBezTo>
                    <a:pt x="293" y="310"/>
                    <a:pt x="147" y="305"/>
                    <a:pt x="70" y="402"/>
                  </a:cubicBezTo>
                  <a:cubicBezTo>
                    <a:pt x="0" y="491"/>
                    <a:pt x="25" y="619"/>
                    <a:pt x="53" y="727"/>
                  </a:cubicBezTo>
                  <a:cubicBezTo>
                    <a:pt x="83" y="845"/>
                    <a:pt x="113" y="966"/>
                    <a:pt x="168" y="1074"/>
                  </a:cubicBezTo>
                  <a:cubicBezTo>
                    <a:pt x="222" y="1184"/>
                    <a:pt x="302" y="1285"/>
                    <a:pt x="409" y="1344"/>
                  </a:cubicBezTo>
                  <a:cubicBezTo>
                    <a:pt x="499" y="1393"/>
                    <a:pt x="603" y="1409"/>
                    <a:pt x="708" y="1409"/>
                  </a:cubicBezTo>
                  <a:cubicBezTo>
                    <a:pt x="767" y="1409"/>
                    <a:pt x="827" y="1404"/>
                    <a:pt x="886" y="1397"/>
                  </a:cubicBezTo>
                  <a:cubicBezTo>
                    <a:pt x="1137" y="1367"/>
                    <a:pt x="1392" y="1300"/>
                    <a:pt x="1584" y="1134"/>
                  </a:cubicBezTo>
                  <a:cubicBezTo>
                    <a:pt x="1774" y="972"/>
                    <a:pt x="1878" y="685"/>
                    <a:pt x="1768" y="456"/>
                  </a:cubicBezTo>
                  <a:cubicBezTo>
                    <a:pt x="1710" y="332"/>
                    <a:pt x="1597" y="242"/>
                    <a:pt x="1495" y="150"/>
                  </a:cubicBezTo>
                  <a:cubicBezTo>
                    <a:pt x="1417" y="78"/>
                    <a:pt x="1329" y="1"/>
                    <a:pt x="1225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5"/>
            <p:cNvSpPr/>
            <p:nvPr/>
          </p:nvSpPr>
          <p:spPr>
            <a:xfrm>
              <a:off x="4041725" y="2320000"/>
              <a:ext cx="9775" cy="24525"/>
            </a:xfrm>
            <a:custGeom>
              <a:avLst/>
              <a:gdLst/>
              <a:ahLst/>
              <a:cxnLst/>
              <a:rect l="l" t="t" r="r" b="b"/>
              <a:pathLst>
                <a:path w="391" h="981" extrusionOk="0">
                  <a:moveTo>
                    <a:pt x="192" y="0"/>
                  </a:moveTo>
                  <a:lnTo>
                    <a:pt x="192" y="0"/>
                  </a:lnTo>
                  <a:cubicBezTo>
                    <a:pt x="59" y="144"/>
                    <a:pt x="0" y="350"/>
                    <a:pt x="41" y="542"/>
                  </a:cubicBezTo>
                  <a:cubicBezTo>
                    <a:pt x="80" y="732"/>
                    <a:pt x="214" y="899"/>
                    <a:pt x="391" y="981"/>
                  </a:cubicBezTo>
                  <a:cubicBezTo>
                    <a:pt x="326" y="858"/>
                    <a:pt x="258" y="724"/>
                    <a:pt x="275" y="587"/>
                  </a:cubicBezTo>
                  <a:cubicBezTo>
                    <a:pt x="282" y="522"/>
                    <a:pt x="308" y="460"/>
                    <a:pt x="306" y="397"/>
                  </a:cubicBezTo>
                  <a:cubicBezTo>
                    <a:pt x="305" y="258"/>
                    <a:pt x="180" y="141"/>
                    <a:pt x="192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5"/>
            <p:cNvSpPr/>
            <p:nvPr/>
          </p:nvSpPr>
          <p:spPr>
            <a:xfrm>
              <a:off x="4034850" y="2316425"/>
              <a:ext cx="13900" cy="30250"/>
            </a:xfrm>
            <a:custGeom>
              <a:avLst/>
              <a:gdLst/>
              <a:ahLst/>
              <a:cxnLst/>
              <a:rect l="l" t="t" r="r" b="b"/>
              <a:pathLst>
                <a:path w="556" h="1210" extrusionOk="0">
                  <a:moveTo>
                    <a:pt x="331" y="0"/>
                  </a:moveTo>
                  <a:cubicBezTo>
                    <a:pt x="297" y="0"/>
                    <a:pt x="264" y="6"/>
                    <a:pt x="233" y="17"/>
                  </a:cubicBezTo>
                  <a:cubicBezTo>
                    <a:pt x="145" y="47"/>
                    <a:pt x="75" y="119"/>
                    <a:pt x="38" y="204"/>
                  </a:cubicBezTo>
                  <a:cubicBezTo>
                    <a:pt x="1" y="296"/>
                    <a:pt x="5" y="400"/>
                    <a:pt x="25" y="498"/>
                  </a:cubicBezTo>
                  <a:cubicBezTo>
                    <a:pt x="78" y="736"/>
                    <a:pt x="231" y="955"/>
                    <a:pt x="209" y="1196"/>
                  </a:cubicBezTo>
                  <a:cubicBezTo>
                    <a:pt x="226" y="1205"/>
                    <a:pt x="244" y="1209"/>
                    <a:pt x="262" y="1209"/>
                  </a:cubicBezTo>
                  <a:cubicBezTo>
                    <a:pt x="329" y="1209"/>
                    <a:pt x="398" y="1155"/>
                    <a:pt x="427" y="1090"/>
                  </a:cubicBezTo>
                  <a:cubicBezTo>
                    <a:pt x="465" y="1007"/>
                    <a:pt x="462" y="912"/>
                    <a:pt x="485" y="827"/>
                  </a:cubicBezTo>
                  <a:cubicBezTo>
                    <a:pt x="507" y="738"/>
                    <a:pt x="556" y="655"/>
                    <a:pt x="556" y="563"/>
                  </a:cubicBezTo>
                  <a:cubicBezTo>
                    <a:pt x="556" y="472"/>
                    <a:pt x="506" y="391"/>
                    <a:pt x="476" y="306"/>
                  </a:cubicBezTo>
                  <a:cubicBezTo>
                    <a:pt x="446" y="220"/>
                    <a:pt x="437" y="115"/>
                    <a:pt x="498" y="50"/>
                  </a:cubicBezTo>
                  <a:cubicBezTo>
                    <a:pt x="449" y="17"/>
                    <a:pt x="390" y="0"/>
                    <a:pt x="33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5"/>
            <p:cNvSpPr/>
            <p:nvPr/>
          </p:nvSpPr>
          <p:spPr>
            <a:xfrm>
              <a:off x="4061475" y="2309700"/>
              <a:ext cx="23100" cy="30675"/>
            </a:xfrm>
            <a:custGeom>
              <a:avLst/>
              <a:gdLst/>
              <a:ahLst/>
              <a:cxnLst/>
              <a:rect l="l" t="t" r="r" b="b"/>
              <a:pathLst>
                <a:path w="924" h="1227" extrusionOk="0">
                  <a:moveTo>
                    <a:pt x="438" y="1"/>
                  </a:moveTo>
                  <a:cubicBezTo>
                    <a:pt x="148" y="195"/>
                    <a:pt x="0" y="578"/>
                    <a:pt x="86" y="916"/>
                  </a:cubicBezTo>
                  <a:cubicBezTo>
                    <a:pt x="113" y="1028"/>
                    <a:pt x="172" y="1142"/>
                    <a:pt x="275" y="1195"/>
                  </a:cubicBezTo>
                  <a:cubicBezTo>
                    <a:pt x="316" y="1217"/>
                    <a:pt x="362" y="1227"/>
                    <a:pt x="409" y="1227"/>
                  </a:cubicBezTo>
                  <a:cubicBezTo>
                    <a:pt x="470" y="1227"/>
                    <a:pt x="533" y="1210"/>
                    <a:pt x="588" y="1183"/>
                  </a:cubicBezTo>
                  <a:cubicBezTo>
                    <a:pt x="790" y="1083"/>
                    <a:pt x="902" y="833"/>
                    <a:pt x="842" y="616"/>
                  </a:cubicBezTo>
                  <a:lnTo>
                    <a:pt x="842" y="616"/>
                  </a:lnTo>
                  <a:cubicBezTo>
                    <a:pt x="869" y="622"/>
                    <a:pt x="896" y="630"/>
                    <a:pt x="923" y="634"/>
                  </a:cubicBezTo>
                  <a:cubicBezTo>
                    <a:pt x="863" y="367"/>
                    <a:pt x="680" y="130"/>
                    <a:pt x="43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5"/>
            <p:cNvSpPr/>
            <p:nvPr/>
          </p:nvSpPr>
          <p:spPr>
            <a:xfrm>
              <a:off x="4051850" y="2312325"/>
              <a:ext cx="11975" cy="14000"/>
            </a:xfrm>
            <a:custGeom>
              <a:avLst/>
              <a:gdLst/>
              <a:ahLst/>
              <a:cxnLst/>
              <a:rect l="l" t="t" r="r" b="b"/>
              <a:pathLst>
                <a:path w="479" h="560" extrusionOk="0">
                  <a:moveTo>
                    <a:pt x="247" y="1"/>
                  </a:moveTo>
                  <a:cubicBezTo>
                    <a:pt x="236" y="1"/>
                    <a:pt x="226" y="2"/>
                    <a:pt x="215" y="4"/>
                  </a:cubicBezTo>
                  <a:cubicBezTo>
                    <a:pt x="152" y="19"/>
                    <a:pt x="111" y="78"/>
                    <a:pt x="81" y="136"/>
                  </a:cubicBezTo>
                  <a:cubicBezTo>
                    <a:pt x="31" y="237"/>
                    <a:pt x="1" y="354"/>
                    <a:pt x="46" y="457"/>
                  </a:cubicBezTo>
                  <a:cubicBezTo>
                    <a:pt x="72" y="512"/>
                    <a:pt x="128" y="560"/>
                    <a:pt x="189" y="560"/>
                  </a:cubicBezTo>
                  <a:cubicBezTo>
                    <a:pt x="196" y="560"/>
                    <a:pt x="203" y="559"/>
                    <a:pt x="210" y="558"/>
                  </a:cubicBezTo>
                  <a:cubicBezTo>
                    <a:pt x="265" y="549"/>
                    <a:pt x="302" y="502"/>
                    <a:pt x="333" y="455"/>
                  </a:cubicBezTo>
                  <a:cubicBezTo>
                    <a:pt x="385" y="375"/>
                    <a:pt x="429" y="286"/>
                    <a:pt x="461" y="196"/>
                  </a:cubicBezTo>
                  <a:cubicBezTo>
                    <a:pt x="471" y="173"/>
                    <a:pt x="479" y="149"/>
                    <a:pt x="473" y="125"/>
                  </a:cubicBezTo>
                  <a:cubicBezTo>
                    <a:pt x="464" y="78"/>
                    <a:pt x="412" y="51"/>
                    <a:pt x="363" y="30"/>
                  </a:cubicBezTo>
                  <a:cubicBezTo>
                    <a:pt x="326" y="16"/>
                    <a:pt x="286" y="1"/>
                    <a:pt x="247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5"/>
            <p:cNvSpPr/>
            <p:nvPr/>
          </p:nvSpPr>
          <p:spPr>
            <a:xfrm>
              <a:off x="4067575" y="2308975"/>
              <a:ext cx="10575" cy="9050"/>
            </a:xfrm>
            <a:custGeom>
              <a:avLst/>
              <a:gdLst/>
              <a:ahLst/>
              <a:cxnLst/>
              <a:rect l="l" t="t" r="r" b="b"/>
              <a:pathLst>
                <a:path w="423" h="362" extrusionOk="0">
                  <a:moveTo>
                    <a:pt x="179" y="1"/>
                  </a:moveTo>
                  <a:cubicBezTo>
                    <a:pt x="165" y="1"/>
                    <a:pt x="152" y="2"/>
                    <a:pt x="138" y="4"/>
                  </a:cubicBezTo>
                  <a:cubicBezTo>
                    <a:pt x="85" y="73"/>
                    <a:pt x="40" y="149"/>
                    <a:pt x="1" y="227"/>
                  </a:cubicBezTo>
                  <a:cubicBezTo>
                    <a:pt x="43" y="217"/>
                    <a:pt x="86" y="208"/>
                    <a:pt x="130" y="208"/>
                  </a:cubicBezTo>
                  <a:cubicBezTo>
                    <a:pt x="146" y="208"/>
                    <a:pt x="161" y="209"/>
                    <a:pt x="177" y="212"/>
                  </a:cubicBezTo>
                  <a:cubicBezTo>
                    <a:pt x="236" y="221"/>
                    <a:pt x="295" y="257"/>
                    <a:pt x="314" y="313"/>
                  </a:cubicBezTo>
                  <a:cubicBezTo>
                    <a:pt x="320" y="325"/>
                    <a:pt x="325" y="337"/>
                    <a:pt x="332" y="349"/>
                  </a:cubicBezTo>
                  <a:cubicBezTo>
                    <a:pt x="339" y="356"/>
                    <a:pt x="348" y="362"/>
                    <a:pt x="357" y="362"/>
                  </a:cubicBezTo>
                  <a:cubicBezTo>
                    <a:pt x="361" y="362"/>
                    <a:pt x="364" y="361"/>
                    <a:pt x="367" y="358"/>
                  </a:cubicBezTo>
                  <a:cubicBezTo>
                    <a:pt x="375" y="352"/>
                    <a:pt x="379" y="343"/>
                    <a:pt x="381" y="334"/>
                  </a:cubicBezTo>
                  <a:cubicBezTo>
                    <a:pt x="390" y="303"/>
                    <a:pt x="397" y="273"/>
                    <a:pt x="408" y="242"/>
                  </a:cubicBezTo>
                  <a:cubicBezTo>
                    <a:pt x="415" y="215"/>
                    <a:pt x="423" y="187"/>
                    <a:pt x="418" y="161"/>
                  </a:cubicBezTo>
                  <a:cubicBezTo>
                    <a:pt x="415" y="126"/>
                    <a:pt x="393" y="99"/>
                    <a:pt x="367" y="77"/>
                  </a:cubicBezTo>
                  <a:cubicBezTo>
                    <a:pt x="317" y="29"/>
                    <a:pt x="248" y="1"/>
                    <a:pt x="179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4054500" y="2315475"/>
              <a:ext cx="6125" cy="7700"/>
            </a:xfrm>
            <a:custGeom>
              <a:avLst/>
              <a:gdLst/>
              <a:ahLst/>
              <a:cxnLst/>
              <a:rect l="l" t="t" r="r" b="b"/>
              <a:pathLst>
                <a:path w="245" h="308" extrusionOk="0">
                  <a:moveTo>
                    <a:pt x="149" y="1"/>
                  </a:moveTo>
                  <a:cubicBezTo>
                    <a:pt x="123" y="1"/>
                    <a:pt x="97" y="11"/>
                    <a:pt x="76" y="28"/>
                  </a:cubicBezTo>
                  <a:cubicBezTo>
                    <a:pt x="52" y="46"/>
                    <a:pt x="35" y="74"/>
                    <a:pt x="23" y="103"/>
                  </a:cubicBezTo>
                  <a:cubicBezTo>
                    <a:pt x="11" y="135"/>
                    <a:pt x="0" y="171"/>
                    <a:pt x="5" y="206"/>
                  </a:cubicBezTo>
                  <a:cubicBezTo>
                    <a:pt x="8" y="242"/>
                    <a:pt x="27" y="276"/>
                    <a:pt x="58" y="295"/>
                  </a:cubicBezTo>
                  <a:cubicBezTo>
                    <a:pt x="72" y="303"/>
                    <a:pt x="89" y="308"/>
                    <a:pt x="106" y="308"/>
                  </a:cubicBezTo>
                  <a:cubicBezTo>
                    <a:pt x="136" y="308"/>
                    <a:pt x="167" y="295"/>
                    <a:pt x="189" y="273"/>
                  </a:cubicBezTo>
                  <a:cubicBezTo>
                    <a:pt x="225" y="242"/>
                    <a:pt x="240" y="190"/>
                    <a:pt x="242" y="144"/>
                  </a:cubicBezTo>
                  <a:cubicBezTo>
                    <a:pt x="245" y="114"/>
                    <a:pt x="240" y="85"/>
                    <a:pt x="227" y="58"/>
                  </a:cubicBezTo>
                  <a:cubicBezTo>
                    <a:pt x="214" y="31"/>
                    <a:pt x="192" y="10"/>
                    <a:pt x="163" y="2"/>
                  </a:cubicBezTo>
                  <a:cubicBezTo>
                    <a:pt x="159" y="1"/>
                    <a:pt x="154" y="1"/>
                    <a:pt x="14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4057400" y="2316575"/>
              <a:ext cx="2200" cy="5525"/>
            </a:xfrm>
            <a:custGeom>
              <a:avLst/>
              <a:gdLst/>
              <a:ahLst/>
              <a:cxnLst/>
              <a:rect l="l" t="t" r="r" b="b"/>
              <a:pathLst>
                <a:path w="88" h="221" extrusionOk="0">
                  <a:moveTo>
                    <a:pt x="88" y="0"/>
                  </a:moveTo>
                  <a:lnTo>
                    <a:pt x="88" y="0"/>
                  </a:lnTo>
                  <a:cubicBezTo>
                    <a:pt x="50" y="2"/>
                    <a:pt x="17" y="32"/>
                    <a:pt x="10" y="70"/>
                  </a:cubicBezTo>
                  <a:cubicBezTo>
                    <a:pt x="0" y="119"/>
                    <a:pt x="34" y="172"/>
                    <a:pt x="23" y="220"/>
                  </a:cubicBezTo>
                  <a:cubicBezTo>
                    <a:pt x="34" y="210"/>
                    <a:pt x="49" y="202"/>
                    <a:pt x="65" y="202"/>
                  </a:cubicBezTo>
                  <a:cubicBezTo>
                    <a:pt x="32" y="137"/>
                    <a:pt x="41" y="54"/>
                    <a:pt x="88" y="0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5"/>
            <p:cNvSpPr/>
            <p:nvPr/>
          </p:nvSpPr>
          <p:spPr>
            <a:xfrm>
              <a:off x="4077425" y="2318150"/>
              <a:ext cx="4625" cy="12775"/>
            </a:xfrm>
            <a:custGeom>
              <a:avLst/>
              <a:gdLst/>
              <a:ahLst/>
              <a:cxnLst/>
              <a:rect l="l" t="t" r="r" b="b"/>
              <a:pathLst>
                <a:path w="185" h="511" extrusionOk="0">
                  <a:moveTo>
                    <a:pt x="0" y="1"/>
                  </a:moveTo>
                  <a:cubicBezTo>
                    <a:pt x="124" y="135"/>
                    <a:pt x="181" y="329"/>
                    <a:pt x="149" y="510"/>
                  </a:cubicBezTo>
                  <a:cubicBezTo>
                    <a:pt x="181" y="421"/>
                    <a:pt x="184" y="322"/>
                    <a:pt x="158" y="231"/>
                  </a:cubicBezTo>
                  <a:cubicBezTo>
                    <a:pt x="131" y="141"/>
                    <a:pt x="76" y="5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5"/>
            <p:cNvSpPr/>
            <p:nvPr/>
          </p:nvSpPr>
          <p:spPr>
            <a:xfrm>
              <a:off x="4070325" y="2325125"/>
              <a:ext cx="775" cy="1800"/>
            </a:xfrm>
            <a:custGeom>
              <a:avLst/>
              <a:gdLst/>
              <a:ahLst/>
              <a:cxnLst/>
              <a:rect l="l" t="t" r="r" b="b"/>
              <a:pathLst>
                <a:path w="31" h="72" extrusionOk="0">
                  <a:moveTo>
                    <a:pt x="14" y="0"/>
                  </a:moveTo>
                  <a:cubicBezTo>
                    <a:pt x="1" y="14"/>
                    <a:pt x="4" y="37"/>
                    <a:pt x="7" y="56"/>
                  </a:cubicBezTo>
                  <a:cubicBezTo>
                    <a:pt x="7" y="61"/>
                    <a:pt x="8" y="68"/>
                    <a:pt x="16" y="71"/>
                  </a:cubicBezTo>
                  <a:cubicBezTo>
                    <a:pt x="16" y="71"/>
                    <a:pt x="17" y="71"/>
                    <a:pt x="17" y="71"/>
                  </a:cubicBezTo>
                  <a:cubicBezTo>
                    <a:pt x="25" y="71"/>
                    <a:pt x="31" y="60"/>
                    <a:pt x="31" y="52"/>
                  </a:cubicBezTo>
                  <a:cubicBezTo>
                    <a:pt x="31" y="35"/>
                    <a:pt x="26" y="16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4067325" y="2323875"/>
              <a:ext cx="800" cy="1550"/>
            </a:xfrm>
            <a:custGeom>
              <a:avLst/>
              <a:gdLst/>
              <a:ahLst/>
              <a:cxnLst/>
              <a:rect l="l" t="t" r="r" b="b"/>
              <a:pathLst>
                <a:path w="32" h="62" extrusionOk="0">
                  <a:moveTo>
                    <a:pt x="15" y="1"/>
                  </a:moveTo>
                  <a:cubicBezTo>
                    <a:pt x="5" y="13"/>
                    <a:pt x="0" y="31"/>
                    <a:pt x="3" y="47"/>
                  </a:cubicBezTo>
                  <a:cubicBezTo>
                    <a:pt x="5" y="54"/>
                    <a:pt x="6" y="61"/>
                    <a:pt x="12" y="61"/>
                  </a:cubicBezTo>
                  <a:cubicBezTo>
                    <a:pt x="13" y="61"/>
                    <a:pt x="14" y="62"/>
                    <a:pt x="16" y="62"/>
                  </a:cubicBezTo>
                  <a:cubicBezTo>
                    <a:pt x="23" y="62"/>
                    <a:pt x="27" y="54"/>
                    <a:pt x="29" y="47"/>
                  </a:cubicBezTo>
                  <a:cubicBezTo>
                    <a:pt x="32" y="31"/>
                    <a:pt x="27" y="13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4068400" y="2330325"/>
              <a:ext cx="750" cy="1300"/>
            </a:xfrm>
            <a:custGeom>
              <a:avLst/>
              <a:gdLst/>
              <a:ahLst/>
              <a:cxnLst/>
              <a:rect l="l" t="t" r="r" b="b"/>
              <a:pathLst>
                <a:path w="30" h="52" extrusionOk="0">
                  <a:moveTo>
                    <a:pt x="8" y="1"/>
                  </a:moveTo>
                  <a:cubicBezTo>
                    <a:pt x="10" y="10"/>
                    <a:pt x="5" y="19"/>
                    <a:pt x="2" y="29"/>
                  </a:cubicBezTo>
                  <a:cubicBezTo>
                    <a:pt x="1" y="38"/>
                    <a:pt x="5" y="52"/>
                    <a:pt x="14" y="52"/>
                  </a:cubicBezTo>
                  <a:cubicBezTo>
                    <a:pt x="16" y="52"/>
                    <a:pt x="20" y="49"/>
                    <a:pt x="22" y="47"/>
                  </a:cubicBezTo>
                  <a:cubicBezTo>
                    <a:pt x="29" y="40"/>
                    <a:pt x="29" y="29"/>
                    <a:pt x="25" y="22"/>
                  </a:cubicBezTo>
                  <a:cubicBezTo>
                    <a:pt x="22" y="14"/>
                    <a:pt x="16" y="7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4073075" y="2312475"/>
              <a:ext cx="3075" cy="3025"/>
            </a:xfrm>
            <a:custGeom>
              <a:avLst/>
              <a:gdLst/>
              <a:ahLst/>
              <a:cxnLst/>
              <a:rect l="l" t="t" r="r" b="b"/>
              <a:pathLst>
                <a:path w="123" h="121" extrusionOk="0">
                  <a:moveTo>
                    <a:pt x="36" y="0"/>
                  </a:moveTo>
                  <a:cubicBezTo>
                    <a:pt x="30" y="0"/>
                    <a:pt x="24" y="2"/>
                    <a:pt x="19" y="4"/>
                  </a:cubicBezTo>
                  <a:cubicBezTo>
                    <a:pt x="8" y="9"/>
                    <a:pt x="1" y="22"/>
                    <a:pt x="7" y="36"/>
                  </a:cubicBezTo>
                  <a:cubicBezTo>
                    <a:pt x="7" y="45"/>
                    <a:pt x="16" y="51"/>
                    <a:pt x="23" y="57"/>
                  </a:cubicBezTo>
                  <a:cubicBezTo>
                    <a:pt x="57" y="77"/>
                    <a:pt x="90" y="99"/>
                    <a:pt x="123" y="120"/>
                  </a:cubicBezTo>
                  <a:cubicBezTo>
                    <a:pt x="120" y="98"/>
                    <a:pt x="114" y="74"/>
                    <a:pt x="105" y="53"/>
                  </a:cubicBezTo>
                  <a:cubicBezTo>
                    <a:pt x="94" y="32"/>
                    <a:pt x="78" y="13"/>
                    <a:pt x="55" y="4"/>
                  </a:cubicBezTo>
                  <a:cubicBezTo>
                    <a:pt x="49" y="2"/>
                    <a:pt x="43" y="0"/>
                    <a:pt x="36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4252675" y="2379850"/>
              <a:ext cx="38600" cy="51900"/>
            </a:xfrm>
            <a:custGeom>
              <a:avLst/>
              <a:gdLst/>
              <a:ahLst/>
              <a:cxnLst/>
              <a:rect l="l" t="t" r="r" b="b"/>
              <a:pathLst>
                <a:path w="1544" h="2076" extrusionOk="0">
                  <a:moveTo>
                    <a:pt x="1015" y="1"/>
                  </a:moveTo>
                  <a:cubicBezTo>
                    <a:pt x="711" y="12"/>
                    <a:pt x="406" y="101"/>
                    <a:pt x="142" y="254"/>
                  </a:cubicBezTo>
                  <a:cubicBezTo>
                    <a:pt x="94" y="284"/>
                    <a:pt x="41" y="321"/>
                    <a:pt x="25" y="375"/>
                  </a:cubicBezTo>
                  <a:cubicBezTo>
                    <a:pt x="0" y="453"/>
                    <a:pt x="50" y="530"/>
                    <a:pt x="85" y="604"/>
                  </a:cubicBezTo>
                  <a:cubicBezTo>
                    <a:pt x="156" y="759"/>
                    <a:pt x="151" y="948"/>
                    <a:pt x="74" y="1097"/>
                  </a:cubicBezTo>
                  <a:cubicBezTo>
                    <a:pt x="489" y="1165"/>
                    <a:pt x="864" y="1449"/>
                    <a:pt x="1042" y="1829"/>
                  </a:cubicBezTo>
                  <a:cubicBezTo>
                    <a:pt x="1070" y="1889"/>
                    <a:pt x="1095" y="1954"/>
                    <a:pt x="1137" y="2003"/>
                  </a:cubicBezTo>
                  <a:cubicBezTo>
                    <a:pt x="1159" y="2029"/>
                    <a:pt x="1187" y="2049"/>
                    <a:pt x="1217" y="2062"/>
                  </a:cubicBezTo>
                  <a:cubicBezTo>
                    <a:pt x="1232" y="2070"/>
                    <a:pt x="1249" y="2074"/>
                    <a:pt x="1264" y="2076"/>
                  </a:cubicBezTo>
                  <a:lnTo>
                    <a:pt x="1291" y="2076"/>
                  </a:lnTo>
                  <a:cubicBezTo>
                    <a:pt x="1299" y="2076"/>
                    <a:pt x="1308" y="2074"/>
                    <a:pt x="1315" y="2071"/>
                  </a:cubicBezTo>
                  <a:cubicBezTo>
                    <a:pt x="1401" y="2046"/>
                    <a:pt x="1436" y="1942"/>
                    <a:pt x="1454" y="1853"/>
                  </a:cubicBezTo>
                  <a:cubicBezTo>
                    <a:pt x="1498" y="1648"/>
                    <a:pt x="1543" y="1438"/>
                    <a:pt x="1525" y="1227"/>
                  </a:cubicBezTo>
                  <a:cubicBezTo>
                    <a:pt x="1505" y="1016"/>
                    <a:pt x="1412" y="803"/>
                    <a:pt x="1232" y="690"/>
                  </a:cubicBezTo>
                  <a:cubicBezTo>
                    <a:pt x="1332" y="615"/>
                    <a:pt x="1367" y="474"/>
                    <a:pt x="1347" y="351"/>
                  </a:cubicBezTo>
                  <a:cubicBezTo>
                    <a:pt x="1329" y="227"/>
                    <a:pt x="1266" y="114"/>
                    <a:pt x="1204" y="4"/>
                  </a:cubicBezTo>
                  <a:cubicBezTo>
                    <a:pt x="1178" y="2"/>
                    <a:pt x="1149" y="1"/>
                    <a:pt x="1121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4167550" y="2383925"/>
              <a:ext cx="102125" cy="42825"/>
            </a:xfrm>
            <a:custGeom>
              <a:avLst/>
              <a:gdLst/>
              <a:ahLst/>
              <a:cxnLst/>
              <a:rect l="l" t="t" r="r" b="b"/>
              <a:pathLst>
                <a:path w="4085" h="1713" extrusionOk="0">
                  <a:moveTo>
                    <a:pt x="3795" y="1"/>
                  </a:moveTo>
                  <a:cubicBezTo>
                    <a:pt x="2762" y="517"/>
                    <a:pt x="1448" y="186"/>
                    <a:pt x="438" y="746"/>
                  </a:cubicBezTo>
                  <a:cubicBezTo>
                    <a:pt x="304" y="821"/>
                    <a:pt x="176" y="913"/>
                    <a:pt x="97" y="1044"/>
                  </a:cubicBezTo>
                  <a:cubicBezTo>
                    <a:pt x="17" y="1174"/>
                    <a:pt x="1" y="1350"/>
                    <a:pt x="85" y="1477"/>
                  </a:cubicBezTo>
                  <a:cubicBezTo>
                    <a:pt x="165" y="1595"/>
                    <a:pt x="311" y="1644"/>
                    <a:pt x="451" y="1673"/>
                  </a:cubicBezTo>
                  <a:cubicBezTo>
                    <a:pt x="586" y="1700"/>
                    <a:pt x="721" y="1712"/>
                    <a:pt x="857" y="1712"/>
                  </a:cubicBezTo>
                  <a:cubicBezTo>
                    <a:pt x="1340" y="1712"/>
                    <a:pt x="1825" y="1558"/>
                    <a:pt x="2275" y="1362"/>
                  </a:cubicBezTo>
                  <a:cubicBezTo>
                    <a:pt x="2848" y="1115"/>
                    <a:pt x="3398" y="799"/>
                    <a:pt x="4003" y="637"/>
                  </a:cubicBezTo>
                  <a:cubicBezTo>
                    <a:pt x="4084" y="413"/>
                    <a:pt x="3994" y="135"/>
                    <a:pt x="3795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4170600" y="2387325"/>
              <a:ext cx="102125" cy="42800"/>
            </a:xfrm>
            <a:custGeom>
              <a:avLst/>
              <a:gdLst/>
              <a:ahLst/>
              <a:cxnLst/>
              <a:rect l="l" t="t" r="r" b="b"/>
              <a:pathLst>
                <a:path w="4085" h="1712" extrusionOk="0">
                  <a:moveTo>
                    <a:pt x="3796" y="1"/>
                  </a:moveTo>
                  <a:cubicBezTo>
                    <a:pt x="2763" y="516"/>
                    <a:pt x="1448" y="186"/>
                    <a:pt x="438" y="745"/>
                  </a:cubicBezTo>
                  <a:cubicBezTo>
                    <a:pt x="305" y="821"/>
                    <a:pt x="177" y="913"/>
                    <a:pt x="97" y="1044"/>
                  </a:cubicBezTo>
                  <a:cubicBezTo>
                    <a:pt x="19" y="1174"/>
                    <a:pt x="1" y="1350"/>
                    <a:pt x="87" y="1477"/>
                  </a:cubicBezTo>
                  <a:cubicBezTo>
                    <a:pt x="165" y="1594"/>
                    <a:pt x="313" y="1644"/>
                    <a:pt x="452" y="1673"/>
                  </a:cubicBezTo>
                  <a:cubicBezTo>
                    <a:pt x="586" y="1699"/>
                    <a:pt x="721" y="1712"/>
                    <a:pt x="856" y="1712"/>
                  </a:cubicBezTo>
                  <a:cubicBezTo>
                    <a:pt x="1340" y="1712"/>
                    <a:pt x="1826" y="1557"/>
                    <a:pt x="2275" y="1362"/>
                  </a:cubicBezTo>
                  <a:cubicBezTo>
                    <a:pt x="2848" y="1115"/>
                    <a:pt x="3398" y="798"/>
                    <a:pt x="4003" y="637"/>
                  </a:cubicBezTo>
                  <a:cubicBezTo>
                    <a:pt x="4084" y="412"/>
                    <a:pt x="3994" y="135"/>
                    <a:pt x="3796" y="1"/>
                  </a:cubicBezTo>
                  <a:close/>
                </a:path>
              </a:pathLst>
            </a:custGeom>
            <a:solidFill>
              <a:srgbClr val="E2B3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5"/>
            <p:cNvSpPr/>
            <p:nvPr/>
          </p:nvSpPr>
          <p:spPr>
            <a:xfrm>
              <a:off x="4261975" y="2378900"/>
              <a:ext cx="38650" cy="51950"/>
            </a:xfrm>
            <a:custGeom>
              <a:avLst/>
              <a:gdLst/>
              <a:ahLst/>
              <a:cxnLst/>
              <a:rect l="l" t="t" r="r" b="b"/>
              <a:pathLst>
                <a:path w="1546" h="2078" extrusionOk="0">
                  <a:moveTo>
                    <a:pt x="1086" y="0"/>
                  </a:moveTo>
                  <a:cubicBezTo>
                    <a:pt x="757" y="0"/>
                    <a:pt x="428" y="89"/>
                    <a:pt x="144" y="255"/>
                  </a:cubicBezTo>
                  <a:cubicBezTo>
                    <a:pt x="96" y="285"/>
                    <a:pt x="43" y="321"/>
                    <a:pt x="25" y="375"/>
                  </a:cubicBezTo>
                  <a:cubicBezTo>
                    <a:pt x="1" y="454"/>
                    <a:pt x="52" y="531"/>
                    <a:pt x="85" y="604"/>
                  </a:cubicBezTo>
                  <a:cubicBezTo>
                    <a:pt x="158" y="760"/>
                    <a:pt x="153" y="947"/>
                    <a:pt x="75" y="1099"/>
                  </a:cubicBezTo>
                  <a:cubicBezTo>
                    <a:pt x="491" y="1167"/>
                    <a:pt x="865" y="1450"/>
                    <a:pt x="1043" y="1830"/>
                  </a:cubicBezTo>
                  <a:cubicBezTo>
                    <a:pt x="1072" y="1891"/>
                    <a:pt x="1096" y="1956"/>
                    <a:pt x="1139" y="2007"/>
                  </a:cubicBezTo>
                  <a:cubicBezTo>
                    <a:pt x="1175" y="2046"/>
                    <a:pt x="1227" y="2077"/>
                    <a:pt x="1279" y="2077"/>
                  </a:cubicBezTo>
                  <a:cubicBezTo>
                    <a:pt x="1292" y="2077"/>
                    <a:pt x="1304" y="2075"/>
                    <a:pt x="1316" y="2072"/>
                  </a:cubicBezTo>
                  <a:cubicBezTo>
                    <a:pt x="1403" y="2046"/>
                    <a:pt x="1436" y="1942"/>
                    <a:pt x="1456" y="1853"/>
                  </a:cubicBezTo>
                  <a:cubicBezTo>
                    <a:pt x="1500" y="1648"/>
                    <a:pt x="1545" y="1438"/>
                    <a:pt x="1525" y="1227"/>
                  </a:cubicBezTo>
                  <a:cubicBezTo>
                    <a:pt x="1507" y="1016"/>
                    <a:pt x="1412" y="804"/>
                    <a:pt x="1233" y="690"/>
                  </a:cubicBezTo>
                  <a:cubicBezTo>
                    <a:pt x="1334" y="615"/>
                    <a:pt x="1367" y="475"/>
                    <a:pt x="1349" y="351"/>
                  </a:cubicBezTo>
                  <a:cubicBezTo>
                    <a:pt x="1329" y="227"/>
                    <a:pt x="1268" y="114"/>
                    <a:pt x="1206" y="4"/>
                  </a:cubicBezTo>
                  <a:cubicBezTo>
                    <a:pt x="1166" y="2"/>
                    <a:pt x="1126" y="0"/>
                    <a:pt x="1086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5"/>
            <p:cNvSpPr/>
            <p:nvPr/>
          </p:nvSpPr>
          <p:spPr>
            <a:xfrm>
              <a:off x="4282975" y="2378900"/>
              <a:ext cx="17650" cy="51950"/>
            </a:xfrm>
            <a:custGeom>
              <a:avLst/>
              <a:gdLst/>
              <a:ahLst/>
              <a:cxnLst/>
              <a:rect l="l" t="t" r="r" b="b"/>
              <a:pathLst>
                <a:path w="706" h="2078" extrusionOk="0">
                  <a:moveTo>
                    <a:pt x="252" y="1"/>
                  </a:moveTo>
                  <a:cubicBezTo>
                    <a:pt x="168" y="1"/>
                    <a:pt x="84" y="6"/>
                    <a:pt x="1" y="18"/>
                  </a:cubicBezTo>
                  <a:cubicBezTo>
                    <a:pt x="314" y="632"/>
                    <a:pt x="556" y="1396"/>
                    <a:pt x="378" y="2064"/>
                  </a:cubicBezTo>
                  <a:cubicBezTo>
                    <a:pt x="398" y="2073"/>
                    <a:pt x="419" y="2077"/>
                    <a:pt x="439" y="2077"/>
                  </a:cubicBezTo>
                  <a:cubicBezTo>
                    <a:pt x="452" y="2077"/>
                    <a:pt x="464" y="2076"/>
                    <a:pt x="476" y="2072"/>
                  </a:cubicBezTo>
                  <a:cubicBezTo>
                    <a:pt x="563" y="2046"/>
                    <a:pt x="596" y="1942"/>
                    <a:pt x="616" y="1853"/>
                  </a:cubicBezTo>
                  <a:cubicBezTo>
                    <a:pt x="660" y="1648"/>
                    <a:pt x="705" y="1438"/>
                    <a:pt x="685" y="1227"/>
                  </a:cubicBezTo>
                  <a:cubicBezTo>
                    <a:pt x="667" y="1016"/>
                    <a:pt x="572" y="804"/>
                    <a:pt x="393" y="690"/>
                  </a:cubicBezTo>
                  <a:cubicBezTo>
                    <a:pt x="494" y="615"/>
                    <a:pt x="527" y="476"/>
                    <a:pt x="509" y="351"/>
                  </a:cubicBezTo>
                  <a:cubicBezTo>
                    <a:pt x="489" y="227"/>
                    <a:pt x="428" y="114"/>
                    <a:pt x="366" y="4"/>
                  </a:cubicBezTo>
                  <a:cubicBezTo>
                    <a:pt x="328" y="2"/>
                    <a:pt x="290" y="1"/>
                    <a:pt x="252" y="1"/>
                  </a:cubicBezTo>
                  <a:close/>
                </a:path>
              </a:pathLst>
            </a:custGeom>
            <a:solidFill>
              <a:srgbClr val="19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4138150" y="2201450"/>
              <a:ext cx="27100" cy="32250"/>
            </a:xfrm>
            <a:custGeom>
              <a:avLst/>
              <a:gdLst/>
              <a:ahLst/>
              <a:cxnLst/>
              <a:rect l="l" t="t" r="r" b="b"/>
              <a:pathLst>
                <a:path w="1084" h="1290" extrusionOk="0">
                  <a:moveTo>
                    <a:pt x="421" y="0"/>
                  </a:moveTo>
                  <a:cubicBezTo>
                    <a:pt x="254" y="228"/>
                    <a:pt x="224" y="446"/>
                    <a:pt x="0" y="579"/>
                  </a:cubicBezTo>
                  <a:cubicBezTo>
                    <a:pt x="198" y="771"/>
                    <a:pt x="332" y="1022"/>
                    <a:pt x="423" y="1289"/>
                  </a:cubicBezTo>
                  <a:cubicBezTo>
                    <a:pt x="628" y="1003"/>
                    <a:pt x="849" y="724"/>
                    <a:pt x="1083" y="458"/>
                  </a:cubicBezTo>
                  <a:cubicBezTo>
                    <a:pt x="911" y="347"/>
                    <a:pt x="536" y="167"/>
                    <a:pt x="421" y="0"/>
                  </a:cubicBezTo>
                  <a:close/>
                </a:path>
              </a:pathLst>
            </a:custGeom>
            <a:solidFill>
              <a:srgbClr val="E2B3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4138100" y="2207050"/>
              <a:ext cx="9500" cy="16800"/>
            </a:xfrm>
            <a:custGeom>
              <a:avLst/>
              <a:gdLst/>
              <a:ahLst/>
              <a:cxnLst/>
              <a:rect l="l" t="t" r="r" b="b"/>
              <a:pathLst>
                <a:path w="380" h="672" extrusionOk="0">
                  <a:moveTo>
                    <a:pt x="287" y="1"/>
                  </a:moveTo>
                  <a:lnTo>
                    <a:pt x="287" y="1"/>
                  </a:lnTo>
                  <a:cubicBezTo>
                    <a:pt x="214" y="142"/>
                    <a:pt x="150" y="266"/>
                    <a:pt x="1" y="355"/>
                  </a:cubicBezTo>
                  <a:cubicBezTo>
                    <a:pt x="97" y="449"/>
                    <a:pt x="177" y="557"/>
                    <a:pt x="245" y="672"/>
                  </a:cubicBezTo>
                  <a:cubicBezTo>
                    <a:pt x="354" y="468"/>
                    <a:pt x="379" y="236"/>
                    <a:pt x="287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4111200" y="2175550"/>
              <a:ext cx="39100" cy="54875"/>
            </a:xfrm>
            <a:custGeom>
              <a:avLst/>
              <a:gdLst/>
              <a:ahLst/>
              <a:cxnLst/>
              <a:rect l="l" t="t" r="r" b="b"/>
              <a:pathLst>
                <a:path w="1564" h="2195" extrusionOk="0">
                  <a:moveTo>
                    <a:pt x="834" y="0"/>
                  </a:moveTo>
                  <a:cubicBezTo>
                    <a:pt x="776" y="0"/>
                    <a:pt x="717" y="11"/>
                    <a:pt x="659" y="27"/>
                  </a:cubicBezTo>
                  <a:cubicBezTo>
                    <a:pt x="343" y="109"/>
                    <a:pt x="68" y="377"/>
                    <a:pt x="24" y="701"/>
                  </a:cubicBezTo>
                  <a:cubicBezTo>
                    <a:pt x="0" y="882"/>
                    <a:pt x="70" y="1127"/>
                    <a:pt x="137" y="1297"/>
                  </a:cubicBezTo>
                  <a:cubicBezTo>
                    <a:pt x="157" y="1344"/>
                    <a:pt x="242" y="1357"/>
                    <a:pt x="264" y="1404"/>
                  </a:cubicBezTo>
                  <a:cubicBezTo>
                    <a:pt x="288" y="1452"/>
                    <a:pt x="287" y="1585"/>
                    <a:pt x="312" y="1632"/>
                  </a:cubicBezTo>
                  <a:cubicBezTo>
                    <a:pt x="445" y="1865"/>
                    <a:pt x="605" y="1978"/>
                    <a:pt x="771" y="2194"/>
                  </a:cubicBezTo>
                  <a:cubicBezTo>
                    <a:pt x="1128" y="2007"/>
                    <a:pt x="1359" y="1669"/>
                    <a:pt x="1463" y="1283"/>
                  </a:cubicBezTo>
                  <a:cubicBezTo>
                    <a:pt x="1564" y="894"/>
                    <a:pt x="1469" y="452"/>
                    <a:pt x="1187" y="167"/>
                  </a:cubicBezTo>
                  <a:cubicBezTo>
                    <a:pt x="1128" y="106"/>
                    <a:pt x="1056" y="50"/>
                    <a:pt x="973" y="23"/>
                  </a:cubicBezTo>
                  <a:cubicBezTo>
                    <a:pt x="928" y="7"/>
                    <a:pt x="881" y="0"/>
                    <a:pt x="834" y="0"/>
                  </a:cubicBezTo>
                  <a:close/>
                </a:path>
              </a:pathLst>
            </a:custGeom>
            <a:solidFill>
              <a:srgbClr val="E2B3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4116950" y="2207850"/>
              <a:ext cx="10225" cy="13100"/>
            </a:xfrm>
            <a:custGeom>
              <a:avLst/>
              <a:gdLst/>
              <a:ahLst/>
              <a:cxnLst/>
              <a:rect l="l" t="t" r="r" b="b"/>
              <a:pathLst>
                <a:path w="409" h="524" extrusionOk="0">
                  <a:moveTo>
                    <a:pt x="1" y="0"/>
                  </a:moveTo>
                  <a:lnTo>
                    <a:pt x="1" y="0"/>
                  </a:lnTo>
                  <a:cubicBezTo>
                    <a:pt x="51" y="126"/>
                    <a:pt x="63" y="267"/>
                    <a:pt x="28" y="398"/>
                  </a:cubicBezTo>
                  <a:cubicBezTo>
                    <a:pt x="21" y="432"/>
                    <a:pt x="10" y="472"/>
                    <a:pt x="33" y="499"/>
                  </a:cubicBezTo>
                  <a:cubicBezTo>
                    <a:pt x="47" y="518"/>
                    <a:pt x="72" y="523"/>
                    <a:pt x="97" y="523"/>
                  </a:cubicBezTo>
                  <a:cubicBezTo>
                    <a:pt x="103" y="523"/>
                    <a:pt x="109" y="523"/>
                    <a:pt x="116" y="522"/>
                  </a:cubicBezTo>
                  <a:cubicBezTo>
                    <a:pt x="215" y="516"/>
                    <a:pt x="315" y="490"/>
                    <a:pt x="408" y="45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2B3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4118850" y="2208400"/>
              <a:ext cx="3275" cy="1725"/>
            </a:xfrm>
            <a:custGeom>
              <a:avLst/>
              <a:gdLst/>
              <a:ahLst/>
              <a:cxnLst/>
              <a:rect l="l" t="t" r="r" b="b"/>
              <a:pathLst>
                <a:path w="131" h="69" extrusionOk="0">
                  <a:moveTo>
                    <a:pt x="29" y="0"/>
                  </a:moveTo>
                  <a:cubicBezTo>
                    <a:pt x="26" y="0"/>
                    <a:pt x="23" y="1"/>
                    <a:pt x="20" y="1"/>
                  </a:cubicBezTo>
                  <a:cubicBezTo>
                    <a:pt x="9" y="3"/>
                    <a:pt x="0" y="15"/>
                    <a:pt x="2" y="25"/>
                  </a:cubicBezTo>
                  <a:cubicBezTo>
                    <a:pt x="3" y="37"/>
                    <a:pt x="15" y="45"/>
                    <a:pt x="24" y="48"/>
                  </a:cubicBezTo>
                  <a:cubicBezTo>
                    <a:pt x="49" y="60"/>
                    <a:pt x="77" y="67"/>
                    <a:pt x="106" y="69"/>
                  </a:cubicBezTo>
                  <a:cubicBezTo>
                    <a:pt x="113" y="69"/>
                    <a:pt x="123" y="69"/>
                    <a:pt x="124" y="61"/>
                  </a:cubicBezTo>
                  <a:cubicBezTo>
                    <a:pt x="130" y="54"/>
                    <a:pt x="123" y="45"/>
                    <a:pt x="115" y="39"/>
                  </a:cubicBezTo>
                  <a:cubicBezTo>
                    <a:pt x="97" y="24"/>
                    <a:pt x="77" y="13"/>
                    <a:pt x="55" y="6"/>
                  </a:cubicBezTo>
                  <a:cubicBezTo>
                    <a:pt x="46" y="2"/>
                    <a:pt x="37" y="0"/>
                    <a:pt x="29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4124500" y="2220600"/>
              <a:ext cx="3525" cy="3100"/>
            </a:xfrm>
            <a:custGeom>
              <a:avLst/>
              <a:gdLst/>
              <a:ahLst/>
              <a:cxnLst/>
              <a:rect l="l" t="t" r="r" b="b"/>
              <a:pathLst>
                <a:path w="141" h="124" extrusionOk="0">
                  <a:moveTo>
                    <a:pt x="138" y="0"/>
                  </a:moveTo>
                  <a:cubicBezTo>
                    <a:pt x="103" y="38"/>
                    <a:pt x="52" y="62"/>
                    <a:pt x="1" y="65"/>
                  </a:cubicBezTo>
                  <a:cubicBezTo>
                    <a:pt x="13" y="72"/>
                    <a:pt x="70" y="118"/>
                    <a:pt x="82" y="122"/>
                  </a:cubicBezTo>
                  <a:cubicBezTo>
                    <a:pt x="86" y="123"/>
                    <a:pt x="91" y="124"/>
                    <a:pt x="95" y="124"/>
                  </a:cubicBezTo>
                  <a:cubicBezTo>
                    <a:pt x="106" y="124"/>
                    <a:pt x="117" y="121"/>
                    <a:pt x="124" y="115"/>
                  </a:cubicBezTo>
                  <a:cubicBezTo>
                    <a:pt x="139" y="103"/>
                    <a:pt x="141" y="80"/>
                    <a:pt x="139" y="59"/>
                  </a:cubicBezTo>
                  <a:cubicBezTo>
                    <a:pt x="135" y="39"/>
                    <a:pt x="132" y="18"/>
                    <a:pt x="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5"/>
            <p:cNvSpPr/>
            <p:nvPr/>
          </p:nvSpPr>
          <p:spPr>
            <a:xfrm>
              <a:off x="4116250" y="2204625"/>
              <a:ext cx="8325" cy="2150"/>
            </a:xfrm>
            <a:custGeom>
              <a:avLst/>
              <a:gdLst/>
              <a:ahLst/>
              <a:cxnLst/>
              <a:rect l="l" t="t" r="r" b="b"/>
              <a:pathLst>
                <a:path w="333" h="86" extrusionOk="0">
                  <a:moveTo>
                    <a:pt x="277" y="0"/>
                  </a:moveTo>
                  <a:cubicBezTo>
                    <a:pt x="182" y="0"/>
                    <a:pt x="85" y="23"/>
                    <a:pt x="0" y="66"/>
                  </a:cubicBezTo>
                  <a:lnTo>
                    <a:pt x="11" y="86"/>
                  </a:lnTo>
                  <a:cubicBezTo>
                    <a:pt x="90" y="46"/>
                    <a:pt x="179" y="25"/>
                    <a:pt x="269" y="25"/>
                  </a:cubicBezTo>
                  <a:cubicBezTo>
                    <a:pt x="290" y="25"/>
                    <a:pt x="310" y="26"/>
                    <a:pt x="331" y="28"/>
                  </a:cubicBezTo>
                  <a:lnTo>
                    <a:pt x="332" y="3"/>
                  </a:lnTo>
                  <a:cubicBezTo>
                    <a:pt x="314" y="1"/>
                    <a:pt x="296" y="0"/>
                    <a:pt x="277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5"/>
            <p:cNvSpPr/>
            <p:nvPr/>
          </p:nvSpPr>
          <p:spPr>
            <a:xfrm>
              <a:off x="4151125" y="2295125"/>
              <a:ext cx="112425" cy="137000"/>
            </a:xfrm>
            <a:custGeom>
              <a:avLst/>
              <a:gdLst/>
              <a:ahLst/>
              <a:cxnLst/>
              <a:rect l="l" t="t" r="r" b="b"/>
              <a:pathLst>
                <a:path w="4497" h="5480" extrusionOk="0">
                  <a:moveTo>
                    <a:pt x="4082" y="0"/>
                  </a:moveTo>
                  <a:lnTo>
                    <a:pt x="3913" y="352"/>
                  </a:lnTo>
                  <a:cubicBezTo>
                    <a:pt x="3272" y="540"/>
                    <a:pt x="2619" y="679"/>
                    <a:pt x="1957" y="768"/>
                  </a:cubicBezTo>
                  <a:cubicBezTo>
                    <a:pt x="1499" y="2147"/>
                    <a:pt x="382" y="2387"/>
                    <a:pt x="47" y="3800"/>
                  </a:cubicBezTo>
                  <a:cubicBezTo>
                    <a:pt x="0" y="3998"/>
                    <a:pt x="21" y="5127"/>
                    <a:pt x="166" y="5269"/>
                  </a:cubicBezTo>
                  <a:cubicBezTo>
                    <a:pt x="275" y="5374"/>
                    <a:pt x="440" y="5388"/>
                    <a:pt x="591" y="5391"/>
                  </a:cubicBezTo>
                  <a:cubicBezTo>
                    <a:pt x="1058" y="5403"/>
                    <a:pt x="1701" y="5479"/>
                    <a:pt x="2280" y="5479"/>
                  </a:cubicBezTo>
                  <a:cubicBezTo>
                    <a:pt x="2363" y="5479"/>
                    <a:pt x="2446" y="5478"/>
                    <a:pt x="2526" y="5474"/>
                  </a:cubicBezTo>
                  <a:cubicBezTo>
                    <a:pt x="2929" y="5471"/>
                    <a:pt x="3333" y="5430"/>
                    <a:pt x="3728" y="5358"/>
                  </a:cubicBezTo>
                  <a:cubicBezTo>
                    <a:pt x="3569" y="4838"/>
                    <a:pt x="3275" y="4360"/>
                    <a:pt x="2888" y="3981"/>
                  </a:cubicBezTo>
                  <a:cubicBezTo>
                    <a:pt x="2929" y="3800"/>
                    <a:pt x="3039" y="3541"/>
                    <a:pt x="3191" y="3390"/>
                  </a:cubicBezTo>
                  <a:cubicBezTo>
                    <a:pt x="3583" y="2767"/>
                    <a:pt x="4295" y="2261"/>
                    <a:pt x="4412" y="1537"/>
                  </a:cubicBezTo>
                  <a:cubicBezTo>
                    <a:pt x="4497" y="1012"/>
                    <a:pt x="4293" y="489"/>
                    <a:pt x="4082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4199850" y="2380625"/>
              <a:ext cx="28500" cy="19050"/>
            </a:xfrm>
            <a:custGeom>
              <a:avLst/>
              <a:gdLst/>
              <a:ahLst/>
              <a:cxnLst/>
              <a:rect l="l" t="t" r="r" b="b"/>
              <a:pathLst>
                <a:path w="1140" h="762" extrusionOk="0">
                  <a:moveTo>
                    <a:pt x="1139" y="0"/>
                  </a:moveTo>
                  <a:cubicBezTo>
                    <a:pt x="881" y="370"/>
                    <a:pt x="483" y="642"/>
                    <a:pt x="43" y="752"/>
                  </a:cubicBezTo>
                  <a:lnTo>
                    <a:pt x="43" y="752"/>
                  </a:lnTo>
                  <a:cubicBezTo>
                    <a:pt x="334" y="685"/>
                    <a:pt x="632" y="653"/>
                    <a:pt x="929" y="653"/>
                  </a:cubicBezTo>
                  <a:cubicBezTo>
                    <a:pt x="948" y="653"/>
                    <a:pt x="967" y="653"/>
                    <a:pt x="986" y="653"/>
                  </a:cubicBezTo>
                  <a:cubicBezTo>
                    <a:pt x="1014" y="431"/>
                    <a:pt x="1064" y="211"/>
                    <a:pt x="1139" y="0"/>
                  </a:cubicBezTo>
                  <a:close/>
                  <a:moveTo>
                    <a:pt x="43" y="752"/>
                  </a:moveTo>
                  <a:cubicBezTo>
                    <a:pt x="29" y="755"/>
                    <a:pt x="15" y="758"/>
                    <a:pt x="1" y="762"/>
                  </a:cubicBezTo>
                  <a:cubicBezTo>
                    <a:pt x="15" y="758"/>
                    <a:pt x="29" y="755"/>
                    <a:pt x="43" y="752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5"/>
            <p:cNvSpPr/>
            <p:nvPr/>
          </p:nvSpPr>
          <p:spPr>
            <a:xfrm>
              <a:off x="4151125" y="2309675"/>
              <a:ext cx="93725" cy="122475"/>
            </a:xfrm>
            <a:custGeom>
              <a:avLst/>
              <a:gdLst/>
              <a:ahLst/>
              <a:cxnLst/>
              <a:rect l="l" t="t" r="r" b="b"/>
              <a:pathLst>
                <a:path w="3749" h="4899" extrusionOk="0">
                  <a:moveTo>
                    <a:pt x="3007" y="0"/>
                  </a:moveTo>
                  <a:cubicBezTo>
                    <a:pt x="2660" y="76"/>
                    <a:pt x="2310" y="139"/>
                    <a:pt x="1957" y="186"/>
                  </a:cubicBezTo>
                  <a:cubicBezTo>
                    <a:pt x="1499" y="1565"/>
                    <a:pt x="382" y="1805"/>
                    <a:pt x="47" y="3218"/>
                  </a:cubicBezTo>
                  <a:cubicBezTo>
                    <a:pt x="0" y="3416"/>
                    <a:pt x="21" y="4545"/>
                    <a:pt x="166" y="4688"/>
                  </a:cubicBezTo>
                  <a:cubicBezTo>
                    <a:pt x="275" y="4794"/>
                    <a:pt x="440" y="4807"/>
                    <a:pt x="591" y="4810"/>
                  </a:cubicBezTo>
                  <a:cubicBezTo>
                    <a:pt x="1058" y="4822"/>
                    <a:pt x="1700" y="4899"/>
                    <a:pt x="2279" y="4899"/>
                  </a:cubicBezTo>
                  <a:cubicBezTo>
                    <a:pt x="2363" y="4899"/>
                    <a:pt x="2445" y="4897"/>
                    <a:pt x="2526" y="4893"/>
                  </a:cubicBezTo>
                  <a:cubicBezTo>
                    <a:pt x="2903" y="4890"/>
                    <a:pt x="3277" y="4854"/>
                    <a:pt x="3649" y="4789"/>
                  </a:cubicBezTo>
                  <a:cubicBezTo>
                    <a:pt x="3167" y="4664"/>
                    <a:pt x="2671" y="4553"/>
                    <a:pt x="2152" y="4429"/>
                  </a:cubicBezTo>
                  <a:cubicBezTo>
                    <a:pt x="2152" y="4429"/>
                    <a:pt x="2152" y="4295"/>
                    <a:pt x="2107" y="4250"/>
                  </a:cubicBezTo>
                  <a:cubicBezTo>
                    <a:pt x="1749" y="4070"/>
                    <a:pt x="1479" y="3845"/>
                    <a:pt x="1749" y="3443"/>
                  </a:cubicBezTo>
                  <a:cubicBezTo>
                    <a:pt x="2337" y="2436"/>
                    <a:pt x="3749" y="1152"/>
                    <a:pt x="3007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4140750" y="2208225"/>
              <a:ext cx="116400" cy="115350"/>
            </a:xfrm>
            <a:custGeom>
              <a:avLst/>
              <a:gdLst/>
              <a:ahLst/>
              <a:cxnLst/>
              <a:rect l="l" t="t" r="r" b="b"/>
              <a:pathLst>
                <a:path w="4656" h="4614" extrusionOk="0">
                  <a:moveTo>
                    <a:pt x="801" y="0"/>
                  </a:moveTo>
                  <a:cubicBezTo>
                    <a:pt x="393" y="371"/>
                    <a:pt x="298" y="555"/>
                    <a:pt x="0" y="1026"/>
                  </a:cubicBezTo>
                  <a:cubicBezTo>
                    <a:pt x="94" y="1383"/>
                    <a:pt x="166" y="2059"/>
                    <a:pt x="373" y="2363"/>
                  </a:cubicBezTo>
                  <a:cubicBezTo>
                    <a:pt x="605" y="2706"/>
                    <a:pt x="681" y="2820"/>
                    <a:pt x="1029" y="3040"/>
                  </a:cubicBezTo>
                  <a:cubicBezTo>
                    <a:pt x="1609" y="3408"/>
                    <a:pt x="2068" y="3971"/>
                    <a:pt x="2312" y="4613"/>
                  </a:cubicBezTo>
                  <a:cubicBezTo>
                    <a:pt x="2976" y="4300"/>
                    <a:pt x="3891" y="3960"/>
                    <a:pt x="4615" y="3847"/>
                  </a:cubicBezTo>
                  <a:cubicBezTo>
                    <a:pt x="4655" y="3229"/>
                    <a:pt x="4155" y="2760"/>
                    <a:pt x="3826" y="2232"/>
                  </a:cubicBezTo>
                  <a:cubicBezTo>
                    <a:pt x="3502" y="1712"/>
                    <a:pt x="3131" y="1213"/>
                    <a:pt x="2657" y="824"/>
                  </a:cubicBezTo>
                  <a:cubicBezTo>
                    <a:pt x="2241" y="481"/>
                    <a:pt x="1738" y="228"/>
                    <a:pt x="1204" y="156"/>
                  </a:cubicBezTo>
                  <a:lnTo>
                    <a:pt x="1204" y="156"/>
                  </a:lnTo>
                  <a:cubicBezTo>
                    <a:pt x="1260" y="174"/>
                    <a:pt x="1312" y="195"/>
                    <a:pt x="1367" y="216"/>
                  </a:cubicBezTo>
                  <a:lnTo>
                    <a:pt x="990" y="135"/>
                  </a:lnTo>
                  <a:lnTo>
                    <a:pt x="990" y="135"/>
                  </a:lnTo>
                  <a:cubicBezTo>
                    <a:pt x="1061" y="136"/>
                    <a:pt x="1133" y="144"/>
                    <a:pt x="1204" y="153"/>
                  </a:cubicBezTo>
                  <a:cubicBezTo>
                    <a:pt x="1071" y="103"/>
                    <a:pt x="935" y="52"/>
                    <a:pt x="801" y="0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5"/>
            <p:cNvSpPr/>
            <p:nvPr/>
          </p:nvSpPr>
          <p:spPr>
            <a:xfrm>
              <a:off x="4141775" y="2227025"/>
              <a:ext cx="83375" cy="96500"/>
            </a:xfrm>
            <a:custGeom>
              <a:avLst/>
              <a:gdLst/>
              <a:ahLst/>
              <a:cxnLst/>
              <a:rect l="l" t="t" r="r" b="b"/>
              <a:pathLst>
                <a:path w="3335" h="3860" extrusionOk="0">
                  <a:moveTo>
                    <a:pt x="261" y="1"/>
                  </a:moveTo>
                  <a:cubicBezTo>
                    <a:pt x="201" y="159"/>
                    <a:pt x="110" y="306"/>
                    <a:pt x="0" y="440"/>
                  </a:cubicBezTo>
                  <a:cubicBezTo>
                    <a:pt x="77" y="811"/>
                    <a:pt x="157" y="1349"/>
                    <a:pt x="333" y="1610"/>
                  </a:cubicBezTo>
                  <a:cubicBezTo>
                    <a:pt x="566" y="1952"/>
                    <a:pt x="641" y="2067"/>
                    <a:pt x="989" y="2287"/>
                  </a:cubicBezTo>
                  <a:cubicBezTo>
                    <a:pt x="1571" y="2655"/>
                    <a:pt x="2028" y="3216"/>
                    <a:pt x="2274" y="3860"/>
                  </a:cubicBezTo>
                  <a:cubicBezTo>
                    <a:pt x="2586" y="3712"/>
                    <a:pt x="2956" y="3560"/>
                    <a:pt x="3334" y="3425"/>
                  </a:cubicBezTo>
                  <a:cubicBezTo>
                    <a:pt x="2923" y="2852"/>
                    <a:pt x="2417" y="2326"/>
                    <a:pt x="2150" y="1610"/>
                  </a:cubicBezTo>
                  <a:cubicBezTo>
                    <a:pt x="1906" y="916"/>
                    <a:pt x="1090" y="672"/>
                    <a:pt x="478" y="304"/>
                  </a:cubicBezTo>
                  <a:cubicBezTo>
                    <a:pt x="374" y="242"/>
                    <a:pt x="312" y="128"/>
                    <a:pt x="261" y="1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4196925" y="2300500"/>
              <a:ext cx="60000" cy="19900"/>
            </a:xfrm>
            <a:custGeom>
              <a:avLst/>
              <a:gdLst/>
              <a:ahLst/>
              <a:cxnLst/>
              <a:rect l="l" t="t" r="r" b="b"/>
              <a:pathLst>
                <a:path w="2400" h="796" extrusionOk="0">
                  <a:moveTo>
                    <a:pt x="2392" y="1"/>
                  </a:moveTo>
                  <a:cubicBezTo>
                    <a:pt x="1576" y="185"/>
                    <a:pt x="771" y="441"/>
                    <a:pt x="0" y="765"/>
                  </a:cubicBezTo>
                  <a:lnTo>
                    <a:pt x="12" y="796"/>
                  </a:lnTo>
                  <a:cubicBezTo>
                    <a:pt x="781" y="473"/>
                    <a:pt x="1585" y="215"/>
                    <a:pt x="2399" y="32"/>
                  </a:cubicBezTo>
                  <a:lnTo>
                    <a:pt x="2392" y="1"/>
                  </a:ln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5"/>
            <p:cNvSpPr/>
            <p:nvPr/>
          </p:nvSpPr>
          <p:spPr>
            <a:xfrm>
              <a:off x="4105150" y="2171000"/>
              <a:ext cx="118025" cy="71250"/>
            </a:xfrm>
            <a:custGeom>
              <a:avLst/>
              <a:gdLst/>
              <a:ahLst/>
              <a:cxnLst/>
              <a:rect l="l" t="t" r="r" b="b"/>
              <a:pathLst>
                <a:path w="4721" h="2850" extrusionOk="0">
                  <a:moveTo>
                    <a:pt x="1321" y="1"/>
                  </a:moveTo>
                  <a:cubicBezTo>
                    <a:pt x="1256" y="1"/>
                    <a:pt x="1191" y="7"/>
                    <a:pt x="1127" y="21"/>
                  </a:cubicBezTo>
                  <a:cubicBezTo>
                    <a:pt x="1052" y="36"/>
                    <a:pt x="981" y="63"/>
                    <a:pt x="912" y="96"/>
                  </a:cubicBezTo>
                  <a:cubicBezTo>
                    <a:pt x="860" y="101"/>
                    <a:pt x="809" y="110"/>
                    <a:pt x="762" y="129"/>
                  </a:cubicBezTo>
                  <a:cubicBezTo>
                    <a:pt x="529" y="221"/>
                    <a:pt x="402" y="479"/>
                    <a:pt x="183" y="600"/>
                  </a:cubicBezTo>
                  <a:cubicBezTo>
                    <a:pt x="114" y="639"/>
                    <a:pt x="25" y="675"/>
                    <a:pt x="10" y="752"/>
                  </a:cubicBezTo>
                  <a:cubicBezTo>
                    <a:pt x="1" y="796"/>
                    <a:pt x="19" y="840"/>
                    <a:pt x="33" y="883"/>
                  </a:cubicBezTo>
                  <a:cubicBezTo>
                    <a:pt x="70" y="1013"/>
                    <a:pt x="60" y="1168"/>
                    <a:pt x="158" y="1262"/>
                  </a:cubicBezTo>
                  <a:cubicBezTo>
                    <a:pt x="230" y="1331"/>
                    <a:pt x="342" y="1339"/>
                    <a:pt x="444" y="1343"/>
                  </a:cubicBezTo>
                  <a:cubicBezTo>
                    <a:pt x="516" y="1345"/>
                    <a:pt x="588" y="1347"/>
                    <a:pt x="660" y="1347"/>
                  </a:cubicBezTo>
                  <a:cubicBezTo>
                    <a:pt x="760" y="1347"/>
                    <a:pt x="860" y="1343"/>
                    <a:pt x="959" y="1331"/>
                  </a:cubicBezTo>
                  <a:cubicBezTo>
                    <a:pt x="1135" y="1438"/>
                    <a:pt x="1345" y="1482"/>
                    <a:pt x="1550" y="1502"/>
                  </a:cubicBezTo>
                  <a:cubicBezTo>
                    <a:pt x="1764" y="1521"/>
                    <a:pt x="1978" y="1518"/>
                    <a:pt x="2189" y="1542"/>
                  </a:cubicBezTo>
                  <a:cubicBezTo>
                    <a:pt x="2371" y="1565"/>
                    <a:pt x="2566" y="1618"/>
                    <a:pt x="2679" y="1761"/>
                  </a:cubicBezTo>
                  <a:cubicBezTo>
                    <a:pt x="2751" y="1851"/>
                    <a:pt x="2783" y="1967"/>
                    <a:pt x="2858" y="2056"/>
                  </a:cubicBezTo>
                  <a:cubicBezTo>
                    <a:pt x="2996" y="2216"/>
                    <a:pt x="3234" y="2236"/>
                    <a:pt x="3445" y="2236"/>
                  </a:cubicBezTo>
                  <a:cubicBezTo>
                    <a:pt x="3656" y="2236"/>
                    <a:pt x="3890" y="2237"/>
                    <a:pt x="4045" y="2379"/>
                  </a:cubicBezTo>
                  <a:cubicBezTo>
                    <a:pt x="4116" y="2441"/>
                    <a:pt x="4163" y="2528"/>
                    <a:pt x="4237" y="2586"/>
                  </a:cubicBezTo>
                  <a:cubicBezTo>
                    <a:pt x="4373" y="2696"/>
                    <a:pt x="4579" y="2703"/>
                    <a:pt x="4699" y="2825"/>
                  </a:cubicBezTo>
                  <a:lnTo>
                    <a:pt x="4699" y="2825"/>
                  </a:lnTo>
                  <a:cubicBezTo>
                    <a:pt x="4632" y="2740"/>
                    <a:pt x="4612" y="2623"/>
                    <a:pt x="4614" y="2513"/>
                  </a:cubicBezTo>
                  <a:cubicBezTo>
                    <a:pt x="4615" y="2391"/>
                    <a:pt x="4642" y="2271"/>
                    <a:pt x="4642" y="2150"/>
                  </a:cubicBezTo>
                  <a:cubicBezTo>
                    <a:pt x="4642" y="1933"/>
                    <a:pt x="4553" y="1717"/>
                    <a:pt x="4403" y="1563"/>
                  </a:cubicBezTo>
                  <a:cubicBezTo>
                    <a:pt x="4252" y="1408"/>
                    <a:pt x="4041" y="1315"/>
                    <a:pt x="3824" y="1305"/>
                  </a:cubicBezTo>
                  <a:cubicBezTo>
                    <a:pt x="3813" y="1305"/>
                    <a:pt x="3802" y="1305"/>
                    <a:pt x="3790" y="1305"/>
                  </a:cubicBezTo>
                  <a:cubicBezTo>
                    <a:pt x="3667" y="1305"/>
                    <a:pt x="3541" y="1327"/>
                    <a:pt x="3419" y="1327"/>
                  </a:cubicBezTo>
                  <a:cubicBezTo>
                    <a:pt x="3337" y="1327"/>
                    <a:pt x="3258" y="1317"/>
                    <a:pt x="3183" y="1284"/>
                  </a:cubicBezTo>
                  <a:cubicBezTo>
                    <a:pt x="2869" y="1150"/>
                    <a:pt x="2810" y="705"/>
                    <a:pt x="2521" y="524"/>
                  </a:cubicBezTo>
                  <a:cubicBezTo>
                    <a:pt x="2420" y="461"/>
                    <a:pt x="2296" y="435"/>
                    <a:pt x="2187" y="383"/>
                  </a:cubicBezTo>
                  <a:cubicBezTo>
                    <a:pt x="2052" y="318"/>
                    <a:pt x="1939" y="209"/>
                    <a:pt x="1809" y="132"/>
                  </a:cubicBezTo>
                  <a:cubicBezTo>
                    <a:pt x="1662" y="46"/>
                    <a:pt x="1491" y="1"/>
                    <a:pt x="1321" y="1"/>
                  </a:cubicBezTo>
                  <a:close/>
                  <a:moveTo>
                    <a:pt x="4699" y="2825"/>
                  </a:moveTo>
                  <a:cubicBezTo>
                    <a:pt x="4706" y="2833"/>
                    <a:pt x="4713" y="2842"/>
                    <a:pt x="4721" y="2850"/>
                  </a:cubicBezTo>
                  <a:cubicBezTo>
                    <a:pt x="4714" y="2841"/>
                    <a:pt x="4706" y="2832"/>
                    <a:pt x="4699" y="2825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4108525" y="2195625"/>
              <a:ext cx="8200" cy="7725"/>
            </a:xfrm>
            <a:custGeom>
              <a:avLst/>
              <a:gdLst/>
              <a:ahLst/>
              <a:cxnLst/>
              <a:rect l="l" t="t" r="r" b="b"/>
              <a:pathLst>
                <a:path w="328" h="309" extrusionOk="0">
                  <a:moveTo>
                    <a:pt x="18" y="1"/>
                  </a:moveTo>
                  <a:lnTo>
                    <a:pt x="18" y="1"/>
                  </a:lnTo>
                  <a:cubicBezTo>
                    <a:pt x="0" y="87"/>
                    <a:pt x="26" y="179"/>
                    <a:pt x="89" y="239"/>
                  </a:cubicBezTo>
                  <a:cubicBezTo>
                    <a:pt x="136" y="284"/>
                    <a:pt x="201" y="308"/>
                    <a:pt x="266" y="308"/>
                  </a:cubicBezTo>
                  <a:cubicBezTo>
                    <a:pt x="287" y="308"/>
                    <a:pt x="307" y="306"/>
                    <a:pt x="327" y="301"/>
                  </a:cubicBezTo>
                  <a:cubicBezTo>
                    <a:pt x="189" y="250"/>
                    <a:pt x="74" y="140"/>
                    <a:pt x="1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4112600" y="2183900"/>
              <a:ext cx="33075" cy="17275"/>
            </a:xfrm>
            <a:custGeom>
              <a:avLst/>
              <a:gdLst/>
              <a:ahLst/>
              <a:cxnLst/>
              <a:rect l="l" t="t" r="r" b="b"/>
              <a:pathLst>
                <a:path w="1323" h="691" extrusionOk="0">
                  <a:moveTo>
                    <a:pt x="1318" y="1"/>
                  </a:moveTo>
                  <a:cubicBezTo>
                    <a:pt x="1255" y="4"/>
                    <a:pt x="1190" y="8"/>
                    <a:pt x="1126" y="10"/>
                  </a:cubicBezTo>
                  <a:cubicBezTo>
                    <a:pt x="1096" y="11"/>
                    <a:pt x="1062" y="14"/>
                    <a:pt x="1041" y="37"/>
                  </a:cubicBezTo>
                  <a:cubicBezTo>
                    <a:pt x="1021" y="60"/>
                    <a:pt x="1030" y="106"/>
                    <a:pt x="1060" y="106"/>
                  </a:cubicBezTo>
                  <a:cubicBezTo>
                    <a:pt x="852" y="147"/>
                    <a:pt x="661" y="236"/>
                    <a:pt x="467" y="327"/>
                  </a:cubicBezTo>
                  <a:cubicBezTo>
                    <a:pt x="312" y="400"/>
                    <a:pt x="157" y="471"/>
                    <a:pt x="0" y="545"/>
                  </a:cubicBezTo>
                  <a:cubicBezTo>
                    <a:pt x="37" y="631"/>
                    <a:pt x="127" y="690"/>
                    <a:pt x="218" y="690"/>
                  </a:cubicBezTo>
                  <a:cubicBezTo>
                    <a:pt x="220" y="690"/>
                    <a:pt x="222" y="690"/>
                    <a:pt x="225" y="690"/>
                  </a:cubicBezTo>
                  <a:cubicBezTo>
                    <a:pt x="186" y="642"/>
                    <a:pt x="146" y="592"/>
                    <a:pt x="106" y="542"/>
                  </a:cubicBezTo>
                  <a:lnTo>
                    <a:pt x="106" y="542"/>
                  </a:lnTo>
                  <a:cubicBezTo>
                    <a:pt x="152" y="574"/>
                    <a:pt x="202" y="608"/>
                    <a:pt x="255" y="608"/>
                  </a:cubicBezTo>
                  <a:cubicBezTo>
                    <a:pt x="260" y="608"/>
                    <a:pt x="264" y="607"/>
                    <a:pt x="268" y="607"/>
                  </a:cubicBezTo>
                  <a:cubicBezTo>
                    <a:pt x="329" y="603"/>
                    <a:pt x="380" y="524"/>
                    <a:pt x="339" y="479"/>
                  </a:cubicBezTo>
                  <a:lnTo>
                    <a:pt x="339" y="479"/>
                  </a:lnTo>
                  <a:cubicBezTo>
                    <a:pt x="381" y="487"/>
                    <a:pt x="423" y="492"/>
                    <a:pt x="465" y="492"/>
                  </a:cubicBezTo>
                  <a:cubicBezTo>
                    <a:pt x="558" y="492"/>
                    <a:pt x="651" y="471"/>
                    <a:pt x="734" y="431"/>
                  </a:cubicBezTo>
                  <a:cubicBezTo>
                    <a:pt x="713" y="411"/>
                    <a:pt x="691" y="391"/>
                    <a:pt x="670" y="372"/>
                  </a:cubicBezTo>
                  <a:cubicBezTo>
                    <a:pt x="816" y="321"/>
                    <a:pt x="938" y="226"/>
                    <a:pt x="1068" y="140"/>
                  </a:cubicBezTo>
                  <a:cubicBezTo>
                    <a:pt x="1148" y="90"/>
                    <a:pt x="1234" y="43"/>
                    <a:pt x="1322" y="16"/>
                  </a:cubicBezTo>
                  <a:cubicBezTo>
                    <a:pt x="1319" y="10"/>
                    <a:pt x="1319" y="7"/>
                    <a:pt x="1318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4152925" y="2181650"/>
              <a:ext cx="18650" cy="9600"/>
            </a:xfrm>
            <a:custGeom>
              <a:avLst/>
              <a:gdLst/>
              <a:ahLst/>
              <a:cxnLst/>
              <a:rect l="l" t="t" r="r" b="b"/>
              <a:pathLst>
                <a:path w="746" h="384" extrusionOk="0">
                  <a:moveTo>
                    <a:pt x="160" y="1"/>
                  </a:moveTo>
                  <a:cubicBezTo>
                    <a:pt x="105" y="1"/>
                    <a:pt x="51" y="11"/>
                    <a:pt x="1" y="35"/>
                  </a:cubicBezTo>
                  <a:cubicBezTo>
                    <a:pt x="270" y="98"/>
                    <a:pt x="525" y="218"/>
                    <a:pt x="745" y="383"/>
                  </a:cubicBezTo>
                  <a:cubicBezTo>
                    <a:pt x="652" y="269"/>
                    <a:pt x="554" y="153"/>
                    <a:pt x="426" y="77"/>
                  </a:cubicBezTo>
                  <a:cubicBezTo>
                    <a:pt x="346" y="30"/>
                    <a:pt x="252" y="1"/>
                    <a:pt x="160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4149875" y="2184500"/>
              <a:ext cx="9025" cy="2300"/>
            </a:xfrm>
            <a:custGeom>
              <a:avLst/>
              <a:gdLst/>
              <a:ahLst/>
              <a:cxnLst/>
              <a:rect l="l" t="t" r="r" b="b"/>
              <a:pathLst>
                <a:path w="361" h="92" extrusionOk="0">
                  <a:moveTo>
                    <a:pt x="88" y="0"/>
                  </a:moveTo>
                  <a:cubicBezTo>
                    <a:pt x="59" y="0"/>
                    <a:pt x="30" y="2"/>
                    <a:pt x="0" y="7"/>
                  </a:cubicBezTo>
                  <a:cubicBezTo>
                    <a:pt x="110" y="36"/>
                    <a:pt x="222" y="61"/>
                    <a:pt x="331" y="90"/>
                  </a:cubicBezTo>
                  <a:cubicBezTo>
                    <a:pt x="335" y="91"/>
                    <a:pt x="340" y="92"/>
                    <a:pt x="344" y="92"/>
                  </a:cubicBezTo>
                  <a:cubicBezTo>
                    <a:pt x="348" y="92"/>
                    <a:pt x="352" y="91"/>
                    <a:pt x="355" y="87"/>
                  </a:cubicBezTo>
                  <a:cubicBezTo>
                    <a:pt x="361" y="76"/>
                    <a:pt x="349" y="66"/>
                    <a:pt x="340" y="60"/>
                  </a:cubicBezTo>
                  <a:cubicBezTo>
                    <a:pt x="262" y="20"/>
                    <a:pt x="175" y="0"/>
                    <a:pt x="88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4134950" y="2203825"/>
              <a:ext cx="41700" cy="13400"/>
            </a:xfrm>
            <a:custGeom>
              <a:avLst/>
              <a:gdLst/>
              <a:ahLst/>
              <a:cxnLst/>
              <a:rect l="l" t="t" r="r" b="b"/>
              <a:pathLst>
                <a:path w="1668" h="536" extrusionOk="0">
                  <a:moveTo>
                    <a:pt x="0" y="0"/>
                  </a:moveTo>
                  <a:cubicBezTo>
                    <a:pt x="181" y="94"/>
                    <a:pt x="392" y="113"/>
                    <a:pt x="596" y="116"/>
                  </a:cubicBezTo>
                  <a:cubicBezTo>
                    <a:pt x="799" y="119"/>
                    <a:pt x="1009" y="115"/>
                    <a:pt x="1205" y="167"/>
                  </a:cubicBezTo>
                  <a:cubicBezTo>
                    <a:pt x="1404" y="219"/>
                    <a:pt x="1597" y="342"/>
                    <a:pt x="1668" y="535"/>
                  </a:cubicBezTo>
                  <a:cubicBezTo>
                    <a:pt x="1614" y="335"/>
                    <a:pt x="1425" y="198"/>
                    <a:pt x="1226" y="139"/>
                  </a:cubicBezTo>
                  <a:cubicBezTo>
                    <a:pt x="1085" y="97"/>
                    <a:pt x="939" y="90"/>
                    <a:pt x="793" y="90"/>
                  </a:cubicBezTo>
                  <a:cubicBezTo>
                    <a:pt x="732" y="90"/>
                    <a:pt x="671" y="92"/>
                    <a:pt x="609" y="92"/>
                  </a:cubicBezTo>
                  <a:cubicBezTo>
                    <a:pt x="596" y="92"/>
                    <a:pt x="582" y="92"/>
                    <a:pt x="568" y="92"/>
                  </a:cubicBezTo>
                  <a:cubicBezTo>
                    <a:pt x="373" y="92"/>
                    <a:pt x="176" y="80"/>
                    <a:pt x="0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5"/>
            <p:cNvSpPr/>
            <p:nvPr/>
          </p:nvSpPr>
          <p:spPr>
            <a:xfrm>
              <a:off x="4172125" y="2208800"/>
              <a:ext cx="7825" cy="8675"/>
            </a:xfrm>
            <a:custGeom>
              <a:avLst/>
              <a:gdLst/>
              <a:ahLst/>
              <a:cxnLst/>
              <a:rect l="l" t="t" r="r" b="b"/>
              <a:pathLst>
                <a:path w="313" h="347" extrusionOk="0">
                  <a:moveTo>
                    <a:pt x="0" y="0"/>
                  </a:moveTo>
                  <a:cubicBezTo>
                    <a:pt x="136" y="74"/>
                    <a:pt x="244" y="201"/>
                    <a:pt x="291" y="347"/>
                  </a:cubicBezTo>
                  <a:cubicBezTo>
                    <a:pt x="312" y="268"/>
                    <a:pt x="279" y="181"/>
                    <a:pt x="226" y="121"/>
                  </a:cubicBezTo>
                  <a:cubicBezTo>
                    <a:pt x="181" y="68"/>
                    <a:pt x="74" y="35"/>
                    <a:pt x="0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5"/>
            <p:cNvSpPr/>
            <p:nvPr/>
          </p:nvSpPr>
          <p:spPr>
            <a:xfrm>
              <a:off x="4199750" y="2205425"/>
              <a:ext cx="15550" cy="11300"/>
            </a:xfrm>
            <a:custGeom>
              <a:avLst/>
              <a:gdLst/>
              <a:ahLst/>
              <a:cxnLst/>
              <a:rect l="l" t="t" r="r" b="b"/>
              <a:pathLst>
                <a:path w="622" h="452" extrusionOk="0">
                  <a:moveTo>
                    <a:pt x="115" y="1"/>
                  </a:moveTo>
                  <a:cubicBezTo>
                    <a:pt x="113" y="1"/>
                    <a:pt x="111" y="1"/>
                    <a:pt x="109" y="1"/>
                  </a:cubicBezTo>
                  <a:lnTo>
                    <a:pt x="3" y="8"/>
                  </a:lnTo>
                  <a:cubicBezTo>
                    <a:pt x="2" y="11"/>
                    <a:pt x="2" y="13"/>
                    <a:pt x="0" y="14"/>
                  </a:cubicBezTo>
                  <a:cubicBezTo>
                    <a:pt x="103" y="22"/>
                    <a:pt x="205" y="49"/>
                    <a:pt x="297" y="97"/>
                  </a:cubicBezTo>
                  <a:cubicBezTo>
                    <a:pt x="441" y="174"/>
                    <a:pt x="558" y="301"/>
                    <a:pt x="622" y="452"/>
                  </a:cubicBezTo>
                  <a:cubicBezTo>
                    <a:pt x="610" y="328"/>
                    <a:pt x="546" y="209"/>
                    <a:pt x="453" y="128"/>
                  </a:cubicBezTo>
                  <a:cubicBezTo>
                    <a:pt x="359" y="47"/>
                    <a:pt x="238" y="1"/>
                    <a:pt x="115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5"/>
            <p:cNvSpPr/>
            <p:nvPr/>
          </p:nvSpPr>
          <p:spPr>
            <a:xfrm>
              <a:off x="4183000" y="2222375"/>
              <a:ext cx="17325" cy="2350"/>
            </a:xfrm>
            <a:custGeom>
              <a:avLst/>
              <a:gdLst/>
              <a:ahLst/>
              <a:cxnLst/>
              <a:rect l="l" t="t" r="r" b="b"/>
              <a:pathLst>
                <a:path w="693" h="94" extrusionOk="0">
                  <a:moveTo>
                    <a:pt x="59" y="1"/>
                  </a:moveTo>
                  <a:cubicBezTo>
                    <a:pt x="39" y="1"/>
                    <a:pt x="20" y="1"/>
                    <a:pt x="1" y="1"/>
                  </a:cubicBezTo>
                  <a:cubicBezTo>
                    <a:pt x="102" y="60"/>
                    <a:pt x="221" y="87"/>
                    <a:pt x="340" y="92"/>
                  </a:cubicBezTo>
                  <a:cubicBezTo>
                    <a:pt x="360" y="93"/>
                    <a:pt x="379" y="93"/>
                    <a:pt x="399" y="93"/>
                  </a:cubicBezTo>
                  <a:cubicBezTo>
                    <a:pt x="496" y="93"/>
                    <a:pt x="594" y="82"/>
                    <a:pt x="693" y="72"/>
                  </a:cubicBezTo>
                  <a:cubicBezTo>
                    <a:pt x="486" y="24"/>
                    <a:pt x="272" y="1"/>
                    <a:pt x="59" y="1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4183925" y="2209950"/>
              <a:ext cx="26700" cy="11800"/>
            </a:xfrm>
            <a:custGeom>
              <a:avLst/>
              <a:gdLst/>
              <a:ahLst/>
              <a:cxnLst/>
              <a:rect l="l" t="t" r="r" b="b"/>
              <a:pathLst>
                <a:path w="1068" h="472" extrusionOk="0">
                  <a:moveTo>
                    <a:pt x="765" y="0"/>
                  </a:moveTo>
                  <a:cubicBezTo>
                    <a:pt x="747" y="0"/>
                    <a:pt x="729" y="1"/>
                    <a:pt x="712" y="4"/>
                  </a:cubicBezTo>
                  <a:cubicBezTo>
                    <a:pt x="742" y="45"/>
                    <a:pt x="774" y="88"/>
                    <a:pt x="804" y="129"/>
                  </a:cubicBezTo>
                  <a:cubicBezTo>
                    <a:pt x="786" y="128"/>
                    <a:pt x="769" y="127"/>
                    <a:pt x="752" y="127"/>
                  </a:cubicBezTo>
                  <a:cubicBezTo>
                    <a:pt x="730" y="127"/>
                    <a:pt x="709" y="129"/>
                    <a:pt x="689" y="137"/>
                  </a:cubicBezTo>
                  <a:cubicBezTo>
                    <a:pt x="653" y="150"/>
                    <a:pt x="620" y="183"/>
                    <a:pt x="621" y="221"/>
                  </a:cubicBezTo>
                  <a:cubicBezTo>
                    <a:pt x="602" y="211"/>
                    <a:pt x="581" y="206"/>
                    <a:pt x="560" y="206"/>
                  </a:cubicBezTo>
                  <a:cubicBezTo>
                    <a:pt x="508" y="206"/>
                    <a:pt x="454" y="236"/>
                    <a:pt x="433" y="284"/>
                  </a:cubicBezTo>
                  <a:cubicBezTo>
                    <a:pt x="288" y="295"/>
                    <a:pt x="143" y="308"/>
                    <a:pt x="0" y="320"/>
                  </a:cubicBezTo>
                  <a:cubicBezTo>
                    <a:pt x="242" y="420"/>
                    <a:pt x="501" y="471"/>
                    <a:pt x="762" y="471"/>
                  </a:cubicBezTo>
                  <a:cubicBezTo>
                    <a:pt x="769" y="471"/>
                    <a:pt x="777" y="471"/>
                    <a:pt x="784" y="471"/>
                  </a:cubicBezTo>
                  <a:cubicBezTo>
                    <a:pt x="740" y="408"/>
                    <a:pt x="663" y="370"/>
                    <a:pt x="586" y="370"/>
                  </a:cubicBezTo>
                  <a:cubicBezTo>
                    <a:pt x="582" y="370"/>
                    <a:pt x="577" y="370"/>
                    <a:pt x="573" y="370"/>
                  </a:cubicBezTo>
                  <a:cubicBezTo>
                    <a:pt x="665" y="363"/>
                    <a:pt x="757" y="354"/>
                    <a:pt x="850" y="346"/>
                  </a:cubicBezTo>
                  <a:cubicBezTo>
                    <a:pt x="810" y="311"/>
                    <a:pt x="772" y="278"/>
                    <a:pt x="733" y="244"/>
                  </a:cubicBezTo>
                  <a:cubicBezTo>
                    <a:pt x="813" y="233"/>
                    <a:pt x="891" y="221"/>
                    <a:pt x="971" y="212"/>
                  </a:cubicBezTo>
                  <a:cubicBezTo>
                    <a:pt x="936" y="206"/>
                    <a:pt x="936" y="150"/>
                    <a:pt x="967" y="131"/>
                  </a:cubicBezTo>
                  <a:cubicBezTo>
                    <a:pt x="980" y="122"/>
                    <a:pt x="995" y="119"/>
                    <a:pt x="1010" y="119"/>
                  </a:cubicBezTo>
                  <a:cubicBezTo>
                    <a:pt x="1030" y="119"/>
                    <a:pt x="1049" y="124"/>
                    <a:pt x="1068" y="129"/>
                  </a:cubicBezTo>
                  <a:cubicBezTo>
                    <a:pt x="991" y="48"/>
                    <a:pt x="878" y="0"/>
                    <a:pt x="765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4096950" y="2347825"/>
              <a:ext cx="12200" cy="8750"/>
            </a:xfrm>
            <a:custGeom>
              <a:avLst/>
              <a:gdLst/>
              <a:ahLst/>
              <a:cxnLst/>
              <a:rect l="l" t="t" r="r" b="b"/>
              <a:pathLst>
                <a:path w="488" h="350" extrusionOk="0">
                  <a:moveTo>
                    <a:pt x="397" y="0"/>
                  </a:moveTo>
                  <a:cubicBezTo>
                    <a:pt x="297" y="2"/>
                    <a:pt x="196" y="24"/>
                    <a:pt x="104" y="65"/>
                  </a:cubicBezTo>
                  <a:cubicBezTo>
                    <a:pt x="95" y="70"/>
                    <a:pt x="86" y="76"/>
                    <a:pt x="80" y="83"/>
                  </a:cubicBezTo>
                  <a:cubicBezTo>
                    <a:pt x="73" y="94"/>
                    <a:pt x="74" y="109"/>
                    <a:pt x="73" y="124"/>
                  </a:cubicBezTo>
                  <a:cubicBezTo>
                    <a:pt x="71" y="163"/>
                    <a:pt x="49" y="198"/>
                    <a:pt x="30" y="234"/>
                  </a:cubicBezTo>
                  <a:cubicBezTo>
                    <a:pt x="14" y="269"/>
                    <a:pt x="0" y="311"/>
                    <a:pt x="15" y="347"/>
                  </a:cubicBezTo>
                  <a:cubicBezTo>
                    <a:pt x="23" y="349"/>
                    <a:pt x="30" y="350"/>
                    <a:pt x="37" y="350"/>
                  </a:cubicBezTo>
                  <a:cubicBezTo>
                    <a:pt x="78" y="350"/>
                    <a:pt x="115" y="323"/>
                    <a:pt x="144" y="291"/>
                  </a:cubicBezTo>
                  <a:cubicBezTo>
                    <a:pt x="178" y="254"/>
                    <a:pt x="202" y="208"/>
                    <a:pt x="242" y="181"/>
                  </a:cubicBezTo>
                  <a:cubicBezTo>
                    <a:pt x="302" y="137"/>
                    <a:pt x="383" y="140"/>
                    <a:pt x="448" y="106"/>
                  </a:cubicBezTo>
                  <a:cubicBezTo>
                    <a:pt x="468" y="94"/>
                    <a:pt x="487" y="76"/>
                    <a:pt x="487" y="50"/>
                  </a:cubicBezTo>
                  <a:cubicBezTo>
                    <a:pt x="486" y="30"/>
                    <a:pt x="471" y="15"/>
                    <a:pt x="453" y="9"/>
                  </a:cubicBezTo>
                  <a:cubicBezTo>
                    <a:pt x="436" y="0"/>
                    <a:pt x="415" y="0"/>
                    <a:pt x="397" y="0"/>
                  </a:cubicBezTo>
                  <a:close/>
                </a:path>
              </a:pathLst>
            </a:custGeom>
            <a:solidFill>
              <a:srgbClr val="BE60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4088350" y="2319875"/>
              <a:ext cx="49600" cy="37075"/>
            </a:xfrm>
            <a:custGeom>
              <a:avLst/>
              <a:gdLst/>
              <a:ahLst/>
              <a:cxnLst/>
              <a:rect l="l" t="t" r="r" b="b"/>
              <a:pathLst>
                <a:path w="1984" h="1483" extrusionOk="0">
                  <a:moveTo>
                    <a:pt x="1404" y="1"/>
                  </a:moveTo>
                  <a:cubicBezTo>
                    <a:pt x="1193" y="301"/>
                    <a:pt x="959" y="586"/>
                    <a:pt x="711" y="856"/>
                  </a:cubicBezTo>
                  <a:cubicBezTo>
                    <a:pt x="674" y="874"/>
                    <a:pt x="637" y="892"/>
                    <a:pt x="599" y="909"/>
                  </a:cubicBezTo>
                  <a:cubicBezTo>
                    <a:pt x="522" y="945"/>
                    <a:pt x="445" y="980"/>
                    <a:pt x="373" y="1028"/>
                  </a:cubicBezTo>
                  <a:cubicBezTo>
                    <a:pt x="311" y="1067"/>
                    <a:pt x="257" y="1114"/>
                    <a:pt x="203" y="1164"/>
                  </a:cubicBezTo>
                  <a:cubicBezTo>
                    <a:pt x="117" y="1240"/>
                    <a:pt x="34" y="1326"/>
                    <a:pt x="6" y="1438"/>
                  </a:cubicBezTo>
                  <a:cubicBezTo>
                    <a:pt x="2" y="1450"/>
                    <a:pt x="0" y="1465"/>
                    <a:pt x="8" y="1470"/>
                  </a:cubicBezTo>
                  <a:cubicBezTo>
                    <a:pt x="14" y="1478"/>
                    <a:pt x="24" y="1483"/>
                    <a:pt x="35" y="1483"/>
                  </a:cubicBezTo>
                  <a:cubicBezTo>
                    <a:pt x="40" y="1483"/>
                    <a:pt x="46" y="1481"/>
                    <a:pt x="52" y="1479"/>
                  </a:cubicBezTo>
                  <a:cubicBezTo>
                    <a:pt x="67" y="1471"/>
                    <a:pt x="76" y="1459"/>
                    <a:pt x="86" y="1447"/>
                  </a:cubicBezTo>
                  <a:cubicBezTo>
                    <a:pt x="194" y="1327"/>
                    <a:pt x="356" y="1255"/>
                    <a:pt x="517" y="1255"/>
                  </a:cubicBezTo>
                  <a:cubicBezTo>
                    <a:pt x="541" y="1255"/>
                    <a:pt x="566" y="1257"/>
                    <a:pt x="590" y="1260"/>
                  </a:cubicBezTo>
                  <a:cubicBezTo>
                    <a:pt x="643" y="1269"/>
                    <a:pt x="697" y="1283"/>
                    <a:pt x="750" y="1283"/>
                  </a:cubicBezTo>
                  <a:cubicBezTo>
                    <a:pt x="771" y="1283"/>
                    <a:pt x="792" y="1281"/>
                    <a:pt x="812" y="1275"/>
                  </a:cubicBezTo>
                  <a:cubicBezTo>
                    <a:pt x="925" y="1243"/>
                    <a:pt x="982" y="1114"/>
                    <a:pt x="1086" y="1055"/>
                  </a:cubicBezTo>
                  <a:lnTo>
                    <a:pt x="1083" y="1049"/>
                  </a:lnTo>
                  <a:cubicBezTo>
                    <a:pt x="1406" y="860"/>
                    <a:pt x="1710" y="639"/>
                    <a:pt x="1983" y="385"/>
                  </a:cubicBezTo>
                  <a:cubicBezTo>
                    <a:pt x="1795" y="253"/>
                    <a:pt x="1602" y="122"/>
                    <a:pt x="1404" y="1"/>
                  </a:cubicBezTo>
                  <a:close/>
                </a:path>
              </a:pathLst>
            </a:custGeom>
            <a:solidFill>
              <a:srgbClr val="E2B3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4119525" y="2216000"/>
              <a:ext cx="61875" cy="118875"/>
            </a:xfrm>
            <a:custGeom>
              <a:avLst/>
              <a:gdLst/>
              <a:ahLst/>
              <a:cxnLst/>
              <a:rect l="l" t="t" r="r" b="b"/>
              <a:pathLst>
                <a:path w="2475" h="4755" extrusionOk="0">
                  <a:moveTo>
                    <a:pt x="1856" y="1"/>
                  </a:moveTo>
                  <a:cubicBezTo>
                    <a:pt x="1782" y="1"/>
                    <a:pt x="1706" y="12"/>
                    <a:pt x="1634" y="23"/>
                  </a:cubicBezTo>
                  <a:cubicBezTo>
                    <a:pt x="1498" y="45"/>
                    <a:pt x="1349" y="72"/>
                    <a:pt x="1257" y="177"/>
                  </a:cubicBezTo>
                  <a:cubicBezTo>
                    <a:pt x="1140" y="305"/>
                    <a:pt x="1154" y="501"/>
                    <a:pt x="1163" y="671"/>
                  </a:cubicBezTo>
                  <a:cubicBezTo>
                    <a:pt x="1213" y="1538"/>
                    <a:pt x="1005" y="2411"/>
                    <a:pt x="638" y="3200"/>
                  </a:cubicBezTo>
                  <a:cubicBezTo>
                    <a:pt x="459" y="3584"/>
                    <a:pt x="243" y="3948"/>
                    <a:pt x="1" y="4295"/>
                  </a:cubicBezTo>
                  <a:cubicBezTo>
                    <a:pt x="239" y="4441"/>
                    <a:pt x="469" y="4596"/>
                    <a:pt x="696" y="4755"/>
                  </a:cubicBezTo>
                  <a:cubicBezTo>
                    <a:pt x="1098" y="4384"/>
                    <a:pt x="1448" y="3957"/>
                    <a:pt x="1721" y="3482"/>
                  </a:cubicBezTo>
                  <a:cubicBezTo>
                    <a:pt x="2244" y="2574"/>
                    <a:pt x="2475" y="1488"/>
                    <a:pt x="2294" y="455"/>
                  </a:cubicBezTo>
                  <a:cubicBezTo>
                    <a:pt x="2270" y="314"/>
                    <a:pt x="2231" y="163"/>
                    <a:pt x="2118" y="75"/>
                  </a:cubicBezTo>
                  <a:cubicBezTo>
                    <a:pt x="2043" y="19"/>
                    <a:pt x="1951" y="1"/>
                    <a:pt x="1856" y="1"/>
                  </a:cubicBezTo>
                  <a:close/>
                </a:path>
              </a:pathLst>
            </a:custGeom>
            <a:solidFill>
              <a:srgbClr val="DCA9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4129450" y="2227875"/>
              <a:ext cx="51950" cy="107075"/>
            </a:xfrm>
            <a:custGeom>
              <a:avLst/>
              <a:gdLst/>
              <a:ahLst/>
              <a:cxnLst/>
              <a:rect l="l" t="t" r="r" b="b"/>
              <a:pathLst>
                <a:path w="2078" h="4283" extrusionOk="0">
                  <a:moveTo>
                    <a:pt x="1903" y="0"/>
                  </a:moveTo>
                  <a:lnTo>
                    <a:pt x="1903" y="0"/>
                  </a:lnTo>
                  <a:cubicBezTo>
                    <a:pt x="1894" y="1571"/>
                    <a:pt x="1178" y="3069"/>
                    <a:pt x="0" y="4074"/>
                  </a:cubicBezTo>
                  <a:cubicBezTo>
                    <a:pt x="101" y="4144"/>
                    <a:pt x="202" y="4212"/>
                    <a:pt x="302" y="4283"/>
                  </a:cubicBezTo>
                  <a:cubicBezTo>
                    <a:pt x="703" y="3912"/>
                    <a:pt x="1053" y="3485"/>
                    <a:pt x="1327" y="3010"/>
                  </a:cubicBezTo>
                  <a:cubicBezTo>
                    <a:pt x="1847" y="2108"/>
                    <a:pt x="2078" y="1028"/>
                    <a:pt x="1903" y="0"/>
                  </a:cubicBezTo>
                  <a:close/>
                </a:path>
              </a:pathLst>
            </a:custGeom>
            <a:solidFill>
              <a:srgbClr val="982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4122500" y="2319250"/>
              <a:ext cx="19625" cy="11325"/>
            </a:xfrm>
            <a:custGeom>
              <a:avLst/>
              <a:gdLst/>
              <a:ahLst/>
              <a:cxnLst/>
              <a:rect l="l" t="t" r="r" b="b"/>
              <a:pathLst>
                <a:path w="785" h="453" extrusionOk="0">
                  <a:moveTo>
                    <a:pt x="14" y="0"/>
                  </a:moveTo>
                  <a:lnTo>
                    <a:pt x="1" y="30"/>
                  </a:lnTo>
                  <a:cubicBezTo>
                    <a:pt x="266" y="151"/>
                    <a:pt x="525" y="293"/>
                    <a:pt x="765" y="453"/>
                  </a:cubicBezTo>
                  <a:lnTo>
                    <a:pt x="785" y="424"/>
                  </a:lnTo>
                  <a:cubicBezTo>
                    <a:pt x="542" y="263"/>
                    <a:pt x="281" y="121"/>
                    <a:pt x="14" y="0"/>
                  </a:cubicBezTo>
                  <a:close/>
                </a:path>
              </a:pathLst>
            </a:custGeom>
            <a:solidFill>
              <a:srgbClr val="AC33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et Sitting Campaign by Slidesgo">
  <a:themeElements>
    <a:clrScheme name="Simple Light">
      <a:dk1>
        <a:srgbClr val="982C31"/>
      </a:dk1>
      <a:lt1>
        <a:srgbClr val="EED6CE"/>
      </a:lt1>
      <a:dk2>
        <a:srgbClr val="BE603E"/>
      </a:dk2>
      <a:lt2>
        <a:srgbClr val="AC3308"/>
      </a:lt2>
      <a:accent1>
        <a:srgbClr val="E6914D"/>
      </a:accent1>
      <a:accent2>
        <a:srgbClr val="696A3C"/>
      </a:accent2>
      <a:accent3>
        <a:srgbClr val="839951"/>
      </a:accent3>
      <a:accent4>
        <a:srgbClr val="607258"/>
      </a:accent4>
      <a:accent5>
        <a:srgbClr val="4B887C"/>
      </a:accent5>
      <a:accent6>
        <a:srgbClr val="DCA997"/>
      </a:accent6>
      <a:hlink>
        <a:srgbClr val="982C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Macintosh PowerPoint</Application>
  <PresentationFormat>On-screen Show (16:9)</PresentationFormat>
  <Paragraphs>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Niramit</vt:lpstr>
      <vt:lpstr>Mitr</vt:lpstr>
      <vt:lpstr>Mitr Medium</vt:lpstr>
      <vt:lpstr>Arial</vt:lpstr>
      <vt:lpstr>Pet Sitting Campaign by Slidesgo</vt:lpstr>
      <vt:lpstr>Pet Adoption System</vt:lpstr>
      <vt:lpstr>Относно системата</vt:lpstr>
      <vt:lpstr>За кого е предназначена?</vt:lpstr>
      <vt:lpstr>Използване на системата</vt:lpstr>
      <vt:lpstr>Ползи</vt:lpstr>
      <vt:lpstr>Обобщение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Russanov, Petar</cp:lastModifiedBy>
  <cp:revision>1</cp:revision>
  <dcterms:modified xsi:type="dcterms:W3CDTF">2026-02-08T19:16:35Z</dcterms:modified>
</cp:coreProperties>
</file>